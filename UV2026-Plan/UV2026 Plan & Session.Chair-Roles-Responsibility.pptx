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Lst>
  <p:notesMasterIdLst>
    <p:notesMasterId r:id="rId40"/>
  </p:notesMasterIdLst>
  <p:sldIdLst>
    <p:sldId id="624" r:id="rId3"/>
    <p:sldId id="257" r:id="rId4"/>
    <p:sldId id="627" r:id="rId5"/>
    <p:sldId id="602" r:id="rId6"/>
    <p:sldId id="293" r:id="rId7"/>
    <p:sldId id="607" r:id="rId8"/>
    <p:sldId id="262" r:id="rId9"/>
    <p:sldId id="263" r:id="rId10"/>
    <p:sldId id="665" r:id="rId11"/>
    <p:sldId id="629" r:id="rId12"/>
    <p:sldId id="672" r:id="rId13"/>
    <p:sldId id="278" r:id="rId14"/>
    <p:sldId id="658" r:id="rId15"/>
    <p:sldId id="674" r:id="rId16"/>
    <p:sldId id="675" r:id="rId17"/>
    <p:sldId id="676" r:id="rId18"/>
    <p:sldId id="652" r:id="rId19"/>
    <p:sldId id="666" r:id="rId20"/>
    <p:sldId id="677" r:id="rId21"/>
    <p:sldId id="663" r:id="rId22"/>
    <p:sldId id="680" r:id="rId23"/>
    <p:sldId id="644" r:id="rId24"/>
    <p:sldId id="270" r:id="rId25"/>
    <p:sldId id="271" r:id="rId26"/>
    <p:sldId id="272" r:id="rId27"/>
    <p:sldId id="273" r:id="rId28"/>
    <p:sldId id="275" r:id="rId29"/>
    <p:sldId id="446" r:id="rId30"/>
    <p:sldId id="685" r:id="rId31"/>
    <p:sldId id="436" r:id="rId32"/>
    <p:sldId id="437" r:id="rId33"/>
    <p:sldId id="439" r:id="rId34"/>
    <p:sldId id="684" r:id="rId35"/>
    <p:sldId id="681" r:id="rId36"/>
    <p:sldId id="285" r:id="rId37"/>
    <p:sldId id="417" r:id="rId38"/>
    <p:sldId id="682" r:id="rId39"/>
  </p:sldIdLst>
  <p:sldSz cx="12192000" cy="6858000"/>
  <p:notesSz cx="6858000" cy="9144000"/>
  <p:embeddedFontLst>
    <p:embeddedFont>
      <p:font typeface="等线" panose="02010600030101010101" pitchFamily="2" charset="-122"/>
      <p:regular r:id="rId41"/>
      <p:bold r:id="rId42"/>
    </p:embeddedFont>
    <p:embeddedFont>
      <p:font typeface="Arial Narrow" panose="020B0606020202030204" pitchFamily="34" charset="0"/>
      <p:regular r:id="rId43"/>
      <p:bold r:id="rId44"/>
      <p:italic r:id="rId45"/>
      <p:boldItalic r:id="rId46"/>
    </p:embeddedFont>
    <p:embeddedFont>
      <p:font typeface="Garamond" panose="02020404030301010803" pitchFamily="18" charset="0"/>
      <p:regular r:id="rId47"/>
      <p:bold r:id="rId48"/>
      <p: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36" userDrawn="1">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1" roundtripDataSignature="AMtx7mhMPPfBo9gIjpUVgy/x5Lgsikws2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6666"/>
    <a:srgbClr val="FFFFFF"/>
    <a:srgbClr val="00B050"/>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42C505-5963-D1D7-7BDD-74DC8267B5AB}" v="3" dt="2026-06-06T12:35:06.56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33" autoAdjust="0"/>
  </p:normalViewPr>
  <p:slideViewPr>
    <p:cSldViewPr snapToGrid="0">
      <p:cViewPr varScale="1">
        <p:scale>
          <a:sx n="103" d="100"/>
          <a:sy n="103" d="100"/>
        </p:scale>
        <p:origin x="244" y="72"/>
      </p:cViewPr>
      <p:guideLst>
        <p:guide orient="horz" pos="2136"/>
        <p:guide pos="3840"/>
      </p:guideLst>
    </p:cSldViewPr>
  </p:slideViewPr>
  <p:notesTextViewPr>
    <p:cViewPr>
      <p:scale>
        <a:sx n="1" d="1"/>
        <a:sy n="1" d="1"/>
      </p:scale>
      <p:origin x="0" y="0"/>
    </p:cViewPr>
  </p:notesTextViewPr>
  <p:sorterViewPr>
    <p:cViewPr>
      <p:scale>
        <a:sx n="100" d="100"/>
        <a:sy n="100" d="100"/>
      </p:scale>
      <p:origin x="0" y="-1057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76" Type="http://schemas.microsoft.com/office/2015/10/relationships/revisionInfo" Target="revisionInfo.xml"/><Relationship Id="rId7" Type="http://schemas.openxmlformats.org/officeDocument/2006/relationships/slide" Target="slides/slide5.xml"/><Relationship Id="rId71"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74"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6.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font" Target="fonts/font1.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9.fntdata"/></Relationships>
</file>

<file path=ppt/diagrams/colors1.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35709C-260C-E94A-B805-CFAAF6C94E24}" type="doc">
      <dgm:prSet loTypeId="urn:microsoft.com/office/officeart/2005/8/layout/matrix1#1" loCatId="" qsTypeId="urn:microsoft.com/office/officeart/2005/8/quickstyle/simple1#1" qsCatId="simple" csTypeId="urn:microsoft.com/office/officeart/2005/8/colors/accent6_5" csCatId="accent6" phldr="1"/>
      <dgm:spPr/>
      <dgm:t>
        <a:bodyPr/>
        <a:lstStyle/>
        <a:p>
          <a:endParaRPr lang="zh-CN" altLang="en-US"/>
        </a:p>
      </dgm:t>
    </dgm:pt>
    <dgm:pt modelId="{46DD801D-660F-FE4A-A908-ECF3E51CE265}">
      <dgm:prSet phldrT="[文本]" custT="1"/>
      <dgm:spPr/>
      <dgm:t>
        <a:bodyPr/>
        <a:lstStyle/>
        <a:p>
          <a:br>
            <a:rPr lang="en-US" altLang="zh-CN" sz="2400" b="1">
              <a:latin typeface="Times New Roman" panose="02020603050405020304" pitchFamily="18" charset="0"/>
              <a:ea typeface="黑体" panose="02010609060101010101" pitchFamily="49" charset="-122"/>
              <a:cs typeface="Times New Roman" panose="02020603050405020304" pitchFamily="18" charset="0"/>
            </a:rPr>
          </a:br>
          <a:r>
            <a:rPr lang="en-US" altLang="zh-CN" sz="2400" b="1">
              <a:latin typeface="Times New Roman" panose="02020603050405020304" pitchFamily="18" charset="0"/>
              <a:ea typeface="黑体" panose="02010609060101010101" pitchFamily="49" charset="-122"/>
              <a:cs typeface="Times New Roman" panose="02020603050405020304" pitchFamily="18" charset="0"/>
            </a:rPr>
            <a:t>Science</a:t>
          </a:r>
          <a:endParaRPr lang="zh-CN" altLang="en-US" sz="2400" b="1">
            <a:latin typeface="Times New Roman" panose="02020603050405020304" pitchFamily="18" charset="0"/>
            <a:ea typeface="黑体" panose="02010609060101010101" pitchFamily="49" charset="-122"/>
            <a:cs typeface="Times New Roman" panose="02020603050405020304" pitchFamily="18" charset="0"/>
          </a:endParaRPr>
        </a:p>
      </dgm:t>
    </dgm:pt>
    <dgm:pt modelId="{C22D7F88-E6C4-EF45-8A12-F999B384EE99}" type="parTrans" cxnId="{1A627834-85C6-DE47-A594-C1C4F0FCA003}">
      <dgm:prSet/>
      <dgm:spPr/>
      <dgm: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dgm:t>
    </dgm:pt>
    <dgm:pt modelId="{20A6D5BC-CA94-EA4B-A67A-A1B5074ECCDB}" type="sibTrans" cxnId="{1A627834-85C6-DE47-A594-C1C4F0FCA003}">
      <dgm:prSet/>
      <dgm:spPr/>
      <dgm: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dgm:t>
    </dgm:pt>
    <dgm:pt modelId="{5E632949-AF2D-5343-B810-6084A580E8DC}">
      <dgm:prSet phldrT="[文本]" custT="1"/>
      <dgm:spPr/>
      <dgm:t>
        <a:bodyPr/>
        <a:lstStyle/>
        <a:p>
          <a:endParaRPr lang="en-US" altLang="zh-CN" sz="1400" b="1">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a:latin typeface="Times New Roman" panose="02020603050405020304" pitchFamily="18" charset="0"/>
              <a:ea typeface="黑体" panose="02010609060101010101" pitchFamily="49" charset="-122"/>
              <a:cs typeface="Times New Roman" panose="02020603050405020304" pitchFamily="18" charset="0"/>
            </a:rPr>
            <a:t>Humanity</a:t>
          </a:r>
          <a:endParaRPr lang="zh-CN" altLang="en-US" sz="2400" b="1">
            <a:latin typeface="Times New Roman" panose="02020603050405020304" pitchFamily="18" charset="0"/>
            <a:ea typeface="黑体" panose="02010609060101010101" pitchFamily="49" charset="-122"/>
            <a:cs typeface="Times New Roman" panose="02020603050405020304" pitchFamily="18" charset="0"/>
          </a:endParaRPr>
        </a:p>
      </dgm:t>
    </dgm:pt>
    <dgm:pt modelId="{9F7FC76A-6E37-4845-B0AF-FA25ED3FACC7}" type="parTrans" cxnId="{4E125B1C-191C-D446-B7CF-D8FD6802AC0E}">
      <dgm:prSet/>
      <dgm:spPr/>
      <dgm: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dgm:t>
    </dgm:pt>
    <dgm:pt modelId="{C905F8CC-E80C-A645-9061-93DDEA0D0E72}" type="sibTrans" cxnId="{4E125B1C-191C-D446-B7CF-D8FD6802AC0E}">
      <dgm:prSet/>
      <dgm:spPr/>
      <dgm: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dgm:t>
    </dgm:pt>
    <dgm:pt modelId="{5E1D95CD-7636-CB40-BDCE-D23C21915EED}">
      <dgm:prSet phldrT="[文本]" custT="1"/>
      <dgm:spPr/>
      <dgm:t>
        <a:bodyPr/>
        <a:lstStyle/>
        <a:p>
          <a:r>
            <a:rPr lang="en-US" altLang="zh-CN" sz="2400" b="1" spc="-100" baseline="0">
              <a:latin typeface="Times New Roman" panose="02020603050405020304" pitchFamily="18" charset="0"/>
              <a:ea typeface="黑体" panose="02010609060101010101" pitchFamily="49" charset="-122"/>
              <a:cs typeface="Times New Roman" panose="02020603050405020304" pitchFamily="18" charset="0"/>
            </a:rPr>
            <a:t>Technology</a:t>
          </a:r>
          <a:endParaRPr lang="zh-CN" altLang="en-US" sz="2400" b="1" spc="-100" baseline="0">
            <a:latin typeface="Times New Roman" panose="02020603050405020304" pitchFamily="18" charset="0"/>
            <a:ea typeface="黑体" panose="02010609060101010101" pitchFamily="49" charset="-122"/>
            <a:cs typeface="Times New Roman" panose="02020603050405020304" pitchFamily="18" charset="0"/>
          </a:endParaRPr>
        </a:p>
      </dgm:t>
    </dgm:pt>
    <dgm:pt modelId="{6CED5868-3801-5B45-80F4-504C6BF180AC}" type="parTrans" cxnId="{E9AD9A89-9B7E-2D4B-A41A-E313C67AACBB}">
      <dgm:prSet/>
      <dgm:spPr/>
      <dgm: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dgm:t>
    </dgm:pt>
    <dgm:pt modelId="{FC6F3E3F-7F7D-7445-9B68-7466A1B9CFBB}" type="sibTrans" cxnId="{E9AD9A89-9B7E-2D4B-A41A-E313C67AACBB}">
      <dgm:prSet/>
      <dgm:spPr/>
      <dgm: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dgm:t>
    </dgm:pt>
    <dgm:pt modelId="{D01B2745-5AA8-3D47-AD68-6E641F32448E}">
      <dgm:prSet phldrT="[文本]" custT="1"/>
      <dgm:spPr/>
      <dgm:t>
        <a:bodyPr anchor="ctr"/>
        <a:lstStyle/>
        <a:p>
          <a:pPr>
            <a:lnSpc>
              <a:spcPct val="100000"/>
            </a:lnSpc>
          </a:pPr>
          <a:r>
            <a:rPr lang="en-US" altLang="zh-CN" sz="2400" b="1">
              <a:latin typeface="Times New Roman" panose="02020603050405020304" pitchFamily="18" charset="0"/>
              <a:ea typeface="黑体" panose="02010609060101010101" pitchFamily="49" charset="-122"/>
              <a:cs typeface="Times New Roman" panose="02020603050405020304" pitchFamily="18" charset="0"/>
            </a:rPr>
            <a:t>Design</a:t>
          </a:r>
          <a:endParaRPr lang="zh-CN" altLang="en-US" sz="2400" b="1">
            <a:latin typeface="Times New Roman" panose="02020603050405020304" pitchFamily="18" charset="0"/>
            <a:ea typeface="黑体" panose="02010609060101010101" pitchFamily="49" charset="-122"/>
            <a:cs typeface="Times New Roman" panose="02020603050405020304" pitchFamily="18" charset="0"/>
          </a:endParaRPr>
        </a:p>
      </dgm:t>
    </dgm:pt>
    <dgm:pt modelId="{88D45D4C-B4BA-D543-BCE4-F9743A48FFB7}" type="parTrans" cxnId="{45435331-3738-9743-A2EB-C641DDABCE81}">
      <dgm:prSet/>
      <dgm:spPr/>
      <dgm: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dgm:t>
    </dgm:pt>
    <dgm:pt modelId="{42524E6A-62CC-A04D-BF3C-FCCF5161DA05}" type="sibTrans" cxnId="{45435331-3738-9743-A2EB-C641DDABCE81}">
      <dgm:prSet/>
      <dgm:spPr/>
      <dgm: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dgm:t>
    </dgm:pt>
    <dgm:pt modelId="{FAEE5B32-9D20-DD45-9345-EE6424C91D41}">
      <dgm:prSet phldrT="[文本]" custT="1"/>
      <dgm:spPr/>
      <dgm:t>
        <a:bodyPr/>
        <a:lstStyle/>
        <a:p>
          <a:r>
            <a:rPr lang="en-US" altLang="zh-CN" sz="2400" b="1">
              <a:solidFill>
                <a:srgbClr val="2FA453"/>
              </a:solidFill>
              <a:latin typeface="Times New Roman" panose="02020603050405020304" pitchFamily="18" charset="0"/>
              <a:ea typeface="黑体" panose="02010609060101010101" pitchFamily="49" charset="-122"/>
              <a:cs typeface="Times New Roman" panose="02020603050405020304" pitchFamily="18" charset="0"/>
            </a:rPr>
            <a:t>UV</a:t>
          </a:r>
          <a:endParaRPr lang="zh-CN" altLang="en-US" sz="2400" b="1">
            <a:solidFill>
              <a:srgbClr val="2FA453"/>
            </a:solidFill>
            <a:latin typeface="Times New Roman" panose="02020603050405020304" pitchFamily="18" charset="0"/>
            <a:ea typeface="黑体" panose="02010609060101010101" pitchFamily="49" charset="-122"/>
            <a:cs typeface="Times New Roman" panose="02020603050405020304" pitchFamily="18" charset="0"/>
          </a:endParaRPr>
        </a:p>
      </dgm:t>
    </dgm:pt>
    <dgm:pt modelId="{BACFA16F-CBD0-3B4C-8BF8-F42F1C957490}" type="sibTrans" cxnId="{B3D19C91-5D0A-194E-9063-90DAE40E1DA5}">
      <dgm:prSet/>
      <dgm:spPr/>
      <dgm: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dgm:t>
    </dgm:pt>
    <dgm:pt modelId="{B18B00FD-B3D5-D64F-A313-1EAB226F8200}" type="parTrans" cxnId="{B3D19C91-5D0A-194E-9063-90DAE40E1DA5}">
      <dgm:prSet/>
      <dgm:spPr/>
      <dgm: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dgm:t>
    </dgm:pt>
    <dgm:pt modelId="{C1A5DC52-DD9A-854F-8DBE-1229F27516AA}" type="pres">
      <dgm:prSet presAssocID="{D835709C-260C-E94A-B805-CFAAF6C94E24}" presName="diagram" presStyleCnt="0">
        <dgm:presLayoutVars>
          <dgm:chMax val="1"/>
          <dgm:dir/>
          <dgm:animLvl val="ctr"/>
          <dgm:resizeHandles val="exact"/>
        </dgm:presLayoutVars>
      </dgm:prSet>
      <dgm:spPr/>
    </dgm:pt>
    <dgm:pt modelId="{661585D3-5C2D-8F4F-873B-11ACBCD3DB1A}" type="pres">
      <dgm:prSet presAssocID="{D835709C-260C-E94A-B805-CFAAF6C94E24}" presName="matrix" presStyleCnt="0"/>
      <dgm:spPr/>
    </dgm:pt>
    <dgm:pt modelId="{BC54F46C-866A-4B41-BA59-A58E3F0EE699}" type="pres">
      <dgm:prSet presAssocID="{D835709C-260C-E94A-B805-CFAAF6C94E24}" presName="tile1" presStyleLbl="node1" presStyleIdx="0" presStyleCnt="4" custScaleX="100196" custScaleY="99316" custLinFactNeighborX="568"/>
      <dgm:spPr/>
    </dgm:pt>
    <dgm:pt modelId="{D232E9BB-6553-1F4A-AF3A-7499CB12BCDB}" type="pres">
      <dgm:prSet presAssocID="{D835709C-260C-E94A-B805-CFAAF6C94E24}" presName="tile1text" presStyleLbl="node1" presStyleIdx="0" presStyleCnt="4">
        <dgm:presLayoutVars>
          <dgm:chMax val="0"/>
          <dgm:chPref val="0"/>
          <dgm:bulletEnabled val="1"/>
        </dgm:presLayoutVars>
      </dgm:prSet>
      <dgm:spPr/>
    </dgm:pt>
    <dgm:pt modelId="{13F02D65-2F43-C04D-B6E4-4655F11071A1}" type="pres">
      <dgm:prSet presAssocID="{D835709C-260C-E94A-B805-CFAAF6C94E24}" presName="tile2" presStyleLbl="node1" presStyleIdx="1" presStyleCnt="4" custScaleX="99805" custLinFactNeighborX="44896" custLinFactNeighborY="-28613"/>
      <dgm:spPr/>
    </dgm:pt>
    <dgm:pt modelId="{CDBAA0E6-133F-AB4A-8867-977E451E01F4}" type="pres">
      <dgm:prSet presAssocID="{D835709C-260C-E94A-B805-CFAAF6C94E24}" presName="tile2text" presStyleLbl="node1" presStyleIdx="1" presStyleCnt="4">
        <dgm:presLayoutVars>
          <dgm:chMax val="0"/>
          <dgm:chPref val="0"/>
          <dgm:bulletEnabled val="1"/>
        </dgm:presLayoutVars>
      </dgm:prSet>
      <dgm:spPr/>
    </dgm:pt>
    <dgm:pt modelId="{D66DF656-63F8-124A-A08D-9C8266D81974}" type="pres">
      <dgm:prSet presAssocID="{D835709C-260C-E94A-B805-CFAAF6C94E24}" presName="tile3" presStyleLbl="node1" presStyleIdx="2" presStyleCnt="4" custLinFactNeighborX="601" custLinFactNeighborY="6662"/>
      <dgm:spPr/>
    </dgm:pt>
    <dgm:pt modelId="{A53897ED-370A-C343-B5BC-C7EFC33EB9E4}" type="pres">
      <dgm:prSet presAssocID="{D835709C-260C-E94A-B805-CFAAF6C94E24}" presName="tile3text" presStyleLbl="node1" presStyleIdx="2" presStyleCnt="4">
        <dgm:presLayoutVars>
          <dgm:chMax val="0"/>
          <dgm:chPref val="0"/>
          <dgm:bulletEnabled val="1"/>
        </dgm:presLayoutVars>
      </dgm:prSet>
      <dgm:spPr/>
    </dgm:pt>
    <dgm:pt modelId="{800DB139-91C2-3346-ABA5-C4A9EDC29AF6}" type="pres">
      <dgm:prSet presAssocID="{D835709C-260C-E94A-B805-CFAAF6C94E24}" presName="tile4" presStyleLbl="node1" presStyleIdx="3" presStyleCnt="4" custLinFactNeighborY="1343"/>
      <dgm:spPr/>
    </dgm:pt>
    <dgm:pt modelId="{FD57FB6A-4A94-9541-802C-1D294A41B4FD}" type="pres">
      <dgm:prSet presAssocID="{D835709C-260C-E94A-B805-CFAAF6C94E24}" presName="tile4text" presStyleLbl="node1" presStyleIdx="3" presStyleCnt="4">
        <dgm:presLayoutVars>
          <dgm:chMax val="0"/>
          <dgm:chPref val="0"/>
          <dgm:bulletEnabled val="1"/>
        </dgm:presLayoutVars>
      </dgm:prSet>
      <dgm:spPr/>
    </dgm:pt>
    <dgm:pt modelId="{38C2E5C7-F892-7742-9C18-A11AB2697F02}" type="pres">
      <dgm:prSet presAssocID="{D835709C-260C-E94A-B805-CFAAF6C94E24}" presName="centerTile" presStyleLbl="fgShp" presStyleIdx="0" presStyleCnt="1">
        <dgm:presLayoutVars>
          <dgm:chMax val="0"/>
          <dgm:chPref val="0"/>
        </dgm:presLayoutVars>
      </dgm:prSet>
      <dgm:spPr/>
    </dgm:pt>
  </dgm:ptLst>
  <dgm:cxnLst>
    <dgm:cxn modelId="{4E125B1C-191C-D446-B7CF-D8FD6802AC0E}" srcId="{FAEE5B32-9D20-DD45-9345-EE6424C91D41}" destId="{5E632949-AF2D-5343-B810-6084A580E8DC}" srcOrd="1" destOrd="0" parTransId="{9F7FC76A-6E37-4845-B0AF-FA25ED3FACC7}" sibTransId="{C905F8CC-E80C-A645-9061-93DDEA0D0E72}"/>
    <dgm:cxn modelId="{9A1FD61C-EDBA-0946-B17D-A62FDE2F294E}" type="presOf" srcId="{46DD801D-660F-FE4A-A908-ECF3E51CE265}" destId="{D232E9BB-6553-1F4A-AF3A-7499CB12BCDB}" srcOrd="1" destOrd="0" presId="urn:microsoft.com/office/officeart/2005/8/layout/matrix1#1"/>
    <dgm:cxn modelId="{BBC0AC2B-1695-9547-86AF-F7588A0B7141}" type="presOf" srcId="{D01B2745-5AA8-3D47-AD68-6E641F32448E}" destId="{800DB139-91C2-3346-ABA5-C4A9EDC29AF6}" srcOrd="0" destOrd="0" presId="urn:microsoft.com/office/officeart/2005/8/layout/matrix1#1"/>
    <dgm:cxn modelId="{45435331-3738-9743-A2EB-C641DDABCE81}" srcId="{FAEE5B32-9D20-DD45-9345-EE6424C91D41}" destId="{D01B2745-5AA8-3D47-AD68-6E641F32448E}" srcOrd="3" destOrd="0" parTransId="{88D45D4C-B4BA-D543-BCE4-F9743A48FFB7}" sibTransId="{42524E6A-62CC-A04D-BF3C-FCCF5161DA05}"/>
    <dgm:cxn modelId="{1A627834-85C6-DE47-A594-C1C4F0FCA003}" srcId="{FAEE5B32-9D20-DD45-9345-EE6424C91D41}" destId="{46DD801D-660F-FE4A-A908-ECF3E51CE265}" srcOrd="0" destOrd="0" parTransId="{C22D7F88-E6C4-EF45-8A12-F999B384EE99}" sibTransId="{20A6D5BC-CA94-EA4B-A67A-A1B5074ECCDB}"/>
    <dgm:cxn modelId="{F0A3A637-CCE3-444C-87AC-96A0AFD1E679}" type="presOf" srcId="{D835709C-260C-E94A-B805-CFAAF6C94E24}" destId="{C1A5DC52-DD9A-854F-8DBE-1229F27516AA}" srcOrd="0" destOrd="0" presId="urn:microsoft.com/office/officeart/2005/8/layout/matrix1#1"/>
    <dgm:cxn modelId="{88DDC53C-A3C7-1F4E-92C2-3B8485CAE6B5}" type="presOf" srcId="{5E1D95CD-7636-CB40-BDCE-D23C21915EED}" destId="{A53897ED-370A-C343-B5BC-C7EFC33EB9E4}" srcOrd="1" destOrd="0" presId="urn:microsoft.com/office/officeart/2005/8/layout/matrix1#1"/>
    <dgm:cxn modelId="{B43A0875-69F7-2A4A-9523-A049CCB14FEB}" type="presOf" srcId="{5E1D95CD-7636-CB40-BDCE-D23C21915EED}" destId="{D66DF656-63F8-124A-A08D-9C8266D81974}" srcOrd="0" destOrd="0" presId="urn:microsoft.com/office/officeart/2005/8/layout/matrix1#1"/>
    <dgm:cxn modelId="{E346157F-4EE4-1E45-AF25-CD47F5F74126}" type="presOf" srcId="{5E632949-AF2D-5343-B810-6084A580E8DC}" destId="{CDBAA0E6-133F-AB4A-8867-977E451E01F4}" srcOrd="1" destOrd="0" presId="urn:microsoft.com/office/officeart/2005/8/layout/matrix1#1"/>
    <dgm:cxn modelId="{9280F288-8463-6C45-A08F-69F052FFBA10}" type="presOf" srcId="{FAEE5B32-9D20-DD45-9345-EE6424C91D41}" destId="{38C2E5C7-F892-7742-9C18-A11AB2697F02}" srcOrd="0" destOrd="0" presId="urn:microsoft.com/office/officeart/2005/8/layout/matrix1#1"/>
    <dgm:cxn modelId="{E9AD9A89-9B7E-2D4B-A41A-E313C67AACBB}" srcId="{FAEE5B32-9D20-DD45-9345-EE6424C91D41}" destId="{5E1D95CD-7636-CB40-BDCE-D23C21915EED}" srcOrd="2" destOrd="0" parTransId="{6CED5868-3801-5B45-80F4-504C6BF180AC}" sibTransId="{FC6F3E3F-7F7D-7445-9B68-7466A1B9CFBB}"/>
    <dgm:cxn modelId="{B3D19C91-5D0A-194E-9063-90DAE40E1DA5}" srcId="{D835709C-260C-E94A-B805-CFAAF6C94E24}" destId="{FAEE5B32-9D20-DD45-9345-EE6424C91D41}" srcOrd="0" destOrd="0" parTransId="{B18B00FD-B3D5-D64F-A313-1EAB226F8200}" sibTransId="{BACFA16F-CBD0-3B4C-8BF8-F42F1C957490}"/>
    <dgm:cxn modelId="{E67B69B9-4271-CA40-ADD3-00E26F3F5022}" type="presOf" srcId="{46DD801D-660F-FE4A-A908-ECF3E51CE265}" destId="{BC54F46C-866A-4B41-BA59-A58E3F0EE699}" srcOrd="0" destOrd="0" presId="urn:microsoft.com/office/officeart/2005/8/layout/matrix1#1"/>
    <dgm:cxn modelId="{6699BBBE-EA0F-4A42-AF93-899219B3DE64}" type="presOf" srcId="{D01B2745-5AA8-3D47-AD68-6E641F32448E}" destId="{FD57FB6A-4A94-9541-802C-1D294A41B4FD}" srcOrd="1" destOrd="0" presId="urn:microsoft.com/office/officeart/2005/8/layout/matrix1#1"/>
    <dgm:cxn modelId="{CE6B7CE8-4A46-D848-94FC-A82D8896A9D1}" type="presOf" srcId="{5E632949-AF2D-5343-B810-6084A580E8DC}" destId="{13F02D65-2F43-C04D-B6E4-4655F11071A1}" srcOrd="0" destOrd="0" presId="urn:microsoft.com/office/officeart/2005/8/layout/matrix1#1"/>
    <dgm:cxn modelId="{1B4C3662-3D58-1142-A591-51B487F5354A}" type="presParOf" srcId="{C1A5DC52-DD9A-854F-8DBE-1229F27516AA}" destId="{661585D3-5C2D-8F4F-873B-11ACBCD3DB1A}" srcOrd="0" destOrd="0" presId="urn:microsoft.com/office/officeart/2005/8/layout/matrix1#1"/>
    <dgm:cxn modelId="{5D1322E8-4C9E-2F44-B3ED-D03A305F725F}" type="presParOf" srcId="{661585D3-5C2D-8F4F-873B-11ACBCD3DB1A}" destId="{BC54F46C-866A-4B41-BA59-A58E3F0EE699}" srcOrd="0" destOrd="0" presId="urn:microsoft.com/office/officeart/2005/8/layout/matrix1#1"/>
    <dgm:cxn modelId="{3079E3B7-6CB4-6249-AB87-7AA3CBC3A07F}" type="presParOf" srcId="{661585D3-5C2D-8F4F-873B-11ACBCD3DB1A}" destId="{D232E9BB-6553-1F4A-AF3A-7499CB12BCDB}" srcOrd="1" destOrd="0" presId="urn:microsoft.com/office/officeart/2005/8/layout/matrix1#1"/>
    <dgm:cxn modelId="{2E756AD4-D39B-9F4E-9FAC-1473FF89099B}" type="presParOf" srcId="{661585D3-5C2D-8F4F-873B-11ACBCD3DB1A}" destId="{13F02D65-2F43-C04D-B6E4-4655F11071A1}" srcOrd="2" destOrd="0" presId="urn:microsoft.com/office/officeart/2005/8/layout/matrix1#1"/>
    <dgm:cxn modelId="{A64BE63D-9C5A-F04C-97B4-38E146FB8289}" type="presParOf" srcId="{661585D3-5C2D-8F4F-873B-11ACBCD3DB1A}" destId="{CDBAA0E6-133F-AB4A-8867-977E451E01F4}" srcOrd="3" destOrd="0" presId="urn:microsoft.com/office/officeart/2005/8/layout/matrix1#1"/>
    <dgm:cxn modelId="{986C8A82-3FA2-E842-957E-B0DE64DF1B34}" type="presParOf" srcId="{661585D3-5C2D-8F4F-873B-11ACBCD3DB1A}" destId="{D66DF656-63F8-124A-A08D-9C8266D81974}" srcOrd="4" destOrd="0" presId="urn:microsoft.com/office/officeart/2005/8/layout/matrix1#1"/>
    <dgm:cxn modelId="{0995F9D8-5238-144F-9B54-9BDFFFE9C726}" type="presParOf" srcId="{661585D3-5C2D-8F4F-873B-11ACBCD3DB1A}" destId="{A53897ED-370A-C343-B5BC-C7EFC33EB9E4}" srcOrd="5" destOrd="0" presId="urn:microsoft.com/office/officeart/2005/8/layout/matrix1#1"/>
    <dgm:cxn modelId="{7CFC3ACB-ABDE-5A46-A841-C16CB92BBD0F}" type="presParOf" srcId="{661585D3-5C2D-8F4F-873B-11ACBCD3DB1A}" destId="{800DB139-91C2-3346-ABA5-C4A9EDC29AF6}" srcOrd="6" destOrd="0" presId="urn:microsoft.com/office/officeart/2005/8/layout/matrix1#1"/>
    <dgm:cxn modelId="{EE8C7294-603E-A143-B1EE-AF0029D214A3}" type="presParOf" srcId="{661585D3-5C2D-8F4F-873B-11ACBCD3DB1A}" destId="{FD57FB6A-4A94-9541-802C-1D294A41B4FD}" srcOrd="7" destOrd="0" presId="urn:microsoft.com/office/officeart/2005/8/layout/matrix1#1"/>
    <dgm:cxn modelId="{DA5C909D-E79F-524E-B72F-66F07884A85D}" type="presParOf" srcId="{C1A5DC52-DD9A-854F-8DBE-1229F27516AA}" destId="{38C2E5C7-F892-7742-9C18-A11AB2697F02}" srcOrd="1" destOrd="0" presId="urn:microsoft.com/office/officeart/2005/8/layout/matrix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54F46C-866A-4B41-BA59-A58E3F0EE699}">
      <dsp:nvSpPr>
        <dsp:cNvPr id="0" name=""/>
        <dsp:cNvSpPr/>
      </dsp:nvSpPr>
      <dsp:spPr>
        <a:xfrm rot="16200000">
          <a:off x="538566" y="-525515"/>
          <a:ext cx="878467" cy="1935549"/>
        </a:xfrm>
        <a:prstGeom prst="round1Rect">
          <a:avLst/>
        </a:prstGeom>
        <a:solidFill>
          <a:schemeClr val="accent6">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br>
            <a:rPr lang="en-US" altLang="zh-CN" sz="2400" b="1" kern="1200">
              <a:latin typeface="Times New Roman" panose="02020603050405020304" pitchFamily="18" charset="0"/>
              <a:ea typeface="黑体" panose="02010609060101010101" pitchFamily="49" charset="-122"/>
              <a:cs typeface="Times New Roman" panose="02020603050405020304" pitchFamily="18" charset="0"/>
            </a:rPr>
          </a:br>
          <a:r>
            <a:rPr lang="en-US" altLang="zh-CN" sz="2400" b="1" kern="1200">
              <a:latin typeface="Times New Roman" panose="02020603050405020304" pitchFamily="18" charset="0"/>
              <a:ea typeface="黑体" panose="02010609060101010101" pitchFamily="49" charset="-122"/>
              <a:cs typeface="Times New Roman" panose="02020603050405020304" pitchFamily="18" charset="0"/>
            </a:rPr>
            <a:t>Science</a:t>
          </a:r>
          <a:endParaRPr lang="zh-CN" altLang="en-US" sz="2400" b="1" kern="1200">
            <a:latin typeface="Times New Roman" panose="02020603050405020304" pitchFamily="18" charset="0"/>
            <a:ea typeface="黑体" panose="02010609060101010101" pitchFamily="49" charset="-122"/>
            <a:cs typeface="Times New Roman" panose="02020603050405020304" pitchFamily="18" charset="0"/>
          </a:endParaRPr>
        </a:p>
      </dsp:txBody>
      <dsp:txXfrm rot="5400000">
        <a:off x="10026" y="3025"/>
        <a:ext cx="1935549" cy="658850"/>
      </dsp:txXfrm>
    </dsp:sp>
    <dsp:sp modelId="{13F02D65-2F43-C04D-B6E4-4655F11071A1}">
      <dsp:nvSpPr>
        <dsp:cNvPr id="0" name=""/>
        <dsp:cNvSpPr/>
      </dsp:nvSpPr>
      <dsp:spPr>
        <a:xfrm>
          <a:off x="1935529" y="0"/>
          <a:ext cx="1927996" cy="884517"/>
        </a:xfrm>
        <a:prstGeom prst="round1Rect">
          <a:avLst/>
        </a:prstGeom>
        <a:solidFill>
          <a:schemeClr val="accent6">
            <a:alpha val="90000"/>
            <a:hueOff val="0"/>
            <a:satOff val="0"/>
            <a:lumOff val="0"/>
            <a:alphaOff val="-13333"/>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endParaRPr lang="en-US" altLang="zh-CN" sz="1400" b="1" kern="1200">
            <a:latin typeface="Times New Roman" panose="02020603050405020304" pitchFamily="18" charset="0"/>
            <a:ea typeface="黑体" panose="02010609060101010101" pitchFamily="49" charset="-122"/>
            <a:cs typeface="Times New Roman" panose="02020603050405020304" pitchFamily="18" charset="0"/>
          </a:endParaRPr>
        </a:p>
        <a:p>
          <a:pPr marL="0" lvl="0" indent="0" algn="ctr" defTabSz="622300">
            <a:lnSpc>
              <a:spcPct val="90000"/>
            </a:lnSpc>
            <a:spcBef>
              <a:spcPct val="0"/>
            </a:spcBef>
            <a:spcAft>
              <a:spcPct val="35000"/>
            </a:spcAft>
            <a:buNone/>
          </a:pPr>
          <a:r>
            <a:rPr lang="en-US" altLang="zh-CN" sz="2400" b="1" kern="1200">
              <a:latin typeface="Times New Roman" panose="02020603050405020304" pitchFamily="18" charset="0"/>
              <a:ea typeface="黑体" panose="02010609060101010101" pitchFamily="49" charset="-122"/>
              <a:cs typeface="Times New Roman" panose="02020603050405020304" pitchFamily="18" charset="0"/>
            </a:rPr>
            <a:t>Humanity</a:t>
          </a:r>
          <a:endParaRPr lang="zh-CN" altLang="en-US" sz="2400" b="1" kern="1200">
            <a:latin typeface="Times New Roman" panose="02020603050405020304" pitchFamily="18" charset="0"/>
            <a:ea typeface="黑体" panose="02010609060101010101" pitchFamily="49" charset="-122"/>
            <a:cs typeface="Times New Roman" panose="02020603050405020304" pitchFamily="18" charset="0"/>
          </a:endParaRPr>
        </a:p>
      </dsp:txBody>
      <dsp:txXfrm>
        <a:off x="1935529" y="0"/>
        <a:ext cx="1927996" cy="663388"/>
      </dsp:txXfrm>
    </dsp:sp>
    <dsp:sp modelId="{D66DF656-63F8-124A-A08D-9C8266D81974}">
      <dsp:nvSpPr>
        <dsp:cNvPr id="0" name=""/>
        <dsp:cNvSpPr/>
      </dsp:nvSpPr>
      <dsp:spPr>
        <a:xfrm rot="10800000">
          <a:off x="12556" y="884517"/>
          <a:ext cx="1931763" cy="884517"/>
        </a:xfrm>
        <a:prstGeom prst="round1Rect">
          <a:avLst/>
        </a:prstGeom>
        <a:solidFill>
          <a:schemeClr val="accent6">
            <a:alpha val="90000"/>
            <a:hueOff val="0"/>
            <a:satOff val="0"/>
            <a:lumOff val="0"/>
            <a:alphaOff val="-26667"/>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altLang="zh-CN" sz="2400" b="1" kern="1200" spc="-100" baseline="0">
              <a:latin typeface="Times New Roman" panose="02020603050405020304" pitchFamily="18" charset="0"/>
              <a:ea typeface="黑体" panose="02010609060101010101" pitchFamily="49" charset="-122"/>
              <a:cs typeface="Times New Roman" panose="02020603050405020304" pitchFamily="18" charset="0"/>
            </a:rPr>
            <a:t>Technology</a:t>
          </a:r>
          <a:endParaRPr lang="zh-CN" altLang="en-US" sz="2400" b="1" kern="1200" spc="-100" baseline="0">
            <a:latin typeface="Times New Roman" panose="02020603050405020304" pitchFamily="18" charset="0"/>
            <a:ea typeface="黑体" panose="02010609060101010101" pitchFamily="49" charset="-122"/>
            <a:cs typeface="Times New Roman" panose="02020603050405020304" pitchFamily="18" charset="0"/>
          </a:endParaRPr>
        </a:p>
      </dsp:txBody>
      <dsp:txXfrm rot="10800000">
        <a:off x="12556" y="1105646"/>
        <a:ext cx="1931763" cy="663388"/>
      </dsp:txXfrm>
    </dsp:sp>
    <dsp:sp modelId="{800DB139-91C2-3346-ABA5-C4A9EDC29AF6}">
      <dsp:nvSpPr>
        <dsp:cNvPr id="0" name=""/>
        <dsp:cNvSpPr/>
      </dsp:nvSpPr>
      <dsp:spPr>
        <a:xfrm rot="5400000">
          <a:off x="2456332" y="360894"/>
          <a:ext cx="884517" cy="1931763"/>
        </a:xfrm>
        <a:prstGeom prst="round1Rect">
          <a:avLst/>
        </a:prstGeom>
        <a:solidFill>
          <a:schemeClr val="accent6">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100000"/>
            </a:lnSpc>
            <a:spcBef>
              <a:spcPct val="0"/>
            </a:spcBef>
            <a:spcAft>
              <a:spcPct val="35000"/>
            </a:spcAft>
            <a:buNone/>
          </a:pPr>
          <a:r>
            <a:rPr lang="en-US" altLang="zh-CN" sz="2400" b="1" kern="1200">
              <a:latin typeface="Times New Roman" panose="02020603050405020304" pitchFamily="18" charset="0"/>
              <a:ea typeface="黑体" panose="02010609060101010101" pitchFamily="49" charset="-122"/>
              <a:cs typeface="Times New Roman" panose="02020603050405020304" pitchFamily="18" charset="0"/>
            </a:rPr>
            <a:t>Design</a:t>
          </a:r>
          <a:endParaRPr lang="zh-CN" altLang="en-US" sz="2400" b="1" kern="1200">
            <a:latin typeface="Times New Roman" panose="02020603050405020304" pitchFamily="18" charset="0"/>
            <a:ea typeface="黑体" panose="02010609060101010101" pitchFamily="49" charset="-122"/>
            <a:cs typeface="Times New Roman" panose="02020603050405020304" pitchFamily="18" charset="0"/>
          </a:endParaRPr>
        </a:p>
      </dsp:txBody>
      <dsp:txXfrm rot="-5400000">
        <a:off x="1932710" y="1105646"/>
        <a:ext cx="1931763" cy="663388"/>
      </dsp:txXfrm>
    </dsp:sp>
    <dsp:sp modelId="{38C2E5C7-F892-7742-9C18-A11AB2697F02}">
      <dsp:nvSpPr>
        <dsp:cNvPr id="0" name=""/>
        <dsp:cNvSpPr/>
      </dsp:nvSpPr>
      <dsp:spPr>
        <a:xfrm>
          <a:off x="1352234" y="663388"/>
          <a:ext cx="1159057" cy="442258"/>
        </a:xfrm>
        <a:prstGeom prst="roundRect">
          <a:avLst/>
        </a:prstGeom>
        <a:solidFill>
          <a:schemeClr val="accent6">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altLang="zh-CN" sz="2400" b="1" kern="1200">
              <a:solidFill>
                <a:srgbClr val="2FA453"/>
              </a:solidFill>
              <a:latin typeface="Times New Roman" panose="02020603050405020304" pitchFamily="18" charset="0"/>
              <a:ea typeface="黑体" panose="02010609060101010101" pitchFamily="49" charset="-122"/>
              <a:cs typeface="Times New Roman" panose="02020603050405020304" pitchFamily="18" charset="0"/>
            </a:rPr>
            <a:t>UV</a:t>
          </a:r>
          <a:endParaRPr lang="zh-CN" altLang="en-US" sz="2400" b="1" kern="1200">
            <a:solidFill>
              <a:srgbClr val="2FA453"/>
            </a:solidFill>
            <a:latin typeface="Times New Roman" panose="02020603050405020304" pitchFamily="18" charset="0"/>
            <a:ea typeface="黑体" panose="02010609060101010101" pitchFamily="49" charset="-122"/>
            <a:cs typeface="Times New Roman" panose="02020603050405020304" pitchFamily="18" charset="0"/>
          </a:endParaRPr>
        </a:p>
      </dsp:txBody>
      <dsp:txXfrm>
        <a:off x="1373823" y="684977"/>
        <a:ext cx="1115879" cy="399080"/>
      </dsp:txXfrm>
    </dsp:sp>
  </dsp:spTree>
</dsp:drawing>
</file>

<file path=ppt/diagrams/layout1.xml><?xml version="1.0" encoding="utf-8"?>
<dgm:layoutDef xmlns:dgm="http://schemas.openxmlformats.org/drawingml/2006/diagram" xmlns:a="http://schemas.openxmlformats.org/drawingml/2006/main" uniqueId="urn:microsoft.com/office/officeart/2005/8/layout/matrix1#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parTxLTRAlign" val="l"/>
                  <dgm:param type="parTxRTLAlign" val="r"/>
                  <dgm:param type="txAnchorVert" val="t"/>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parTxLTRAlign" val="l"/>
                  <dgm:param type="parTxRTLAlign" val="r"/>
                  <dgm:param type="txAnchorVert" val="t"/>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parTxLTRAlign" val="l"/>
                  <dgm:param type="parTxRTLAlign" val="r"/>
                  <dgm:param type="txAnchorVert" val="t"/>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parTxLTRAlign" val="l"/>
                  <dgm:param type="parTxRTLAlign" val="r"/>
                  <dgm:param type="txAnchorVert" val="t"/>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universalvillage.org/ieee-uv2020/call-for-paper/"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lgn="l"/>
            <a:r>
              <a:rPr lang="zh-CN" altLang="en-US" b="0" i="0">
                <a:solidFill>
                  <a:srgbClr val="0D0D0D"/>
                </a:solidFill>
                <a:effectLst/>
                <a:latin typeface="Söhne"/>
              </a:rPr>
              <a:t>我热烈欢迎所有参加首届国际</a:t>
            </a:r>
            <a:r>
              <a:rPr lang="en-US" altLang="zh-CN" b="0" i="0">
                <a:solidFill>
                  <a:srgbClr val="0D0D0D"/>
                </a:solidFill>
                <a:effectLst/>
                <a:latin typeface="Söhne"/>
              </a:rPr>
              <a:t>Universal Village</a:t>
            </a:r>
            <a:r>
              <a:rPr lang="zh-CN" altLang="en-US" b="0" i="0">
                <a:solidFill>
                  <a:srgbClr val="0D0D0D"/>
                </a:solidFill>
                <a:effectLst/>
                <a:latin typeface="Söhne"/>
              </a:rPr>
              <a:t>大会（</a:t>
            </a:r>
            <a:r>
              <a:rPr lang="en-US" altLang="zh-CN" b="0" i="0">
                <a:solidFill>
                  <a:srgbClr val="0D0D0D"/>
                </a:solidFill>
                <a:effectLst/>
                <a:latin typeface="Söhne"/>
              </a:rPr>
              <a:t>UV2013</a:t>
            </a:r>
            <a:r>
              <a:rPr lang="zh-CN" altLang="en-US" b="0" i="0">
                <a:solidFill>
                  <a:srgbClr val="0D0D0D"/>
                </a:solidFill>
                <a:effectLst/>
                <a:latin typeface="Söhne"/>
              </a:rPr>
              <a:t>）的与会者。我也要向我们的东道主清华大学以及在过去一年里对</a:t>
            </a:r>
            <a:r>
              <a:rPr lang="en-US" altLang="zh-CN" b="0" i="0">
                <a:solidFill>
                  <a:srgbClr val="0D0D0D"/>
                </a:solidFill>
                <a:effectLst/>
                <a:latin typeface="Söhne"/>
              </a:rPr>
              <a:t>UV2013</a:t>
            </a:r>
            <a:r>
              <a:rPr lang="zh-CN" altLang="en-US" b="0" i="0">
                <a:solidFill>
                  <a:srgbClr val="0D0D0D"/>
                </a:solidFill>
                <a:effectLst/>
                <a:latin typeface="Söhne"/>
              </a:rPr>
              <a:t>大会筹备给予支持的所有人表示诚挚的感谢。</a:t>
            </a:r>
          </a:p>
          <a:p>
            <a:pPr algn="l"/>
            <a:r>
              <a:rPr lang="zh-CN" altLang="en-US" b="0" i="0">
                <a:solidFill>
                  <a:srgbClr val="0D0D0D"/>
                </a:solidFill>
                <a:effectLst/>
                <a:latin typeface="Söhne"/>
              </a:rPr>
              <a:t>正如大家所知，人类在现代技术方面取得了巨大的进步。今天，我们很常见到家用物品到基础设施被加上“智能”的字眼，这反映了人们对智能化的渴望。与此同时，大自然一直在忍受着人类社会进化留下的足迹。挑战在于如何实现人与自然的和谐，以便为所有社区成员实现可持续的幸福。</a:t>
            </a:r>
          </a:p>
          <a:p>
            <a:pPr algn="l"/>
            <a:r>
              <a:rPr lang="zh-CN" altLang="en-US" b="0" i="0">
                <a:solidFill>
                  <a:srgbClr val="0D0D0D"/>
                </a:solidFill>
                <a:effectLst/>
                <a:latin typeface="Söhne"/>
              </a:rPr>
              <a:t>“</a:t>
            </a:r>
            <a:r>
              <a:rPr lang="en-US" altLang="zh-CN" b="0" i="0">
                <a:solidFill>
                  <a:srgbClr val="0D0D0D"/>
                </a:solidFill>
                <a:effectLst/>
                <a:latin typeface="Söhne"/>
              </a:rPr>
              <a:t>Universal Village</a:t>
            </a:r>
            <a:r>
              <a:rPr lang="zh-CN" altLang="en-US" b="0" i="0">
                <a:solidFill>
                  <a:srgbClr val="0D0D0D"/>
                </a:solidFill>
                <a:effectLst/>
                <a:latin typeface="Söhne"/>
              </a:rPr>
              <a:t>（</a:t>
            </a:r>
            <a:r>
              <a:rPr lang="en-US" altLang="zh-CN" b="0" i="0">
                <a:solidFill>
                  <a:srgbClr val="0D0D0D"/>
                </a:solidFill>
                <a:effectLst/>
                <a:latin typeface="Söhne"/>
              </a:rPr>
              <a:t>UV</a:t>
            </a:r>
            <a:r>
              <a:rPr lang="zh-CN" altLang="en-US" b="0" i="0">
                <a:solidFill>
                  <a:srgbClr val="0D0D0D"/>
                </a:solidFill>
                <a:effectLst/>
                <a:latin typeface="Söhne"/>
              </a:rPr>
              <a:t>）”的概念被提出作为解决这一挑战的可能方案。</a:t>
            </a:r>
            <a:r>
              <a:rPr lang="en-US" altLang="zh-CN" b="0" i="0">
                <a:solidFill>
                  <a:srgbClr val="0D0D0D"/>
                </a:solidFill>
                <a:effectLst/>
                <a:latin typeface="Söhne"/>
              </a:rPr>
              <a:t>UV</a:t>
            </a:r>
            <a:r>
              <a:rPr lang="zh-CN" altLang="en-US" b="0" i="0">
                <a:solidFill>
                  <a:srgbClr val="0D0D0D"/>
                </a:solidFill>
                <a:effectLst/>
                <a:latin typeface="Söhne"/>
              </a:rPr>
              <a:t>包括以下几个方面：多功能多格式的社区和一个新的生活方式，融合了城市和郊区的理想混合。这一新概念是基于需求的，以人为本和以自然为本的。在这一新范式中，需要一种系统的自上而下的设计方法。现代技术将被智慧地用来满足人类和自然的需求。调查未来发展的不同组成部分之间的整合和动态相互作用，以及子组件对整个系统的动态影响至关重要。在此过程中，将开发关键的智能技术，这些技术可能会为未来的城市化和</a:t>
            </a:r>
            <a:r>
              <a:rPr lang="en-US" altLang="zh-CN" b="0" i="0">
                <a:solidFill>
                  <a:srgbClr val="0D0D0D"/>
                </a:solidFill>
                <a:effectLst/>
                <a:latin typeface="Söhne"/>
              </a:rPr>
              <a:t>UV</a:t>
            </a:r>
            <a:r>
              <a:rPr lang="zh-CN" altLang="en-US" b="0" i="0">
                <a:solidFill>
                  <a:srgbClr val="0D0D0D"/>
                </a:solidFill>
                <a:effectLst/>
                <a:latin typeface="Söhne"/>
              </a:rPr>
              <a:t>的发展带来真正的智能。</a:t>
            </a:r>
          </a:p>
          <a:p>
            <a:pPr algn="l"/>
            <a:r>
              <a:rPr lang="zh-CN" altLang="en-US" b="0" i="0">
                <a:solidFill>
                  <a:srgbClr val="0D0D0D"/>
                </a:solidFill>
                <a:effectLst/>
                <a:latin typeface="Söhne"/>
              </a:rPr>
              <a:t>此次大会汇集了不同领域的专家。通过大会，通过专家之间的互动，可能会诞生</a:t>
            </a:r>
            <a:r>
              <a:rPr lang="en-US" altLang="zh-CN" b="0" i="0">
                <a:solidFill>
                  <a:srgbClr val="0D0D0D"/>
                </a:solidFill>
                <a:effectLst/>
                <a:latin typeface="Söhne"/>
              </a:rPr>
              <a:t>UV</a:t>
            </a:r>
            <a:r>
              <a:rPr lang="zh-CN" altLang="en-US" b="0" i="0">
                <a:solidFill>
                  <a:srgbClr val="0D0D0D"/>
                </a:solidFill>
                <a:effectLst/>
                <a:latin typeface="Söhne"/>
              </a:rPr>
              <a:t>的新想法。我希望每个人都能享受</a:t>
            </a:r>
            <a:r>
              <a:rPr lang="en-US" altLang="zh-CN" b="0" i="0">
                <a:solidFill>
                  <a:srgbClr val="0D0D0D"/>
                </a:solidFill>
                <a:effectLst/>
                <a:latin typeface="Söhne"/>
              </a:rPr>
              <a:t>UV2013</a:t>
            </a:r>
            <a:r>
              <a:rPr lang="zh-CN" altLang="en-US" b="0" i="0">
                <a:solidFill>
                  <a:srgbClr val="0D0D0D"/>
                </a:solidFill>
                <a:effectLst/>
                <a:latin typeface="Söhne"/>
              </a:rPr>
              <a:t>，并在中国北京度过美好时光。</a:t>
            </a:r>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3496B8C2-0409-4EC4-BDDD-3371098141D1}" type="slidenum">
              <a:rPr lang="en-US" altLang="zh-CN">
                <a:latin typeface="Arial" panose="020B0604020202020204" pitchFamily="34" charset="0"/>
              </a:rPr>
              <a:t>4</a:t>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D2D0D905-7904-415D-84E7-2E3513C175C8}" type="slidenum">
              <a:rPr lang="en-US" smtClean="0"/>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D0D905-7904-415D-84E7-2E3513C175C8}" type="slidenum">
              <a:rPr lang="en-US" smtClean="0"/>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6CEA7-FC8C-92E2-E2C9-128ACA136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B1A8B-E9A3-6889-944A-538ECE8B3A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947F98-1D38-2E2A-9303-C2064D3A05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F6964C-5C5F-97A5-C062-F793E6DFC78E}"/>
              </a:ext>
            </a:extLst>
          </p:cNvPr>
          <p:cNvSpPr>
            <a:spLocks noGrp="1"/>
          </p:cNvSpPr>
          <p:nvPr>
            <p:ph type="sldNum" sz="quarter" idx="10"/>
          </p:nvPr>
        </p:nvSpPr>
        <p:spPr/>
        <p:txBody>
          <a:bodyPr/>
          <a:lstStyle/>
          <a:p>
            <a:fld id="{D2D0D905-7904-415D-84E7-2E3513C175C8}" type="slidenum">
              <a:rPr lang="en-US" smtClean="0"/>
              <a:t>11</a:t>
            </a:fld>
            <a:endParaRPr lang="en-US"/>
          </a:p>
        </p:txBody>
      </p:sp>
    </p:spTree>
    <p:extLst>
      <p:ext uri="{BB962C8B-B14F-4D97-AF65-F5344CB8AC3E}">
        <p14:creationId xmlns:p14="http://schemas.microsoft.com/office/powerpoint/2010/main" val="932401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D0D905-7904-415D-84E7-2E3513C175C8}" type="slidenum">
              <a:rPr lang="en-US" smtClean="0"/>
              <a:t>12</a:t>
            </a:fld>
            <a:endParaRPr lang="en-US"/>
          </a:p>
        </p:txBody>
      </p:sp>
    </p:spTree>
    <p:extLst>
      <p:ext uri="{BB962C8B-B14F-4D97-AF65-F5344CB8AC3E}">
        <p14:creationId xmlns:p14="http://schemas.microsoft.com/office/powerpoint/2010/main" val="2555426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D0D905-7904-415D-84E7-2E3513C175C8}" type="slidenum">
              <a:rPr lang="en-US" smtClean="0"/>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D0D905-7904-415D-84E7-2E3513C175C8}" type="slidenum">
              <a:rPr lang="en-US" smtClean="0"/>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D0D905-7904-415D-84E7-2E3513C175C8}" type="slidenum">
              <a:rPr lang="en-US" smtClean="0"/>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D0D905-7904-415D-84E7-2E3513C175C8}" type="slidenum">
              <a:rPr lang="en-US" smtClean="0"/>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D0D905-7904-415D-84E7-2E3513C175C8}" type="slidenum">
              <a:rPr lang="en-US" smtClean="0"/>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BF340-648C-B488-EF23-1BED414432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88C52-2C9B-FD22-4826-4F00BCCE6A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B465E9-1950-5D98-6035-415AB92117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8AD79D-F5C4-0556-6FC9-D9229F33423B}"/>
              </a:ext>
            </a:extLst>
          </p:cNvPr>
          <p:cNvSpPr>
            <a:spLocks noGrp="1"/>
          </p:cNvSpPr>
          <p:nvPr>
            <p:ph type="sldNum" sz="quarter" idx="5"/>
          </p:nvPr>
        </p:nvSpPr>
        <p:spPr/>
        <p:txBody>
          <a:bodyPr/>
          <a:lstStyle/>
          <a:p>
            <a:fld id="{D2D0D905-7904-415D-84E7-2E3513C175C8}" type="slidenum">
              <a:rPr lang="en-US" smtClean="0"/>
              <a:t>18</a:t>
            </a:fld>
            <a:endParaRPr lang="en-US"/>
          </a:p>
        </p:txBody>
      </p:sp>
    </p:spTree>
    <p:extLst>
      <p:ext uri="{BB962C8B-B14F-4D97-AF65-F5344CB8AC3E}">
        <p14:creationId xmlns:p14="http://schemas.microsoft.com/office/powerpoint/2010/main" val="4279429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D0D905-7904-415D-84E7-2E3513C175C8}" type="slidenum">
              <a:rPr lang="en-US" smtClean="0"/>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D0D905-7904-415D-84E7-2E3513C175C8}" type="slidenum">
              <a:rPr lang="en-US" smtClean="0"/>
              <a:t>20</a:t>
            </a:fld>
            <a:endParaRPr lang="en-US"/>
          </a:p>
        </p:txBody>
      </p:sp>
    </p:spTree>
    <p:extLst>
      <p:ext uri="{BB962C8B-B14F-4D97-AF65-F5344CB8AC3E}">
        <p14:creationId xmlns:p14="http://schemas.microsoft.com/office/powerpoint/2010/main" val="3130117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7391E-2EF1-C2C7-0EA8-0AC4C9FF5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62FB8-EC36-5AF6-8B5D-B09A91D30AC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0979485-FA32-D087-D762-B2DBE989127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F13ABC-9A42-0AFC-C07F-BAB11D38B908}"/>
              </a:ext>
            </a:extLst>
          </p:cNvPr>
          <p:cNvSpPr>
            <a:spLocks noGrp="1"/>
          </p:cNvSpPr>
          <p:nvPr>
            <p:ph type="sldNum" sz="quarter" idx="5"/>
          </p:nvPr>
        </p:nvSpPr>
        <p:spPr/>
        <p:txBody>
          <a:bodyPr/>
          <a:lstStyle/>
          <a:p>
            <a:fld id="{D2D0D905-7904-415D-84E7-2E3513C175C8}" type="slidenum">
              <a:rPr lang="en-US" smtClean="0"/>
              <a:t>21</a:t>
            </a:fld>
            <a:endParaRPr lang="en-US"/>
          </a:p>
        </p:txBody>
      </p:sp>
    </p:spTree>
    <p:extLst>
      <p:ext uri="{BB962C8B-B14F-4D97-AF65-F5344CB8AC3E}">
        <p14:creationId xmlns:p14="http://schemas.microsoft.com/office/powerpoint/2010/main" val="2709785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Category IX. Human-Centered Social Innovations to promote diversity, inclusiveness, fairness, and the preservation of cultural heritage</a:t>
            </a:r>
            <a:br>
              <a:rPr lang="en-US"/>
            </a:br>
            <a:endParaRPr/>
          </a:p>
        </p:txBody>
      </p:sp>
      <p:sp>
        <p:nvSpPr>
          <p:cNvPr id="307" name="Google Shape;30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August 1               Finalize comprehensive profiles for invited-speakers.</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sym typeface="Garamond" panose="02020404030301010803"/>
              </a:rPr>
              <a:t>September 1         Conclude the peer-review process </a:t>
            </a:r>
            <a:r>
              <a:rPr lang="en-US" sz="1200" b="0" dirty="0">
                <a:solidFill>
                  <a:srgbClr val="006666"/>
                </a:solidFill>
                <a:sym typeface="Garamond" panose="02020404030301010803"/>
              </a:rPr>
              <a:t>for all manuscripts submitted by the Aug. 31, 2026, deadline</a:t>
            </a:r>
            <a:r>
              <a:rPr lang="en-US" sz="1200" dirty="0">
                <a:solidFill>
                  <a:srgbClr val="006666"/>
                </a:solidFill>
                <a:sym typeface="Garamond" panose="02020404030301010803"/>
              </a:rPr>
              <a:t>. </a:t>
            </a:r>
          </a:p>
          <a:p>
            <a:pPr>
              <a:spcBef>
                <a:spcPts val="0"/>
              </a:spcBef>
              <a:spcAft>
                <a:spcPts val="400"/>
              </a:spcAft>
              <a:buClr>
                <a:srgbClr val="006666"/>
              </a:buClr>
              <a:buSzPct val="113000"/>
            </a:pPr>
            <a:r>
              <a:rPr lang="en-US" sz="1200" b="0" dirty="0">
                <a:solidFill>
                  <a:srgbClr val="006666"/>
                </a:solidFill>
                <a:sym typeface="Garamond" panose="02020404030301010803"/>
              </a:rPr>
              <a:t>	    Issue official notifications of acceptance to authors. </a:t>
            </a:r>
            <a:br>
              <a:rPr lang="en-US" sz="1200" b="0" dirty="0">
                <a:solidFill>
                  <a:srgbClr val="006666"/>
                </a:solidFill>
                <a:sym typeface="Garamond" panose="02020404030301010803"/>
              </a:rPr>
            </a:br>
            <a:r>
              <a:rPr lang="en-US" sz="1200" b="0" dirty="0">
                <a:solidFill>
                  <a:srgbClr val="006666"/>
                </a:solidFill>
                <a:sym typeface="Garamond" panose="02020404030301010803"/>
              </a:rPr>
              <a:t>                    Distribute technical specifications and detailed instructions for the preparation of camera-ready manuscripts</a:t>
            </a:r>
            <a:br>
              <a:rPr lang="en-US" sz="1200" b="0" dirty="0">
                <a:solidFill>
                  <a:srgbClr val="006666"/>
                </a:solidFill>
                <a:sym typeface="Garamond" panose="02020404030301010803"/>
              </a:rPr>
            </a:br>
            <a:r>
              <a:rPr lang="en-US" sz="1200" b="0" dirty="0">
                <a:solidFill>
                  <a:srgbClr val="006666"/>
                </a:solidFill>
                <a:sym typeface="Garamond" panose="02020404030301010803"/>
              </a:rPr>
              <a:t>                    Issue formal registration reminders to all prospective attendees and authors. </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September 5         Submit the proposed session agendas </a:t>
            </a:r>
            <a:r>
              <a:rPr lang="en-US" sz="1200" b="0" dirty="0">
                <a:solidFill>
                  <a:srgbClr val="006666"/>
                </a:solidFill>
              </a:rPr>
              <a:t>to the Program Chairs for review</a:t>
            </a:r>
            <a:r>
              <a:rPr lang="en-US" sz="1200" dirty="0">
                <a:solidFill>
                  <a:srgbClr val="006666"/>
                </a:solidFill>
              </a:rPr>
              <a:t>: </a:t>
            </a:r>
          </a:p>
          <a:p>
            <a:pPr>
              <a:spcBef>
                <a:spcPts val="0"/>
              </a:spcBef>
              <a:spcAft>
                <a:spcPts val="400"/>
              </a:spcAft>
              <a:buClr>
                <a:srgbClr val="006666"/>
              </a:buClr>
              <a:buSzPct val="113000"/>
            </a:pPr>
            <a:r>
              <a:rPr lang="en-US" sz="1200" dirty="0">
                <a:solidFill>
                  <a:srgbClr val="006666"/>
                </a:solidFill>
              </a:rPr>
              <a:t>	    </a:t>
            </a:r>
            <a:r>
              <a:rPr lang="en-US" sz="1200" b="0" dirty="0">
                <a:solidFill>
                  <a:srgbClr val="006666"/>
                </a:solidFill>
              </a:rPr>
              <a:t>Preferred scheduling (date and time), speaker sequences, individual presentation durations, total session lengths </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sym typeface="Garamond" panose="02020404030301010803"/>
              </a:rPr>
              <a:t>September </a:t>
            </a:r>
            <a:r>
              <a:rPr lang="en-US" sz="1200" dirty="0">
                <a:solidFill>
                  <a:srgbClr val="006666"/>
                </a:solidFill>
              </a:rPr>
              <a:t>15</a:t>
            </a:r>
            <a:r>
              <a:rPr lang="en-US" sz="1200" dirty="0">
                <a:solidFill>
                  <a:srgbClr val="006666"/>
                </a:solidFill>
                <a:sym typeface="Garamond" panose="02020404030301010803"/>
              </a:rPr>
              <a:t>       Conclude the peer-review process for late submissions (Round 1). </a:t>
            </a:r>
          </a:p>
          <a:p>
            <a:pPr>
              <a:spcBef>
                <a:spcPts val="0"/>
              </a:spcBef>
              <a:spcAft>
                <a:spcPts val="400"/>
              </a:spcAft>
              <a:buClr>
                <a:srgbClr val="006666"/>
              </a:buClr>
              <a:buSzPct val="113000"/>
            </a:pPr>
            <a:r>
              <a:rPr lang="en-US" sz="1200" dirty="0">
                <a:solidFill>
                  <a:srgbClr val="006666"/>
                </a:solidFill>
              </a:rPr>
              <a:t>		    Review </a:t>
            </a:r>
            <a:r>
              <a:rPr lang="en-US" sz="1200" b="0" dirty="0">
                <a:solidFill>
                  <a:srgbClr val="006666"/>
                </a:solidFill>
              </a:rPr>
              <a:t>final program arrangements and </a:t>
            </a:r>
            <a:r>
              <a:rPr lang="en-US" sz="1200" dirty="0">
                <a:solidFill>
                  <a:srgbClr val="006666"/>
                </a:solidFill>
              </a:rPr>
              <a:t>update </a:t>
            </a:r>
            <a:r>
              <a:rPr lang="en-US" sz="1200" b="0" dirty="0">
                <a:solidFill>
                  <a:srgbClr val="006666"/>
                </a:solidFill>
              </a:rPr>
              <a:t>session agendas, speaker titles and abstracts</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October 1 </a:t>
            </a:r>
            <a:r>
              <a:rPr lang="en-US" sz="1200" dirty="0">
                <a:solidFill>
                  <a:schemeClr val="accent4">
                    <a:lumMod val="75000"/>
                  </a:schemeClr>
                </a:solidFill>
              </a:rPr>
              <a:t>	    </a:t>
            </a:r>
            <a:r>
              <a:rPr lang="en-US" sz="1200" dirty="0">
                <a:solidFill>
                  <a:srgbClr val="006666"/>
                </a:solidFill>
                <a:sym typeface="Garamond" panose="02020404030301010803"/>
              </a:rPr>
              <a:t>Conclude the peer-review process for late submissions  (Round 2) .  </a:t>
            </a:r>
            <a:br>
              <a:rPr lang="en-US" sz="1200" dirty="0">
                <a:solidFill>
                  <a:srgbClr val="006666"/>
                </a:solidFill>
                <a:sym typeface="Garamond" panose="02020404030301010803"/>
              </a:rPr>
            </a:br>
            <a:r>
              <a:rPr lang="en-US" sz="1200" dirty="0">
                <a:solidFill>
                  <a:srgbClr val="006666"/>
                </a:solidFill>
                <a:sym typeface="Garamond" panose="02020404030301010803"/>
              </a:rPr>
              <a:t>		    </a:t>
            </a:r>
            <a:r>
              <a:rPr lang="en-US" sz="1200" dirty="0">
                <a:solidFill>
                  <a:srgbClr val="006666"/>
                </a:solidFill>
              </a:rPr>
              <a:t>Review and update </a:t>
            </a:r>
            <a:r>
              <a:rPr lang="en-US" sz="1200" b="0" dirty="0">
                <a:solidFill>
                  <a:srgbClr val="006666"/>
                </a:solidFill>
              </a:rPr>
              <a:t>the official conference </a:t>
            </a:r>
            <a:r>
              <a:rPr lang="en-US" sz="1200" dirty="0">
                <a:solidFill>
                  <a:srgbClr val="006666"/>
                </a:solidFill>
              </a:rPr>
              <a:t>program book.</a:t>
            </a:r>
            <a:endParaRPr lang="en-US" sz="1200" dirty="0">
              <a:solidFill>
                <a:schemeClr val="accent4">
                  <a:lumMod val="75000"/>
                </a:schemeClr>
              </a:solidFill>
            </a:endParaRP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chemeClr val="accent4">
                    <a:lumMod val="75000"/>
                  </a:schemeClr>
                </a:solidFill>
              </a:rPr>
              <a:t>October 7 	    Compile </a:t>
            </a:r>
            <a:r>
              <a:rPr lang="en-US" sz="1200" b="0" dirty="0">
                <a:solidFill>
                  <a:schemeClr val="accent4">
                    <a:lumMod val="75000"/>
                  </a:schemeClr>
                </a:solidFill>
              </a:rPr>
              <a:t>and</a:t>
            </a:r>
            <a:r>
              <a:rPr lang="en-US" sz="1200" dirty="0">
                <a:solidFill>
                  <a:schemeClr val="accent4">
                    <a:lumMod val="75000"/>
                  </a:schemeClr>
                </a:solidFill>
              </a:rPr>
              <a:t> submit </a:t>
            </a:r>
            <a:r>
              <a:rPr lang="en-US" sz="1200" b="0" dirty="0">
                <a:solidFill>
                  <a:schemeClr val="accent4">
                    <a:lumMod val="75000"/>
                  </a:schemeClr>
                </a:solidFill>
              </a:rPr>
              <a:t>the session </a:t>
            </a:r>
            <a:r>
              <a:rPr lang="en-US" sz="1200" dirty="0">
                <a:solidFill>
                  <a:schemeClr val="accent4">
                    <a:lumMod val="75000"/>
                  </a:schemeClr>
                </a:solidFill>
              </a:rPr>
              <a:t>conference proceedings. </a:t>
            </a:r>
          </a:p>
          <a:p>
            <a:pPr marL="342900"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sym typeface="Garamond" panose="02020404030301010803"/>
              </a:rPr>
              <a:t>October </a:t>
            </a:r>
            <a:r>
              <a:rPr lang="en-US" sz="1200" dirty="0">
                <a:solidFill>
                  <a:srgbClr val="006666"/>
                </a:solidFill>
              </a:rPr>
              <a:t>10-11</a:t>
            </a:r>
            <a:r>
              <a:rPr lang="en-US" sz="1200" dirty="0">
                <a:solidFill>
                  <a:srgbClr val="006666"/>
                </a:solidFill>
                <a:sym typeface="Garamond" panose="02020404030301010803"/>
              </a:rPr>
              <a:t>      Conduct technical connectivity tests with speakers and collect backup video presentations.</a:t>
            </a:r>
          </a:p>
          <a:p>
            <a:pPr marL="342900"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sym typeface="Garamond" panose="02020404030301010803"/>
              </a:rPr>
              <a:t>November 1          Collect final camera-ready manuscripts from invited speakers and general authors</a:t>
            </a:r>
          </a:p>
          <a:p>
            <a:pPr marL="342900"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sym typeface="Garamond" panose="02020404030301010803"/>
              </a:rPr>
              <a:t>November </a:t>
            </a:r>
            <a:r>
              <a:rPr lang="en-US" sz="1200" dirty="0">
                <a:solidFill>
                  <a:srgbClr val="006666"/>
                </a:solidFill>
              </a:rPr>
              <a:t>8          Submit updated session documentation and folders to the Program Chairs.</a:t>
            </a:r>
          </a:p>
          <a:p>
            <a:pPr lvl="0">
              <a:spcBef>
                <a:spcPts val="0"/>
              </a:spcBef>
              <a:buNone/>
            </a:pPr>
            <a:endParaRPr dirty="0"/>
          </a:p>
        </p:txBody>
      </p:sp>
      <p:sp>
        <p:nvSpPr>
          <p:cNvPr id="177" name="Shape 1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7970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B6AD9913-8202-E721-56AF-BC994F3DEF3A}"/>
            </a:ext>
          </a:extLst>
        </p:cNvPr>
        <p:cNvGrpSpPr/>
        <p:nvPr/>
      </p:nvGrpSpPr>
      <p:grpSpPr>
        <a:xfrm>
          <a:off x="0" y="0"/>
          <a:ext cx="0" cy="0"/>
          <a:chOff x="0" y="0"/>
          <a:chExt cx="0" cy="0"/>
        </a:xfrm>
      </p:grpSpPr>
      <p:sp>
        <p:nvSpPr>
          <p:cNvPr id="176" name="Shape 176">
            <a:extLst>
              <a:ext uri="{FF2B5EF4-FFF2-40B4-BE49-F238E27FC236}">
                <a16:creationId xmlns:a16="http://schemas.microsoft.com/office/drawing/2014/main" id="{01C17F84-984C-AFCD-183F-3EA161791250}"/>
              </a:ext>
            </a:extLst>
          </p:cNvPr>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September 5         Collect formal session program proposals </a:t>
            </a:r>
            <a:r>
              <a:rPr lang="en-US" sz="1200" b="0" dirty="0">
                <a:solidFill>
                  <a:srgbClr val="006666"/>
                </a:solidFill>
              </a:rPr>
              <a:t>from all Session Chairs</a:t>
            </a:r>
            <a:r>
              <a:rPr lang="en-US" sz="1200" dirty="0">
                <a:solidFill>
                  <a:srgbClr val="006666"/>
                </a:solidFill>
              </a:rPr>
              <a:t>.</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September 15       Synthesize </a:t>
            </a:r>
            <a:r>
              <a:rPr lang="en-US" sz="1200" b="0" dirty="0">
                <a:solidFill>
                  <a:srgbClr val="006666"/>
                </a:solidFill>
              </a:rPr>
              <a:t>the</a:t>
            </a:r>
            <a:r>
              <a:rPr lang="en-US" sz="1200" dirty="0">
                <a:solidFill>
                  <a:srgbClr val="006666"/>
                </a:solidFill>
              </a:rPr>
              <a:t> conference agenda </a:t>
            </a:r>
            <a:r>
              <a:rPr lang="en-US" sz="1200" b="0" dirty="0">
                <a:solidFill>
                  <a:srgbClr val="006666"/>
                </a:solidFill>
              </a:rPr>
              <a:t>and</a:t>
            </a:r>
            <a:r>
              <a:rPr lang="en-US" sz="1200" dirty="0">
                <a:solidFill>
                  <a:srgbClr val="006666"/>
                </a:solidFill>
              </a:rPr>
              <a:t> program arrangements; </a:t>
            </a:r>
            <a:br>
              <a:rPr lang="en-US" sz="1200" dirty="0">
                <a:solidFill>
                  <a:srgbClr val="006666"/>
                </a:solidFill>
              </a:rPr>
            </a:br>
            <a:r>
              <a:rPr lang="en-US" sz="1200" dirty="0">
                <a:solidFill>
                  <a:srgbClr val="006666"/>
                </a:solidFill>
              </a:rPr>
              <a:t>		    </a:t>
            </a:r>
            <a:r>
              <a:rPr lang="en-US" sz="1200" b="0" dirty="0">
                <a:solidFill>
                  <a:srgbClr val="006666"/>
                </a:solidFill>
              </a:rPr>
              <a:t>finalize confirmation with all Session Chairs</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September 25       Commence </a:t>
            </a:r>
            <a:r>
              <a:rPr lang="en-US" sz="1200" b="0" dirty="0">
                <a:solidFill>
                  <a:srgbClr val="006666"/>
                </a:solidFill>
              </a:rPr>
              <a:t>compilation </a:t>
            </a:r>
            <a:r>
              <a:rPr lang="en-US" sz="1200" dirty="0">
                <a:solidFill>
                  <a:srgbClr val="006666"/>
                </a:solidFill>
              </a:rPr>
              <a:t>Conference Program Book.</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October 1             Update </a:t>
            </a:r>
            <a:r>
              <a:rPr lang="en-US" sz="1200" b="0" dirty="0">
                <a:solidFill>
                  <a:srgbClr val="006666"/>
                </a:solidFill>
              </a:rPr>
              <a:t>and Digitally</a:t>
            </a:r>
            <a:r>
              <a:rPr lang="en-US" sz="1200" dirty="0">
                <a:solidFill>
                  <a:srgbClr val="006666"/>
                </a:solidFill>
              </a:rPr>
              <a:t> publish </a:t>
            </a:r>
            <a:r>
              <a:rPr lang="en-US" sz="1200" b="0" dirty="0">
                <a:solidFill>
                  <a:srgbClr val="006666"/>
                </a:solidFill>
              </a:rPr>
              <a:t>the</a:t>
            </a:r>
            <a:r>
              <a:rPr lang="en-US" sz="1200" dirty="0">
                <a:solidFill>
                  <a:srgbClr val="006666"/>
                </a:solidFill>
              </a:rPr>
              <a:t> Conference</a:t>
            </a:r>
            <a:r>
              <a:rPr lang="en-US" sz="1200" b="0" dirty="0">
                <a:solidFill>
                  <a:srgbClr val="006666"/>
                </a:solidFill>
              </a:rPr>
              <a:t> </a:t>
            </a:r>
            <a:r>
              <a:rPr lang="en-US" sz="1200" dirty="0">
                <a:solidFill>
                  <a:srgbClr val="006666"/>
                </a:solidFill>
              </a:rPr>
              <a:t>Program Book </a:t>
            </a:r>
            <a:r>
              <a:rPr lang="en-US" sz="1200" b="0" dirty="0">
                <a:solidFill>
                  <a:srgbClr val="006666"/>
                </a:solidFill>
              </a:rPr>
              <a:t>on the official website</a:t>
            </a:r>
            <a:r>
              <a:rPr lang="en-US" sz="1200" dirty="0">
                <a:solidFill>
                  <a:srgbClr val="006666"/>
                </a:solidFill>
              </a:rPr>
              <a:t>.</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October 7             </a:t>
            </a:r>
            <a:r>
              <a:rPr lang="en-US" sz="1200" dirty="0">
                <a:solidFill>
                  <a:srgbClr val="006666"/>
                </a:solidFill>
                <a:highlight>
                  <a:srgbClr val="FFFF00"/>
                </a:highlight>
              </a:rPr>
              <a:t>Compile </a:t>
            </a:r>
            <a:r>
              <a:rPr lang="en-US" sz="1200" b="0" dirty="0">
                <a:solidFill>
                  <a:srgbClr val="006666"/>
                </a:solidFill>
                <a:highlight>
                  <a:srgbClr val="FFFF00"/>
                </a:highlight>
              </a:rPr>
              <a:t>the instruction for online meeting and notify all presenters and attendees. </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chemeClr val="accent4">
                    <a:lumMod val="75000"/>
                  </a:schemeClr>
                </a:solidFill>
                <a:highlight>
                  <a:srgbClr val="FFFF00"/>
                </a:highlight>
              </a:rPr>
              <a:t>October 10</a:t>
            </a:r>
            <a:r>
              <a:rPr lang="en-US" sz="1200" b="0" dirty="0">
                <a:solidFill>
                  <a:schemeClr val="accent4">
                    <a:lumMod val="75000"/>
                  </a:schemeClr>
                </a:solidFill>
                <a:highlight>
                  <a:srgbClr val="FFFF00"/>
                </a:highlight>
              </a:rPr>
              <a:t> 	    Compile the preliminary Conference Proceedings and </a:t>
            </a:r>
            <a:br>
              <a:rPr lang="en-US" sz="1200" b="0" dirty="0">
                <a:solidFill>
                  <a:schemeClr val="accent4">
                    <a:lumMod val="75000"/>
                  </a:schemeClr>
                </a:solidFill>
                <a:highlight>
                  <a:srgbClr val="FFFF00"/>
                </a:highlight>
              </a:rPr>
            </a:br>
            <a:r>
              <a:rPr lang="en-US" sz="1200" b="0" dirty="0">
                <a:solidFill>
                  <a:schemeClr val="accent4">
                    <a:lumMod val="75000"/>
                  </a:schemeClr>
                </a:solidFill>
                <a:highlight>
                  <a:srgbClr val="FFFF00"/>
                </a:highlight>
              </a:rPr>
              <a:t>		    generate secure download access for registered participants.</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highlight>
                  <a:srgbClr val="FFFF00"/>
                </a:highlight>
                <a:sym typeface="Garamond" panose="02020404030301010803"/>
              </a:rPr>
              <a:t>October </a:t>
            </a:r>
            <a:r>
              <a:rPr lang="en-US" sz="1200" dirty="0">
                <a:solidFill>
                  <a:srgbClr val="006666"/>
                </a:solidFill>
                <a:highlight>
                  <a:srgbClr val="FFFF00"/>
                </a:highlight>
              </a:rPr>
              <a:t>10-11</a:t>
            </a:r>
            <a:r>
              <a:rPr lang="en-US" sz="1200" dirty="0">
                <a:solidFill>
                  <a:srgbClr val="006666"/>
                </a:solidFill>
                <a:highlight>
                  <a:srgbClr val="FFFF00"/>
                </a:highlight>
                <a:sym typeface="Garamond" panose="02020404030301010803"/>
              </a:rPr>
              <a:t>      Conduct technical connectivity tests with keynote speakers and collect backup video presentations.</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October 17           Official commencement of IEEE UV2026.</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November 10        Finalize </a:t>
            </a:r>
            <a:r>
              <a:rPr lang="en-US" sz="1200" b="0" dirty="0">
                <a:solidFill>
                  <a:srgbClr val="006666"/>
                </a:solidFill>
              </a:rPr>
              <a:t>the definitive versions of the </a:t>
            </a:r>
            <a:r>
              <a:rPr lang="en-US" sz="1200" dirty="0">
                <a:solidFill>
                  <a:srgbClr val="006666"/>
                </a:solidFill>
              </a:rPr>
              <a:t>Program Book </a:t>
            </a:r>
            <a:r>
              <a:rPr lang="en-US" sz="1200" b="0" dirty="0">
                <a:solidFill>
                  <a:srgbClr val="006666"/>
                </a:solidFill>
              </a:rPr>
              <a:t>and</a:t>
            </a:r>
            <a:r>
              <a:rPr lang="en-US" sz="1200" dirty="0">
                <a:solidFill>
                  <a:srgbClr val="006666"/>
                </a:solidFill>
              </a:rPr>
              <a:t> Conference Proceedings,</a:t>
            </a:r>
          </a:p>
          <a:p>
            <a:pPr>
              <a:spcBef>
                <a:spcPts val="0"/>
              </a:spcBef>
              <a:spcAft>
                <a:spcPts val="400"/>
              </a:spcAft>
              <a:buClr>
                <a:srgbClr val="006666"/>
              </a:buClr>
              <a:buSzPct val="113000"/>
            </a:pPr>
            <a:r>
              <a:rPr lang="en-US" sz="1200" dirty="0">
                <a:solidFill>
                  <a:srgbClr val="006666"/>
                </a:solidFill>
              </a:rPr>
              <a:t>		    </a:t>
            </a:r>
            <a:r>
              <a:rPr lang="en-US" sz="1200" b="0" dirty="0">
                <a:solidFill>
                  <a:srgbClr val="006666"/>
                </a:solidFill>
              </a:rPr>
              <a:t>incorporate any </a:t>
            </a:r>
            <a:r>
              <a:rPr lang="en-US" sz="1200" dirty="0">
                <a:solidFill>
                  <a:srgbClr val="006666"/>
                </a:solidFill>
              </a:rPr>
              <a:t>post-event updates</a:t>
            </a:r>
          </a:p>
          <a:p>
            <a:pPr marL="56734" indent="-342900">
              <a:spcBef>
                <a:spcPts val="0"/>
              </a:spcBef>
              <a:spcAft>
                <a:spcPts val="400"/>
              </a:spcAft>
              <a:buClr>
                <a:srgbClr val="006666"/>
              </a:buClr>
              <a:buSzPct val="113000"/>
              <a:buFont typeface="Wingdings" panose="05000000000000000000" pitchFamily="2" charset="2"/>
              <a:buChar char="q"/>
            </a:pPr>
            <a:r>
              <a:rPr lang="en-US" sz="1200" dirty="0">
                <a:solidFill>
                  <a:srgbClr val="006666"/>
                </a:solidFill>
              </a:rPr>
              <a:t>November 17        Submit </a:t>
            </a:r>
            <a:r>
              <a:rPr lang="en-US" sz="1200" b="0" dirty="0">
                <a:solidFill>
                  <a:srgbClr val="006666"/>
                </a:solidFill>
              </a:rPr>
              <a:t>the final </a:t>
            </a:r>
            <a:r>
              <a:rPr lang="en-US" sz="1200" dirty="0">
                <a:solidFill>
                  <a:srgbClr val="006666"/>
                </a:solidFill>
              </a:rPr>
              <a:t>Program Book </a:t>
            </a:r>
            <a:r>
              <a:rPr lang="en-US" sz="1200" b="0" dirty="0">
                <a:solidFill>
                  <a:srgbClr val="006666"/>
                </a:solidFill>
              </a:rPr>
              <a:t>and</a:t>
            </a:r>
            <a:r>
              <a:rPr lang="en-US" sz="1200" dirty="0">
                <a:solidFill>
                  <a:srgbClr val="006666"/>
                </a:solidFill>
              </a:rPr>
              <a:t> Conference Proceedings to IEEE </a:t>
            </a:r>
            <a:br>
              <a:rPr lang="en-US" sz="1200" dirty="0">
                <a:solidFill>
                  <a:srgbClr val="006666"/>
                </a:solidFill>
              </a:rPr>
            </a:br>
            <a:r>
              <a:rPr lang="en-US" sz="1200" dirty="0">
                <a:solidFill>
                  <a:srgbClr val="006666"/>
                </a:solidFill>
              </a:rPr>
              <a:t>		    </a:t>
            </a:r>
            <a:r>
              <a:rPr lang="en-US" sz="1200" b="0" dirty="0">
                <a:solidFill>
                  <a:srgbClr val="006666"/>
                </a:solidFill>
              </a:rPr>
              <a:t>for archival and inclusion in digital libraries.</a:t>
            </a:r>
          </a:p>
        </p:txBody>
      </p:sp>
      <p:sp>
        <p:nvSpPr>
          <p:cNvPr id="177" name="Shape 177">
            <a:extLst>
              <a:ext uri="{FF2B5EF4-FFF2-40B4-BE49-F238E27FC236}">
                <a16:creationId xmlns:a16="http://schemas.microsoft.com/office/drawing/2014/main" id="{700F8D85-F5BF-89B5-0C62-EE2D9588E65F}"/>
              </a:ext>
            </a:extLst>
          </p:cNvPr>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28653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t>The main responsibilities of a session chair include </a:t>
            </a:r>
            <a:r>
              <a:rPr lang="en-US"/>
              <a:t>s</a:t>
            </a:r>
            <a:r>
              <a:rPr lang="zh-CN">
                <a:solidFill>
                  <a:srgbClr val="262626"/>
                </a:solidFill>
                <a:latin typeface="Garamond" panose="02020404030301010803"/>
                <a:ea typeface="Garamond" panose="02020404030301010803"/>
                <a:cs typeface="Garamond" panose="02020404030301010803"/>
                <a:sym typeface="Garamond" panose="02020404030301010803"/>
              </a:rPr>
              <a:t>end</a:t>
            </a:r>
            <a:r>
              <a:rPr lang="en-US" altLang="zh-CN">
                <a:solidFill>
                  <a:srgbClr val="262626"/>
                </a:solidFill>
                <a:latin typeface="Garamond" panose="02020404030301010803"/>
                <a:ea typeface="Garamond" panose="02020404030301010803"/>
                <a:cs typeface="Garamond" panose="02020404030301010803"/>
                <a:sym typeface="Garamond" panose="02020404030301010803"/>
              </a:rPr>
              <a:t>ing</a:t>
            </a:r>
            <a:r>
              <a:rPr lang="zh-CN">
                <a:solidFill>
                  <a:srgbClr val="262626"/>
                </a:solidFill>
                <a:latin typeface="Garamond" panose="02020404030301010803"/>
                <a:ea typeface="Garamond" panose="02020404030301010803"/>
                <a:cs typeface="Garamond" panose="02020404030301010803"/>
                <a:sym typeface="Garamond" panose="02020404030301010803"/>
              </a:rPr>
              <a:t> out session-specific </a:t>
            </a:r>
            <a:r>
              <a:rPr lang="en-US" altLang="zh-CN">
                <a:solidFill>
                  <a:srgbClr val="262626"/>
                </a:solidFill>
                <a:latin typeface="Garamond" panose="02020404030301010803"/>
                <a:ea typeface="Garamond" panose="02020404030301010803"/>
                <a:cs typeface="Garamond" panose="02020404030301010803"/>
                <a:sym typeface="Garamond" panose="02020404030301010803"/>
              </a:rPr>
              <a:t>“</a:t>
            </a:r>
            <a:r>
              <a:rPr lang="zh-CN">
                <a:solidFill>
                  <a:srgbClr val="262626"/>
                </a:solidFill>
                <a:latin typeface="Garamond" panose="02020404030301010803"/>
                <a:ea typeface="Garamond" panose="02020404030301010803"/>
                <a:cs typeface="Garamond" panose="02020404030301010803"/>
                <a:sym typeface="Garamond" panose="02020404030301010803"/>
              </a:rPr>
              <a:t>Call for papers</a:t>
            </a:r>
            <a:r>
              <a:rPr lang="en-US" altLang="zh-CN">
                <a:solidFill>
                  <a:srgbClr val="262626"/>
                </a:solidFill>
                <a:latin typeface="Garamond" panose="02020404030301010803"/>
                <a:ea typeface="Garamond" panose="02020404030301010803"/>
                <a:cs typeface="Garamond" panose="02020404030301010803"/>
                <a:sym typeface="Garamond" panose="02020404030301010803"/>
              </a:rPr>
              <a:t>”and promoting the session, </a:t>
            </a:r>
            <a:r>
              <a:rPr>
                <a:sym typeface="+mn-ea"/>
              </a:rPr>
              <a:t>inviting speakers and reviewers for the session, organizing </a:t>
            </a:r>
            <a:r>
              <a:rPr lang="en-US">
                <a:sym typeface="+mn-ea"/>
              </a:rPr>
              <a:t>and following up with </a:t>
            </a:r>
            <a:r>
              <a:rPr>
                <a:sym typeface="+mn-ea"/>
              </a:rPr>
              <a:t>paper submissions </a:t>
            </a:r>
            <a:r>
              <a:rPr lang="en-US">
                <a:sym typeface="+mn-ea"/>
              </a:rPr>
              <a:t>and</a:t>
            </a:r>
            <a:r>
              <a:rPr>
                <a:sym typeface="+mn-ea"/>
              </a:rPr>
              <a:t> </a:t>
            </a:r>
            <a:r>
              <a:t>review</a:t>
            </a:r>
            <a:r>
              <a:rPr lang="en-US"/>
              <a:t>ing</a:t>
            </a:r>
            <a:r>
              <a:t> process, </a:t>
            </a:r>
            <a:r>
              <a:rPr lang="en-US"/>
              <a:t>preparing session program, </a:t>
            </a:r>
            <a:r>
              <a:t>guiding authors to follow IEEE paper formatting rules for camera-ready papers, </a:t>
            </a:r>
            <a:r>
              <a:rPr lang="en-US">
                <a:sym typeface="+mn-ea"/>
              </a:rPr>
              <a:t>collecting speakers' bios and pictures, </a:t>
            </a:r>
            <a:r>
              <a:t>running and hosting this session smoothly during UV2020.</a:t>
            </a:r>
          </a:p>
        </p:txBody>
      </p:sp>
      <p:sp>
        <p:nvSpPr>
          <p:cNvPr id="177" name="Shape 1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4432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t>The main responsibilities of a session chair include </a:t>
            </a:r>
            <a:r>
              <a:rPr lang="en-US"/>
              <a:t>s</a:t>
            </a:r>
            <a:r>
              <a:rPr lang="zh-CN">
                <a:solidFill>
                  <a:srgbClr val="262626"/>
                </a:solidFill>
                <a:latin typeface="Garamond" panose="02020404030301010803"/>
                <a:ea typeface="Garamond" panose="02020404030301010803"/>
                <a:cs typeface="Garamond" panose="02020404030301010803"/>
                <a:sym typeface="Garamond" panose="02020404030301010803"/>
              </a:rPr>
              <a:t>end</a:t>
            </a:r>
            <a:r>
              <a:rPr lang="en-US" altLang="zh-CN">
                <a:solidFill>
                  <a:srgbClr val="262626"/>
                </a:solidFill>
                <a:latin typeface="Garamond" panose="02020404030301010803"/>
                <a:ea typeface="Garamond" panose="02020404030301010803"/>
                <a:cs typeface="Garamond" panose="02020404030301010803"/>
                <a:sym typeface="Garamond" panose="02020404030301010803"/>
              </a:rPr>
              <a:t>ing</a:t>
            </a:r>
            <a:r>
              <a:rPr lang="zh-CN">
                <a:solidFill>
                  <a:srgbClr val="262626"/>
                </a:solidFill>
                <a:latin typeface="Garamond" panose="02020404030301010803"/>
                <a:ea typeface="Garamond" panose="02020404030301010803"/>
                <a:cs typeface="Garamond" panose="02020404030301010803"/>
                <a:sym typeface="Garamond" panose="02020404030301010803"/>
              </a:rPr>
              <a:t> out session-specific </a:t>
            </a:r>
            <a:r>
              <a:rPr lang="en-US" altLang="zh-CN">
                <a:solidFill>
                  <a:srgbClr val="262626"/>
                </a:solidFill>
                <a:latin typeface="Garamond" panose="02020404030301010803"/>
                <a:ea typeface="Garamond" panose="02020404030301010803"/>
                <a:cs typeface="Garamond" panose="02020404030301010803"/>
                <a:sym typeface="Garamond" panose="02020404030301010803"/>
              </a:rPr>
              <a:t>“</a:t>
            </a:r>
            <a:r>
              <a:rPr lang="zh-CN">
                <a:solidFill>
                  <a:srgbClr val="262626"/>
                </a:solidFill>
                <a:latin typeface="Garamond" panose="02020404030301010803"/>
                <a:ea typeface="Garamond" panose="02020404030301010803"/>
                <a:cs typeface="Garamond" panose="02020404030301010803"/>
                <a:sym typeface="Garamond" panose="02020404030301010803"/>
              </a:rPr>
              <a:t>Call for papers</a:t>
            </a:r>
            <a:r>
              <a:rPr lang="en-US" altLang="zh-CN">
                <a:solidFill>
                  <a:srgbClr val="262626"/>
                </a:solidFill>
                <a:latin typeface="Garamond" panose="02020404030301010803"/>
                <a:ea typeface="Garamond" panose="02020404030301010803"/>
                <a:cs typeface="Garamond" panose="02020404030301010803"/>
                <a:sym typeface="Garamond" panose="02020404030301010803"/>
              </a:rPr>
              <a:t>”and promoting the session, </a:t>
            </a:r>
            <a:r>
              <a:rPr>
                <a:sym typeface="+mn-ea"/>
              </a:rPr>
              <a:t>inviting speakers and reviewers for the session, organizing </a:t>
            </a:r>
            <a:r>
              <a:rPr lang="en-US">
                <a:sym typeface="+mn-ea"/>
              </a:rPr>
              <a:t>and following up with </a:t>
            </a:r>
            <a:r>
              <a:rPr>
                <a:sym typeface="+mn-ea"/>
              </a:rPr>
              <a:t>paper submissions </a:t>
            </a:r>
            <a:r>
              <a:rPr lang="en-US">
                <a:sym typeface="+mn-ea"/>
              </a:rPr>
              <a:t>and</a:t>
            </a:r>
            <a:r>
              <a:rPr>
                <a:sym typeface="+mn-ea"/>
              </a:rPr>
              <a:t> </a:t>
            </a:r>
            <a:r>
              <a:t>review</a:t>
            </a:r>
            <a:r>
              <a:rPr lang="en-US"/>
              <a:t>ing</a:t>
            </a:r>
            <a:r>
              <a:t> process, </a:t>
            </a:r>
            <a:r>
              <a:rPr lang="en-US"/>
              <a:t>preparing session program, </a:t>
            </a:r>
            <a:r>
              <a:t>guiding authors to follow IEEE paper formatting rules for camera-ready papers, </a:t>
            </a:r>
            <a:r>
              <a:rPr lang="en-US">
                <a:sym typeface="+mn-ea"/>
              </a:rPr>
              <a:t>collecting speakers' bios and pictures, </a:t>
            </a:r>
            <a:r>
              <a:t>running and hosting this session smoothly during UV2020.</a:t>
            </a:r>
          </a:p>
        </p:txBody>
      </p:sp>
      <p:sp>
        <p:nvSpPr>
          <p:cNvPr id="177" name="Shape 1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67774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t>Note the no show on the Session Report form</a:t>
            </a:r>
          </a:p>
          <a:p>
            <a:pPr lvl="0">
              <a:spcBef>
                <a:spcPts val="0"/>
              </a:spcBef>
              <a:buNone/>
            </a:pPr>
            <a:r>
              <a:t>DO NOT move to the next paper. Attendees plan for the talks they want to hear based on the published schedule.</a:t>
            </a:r>
          </a:p>
          <a:p>
            <a:pPr lvl="0">
              <a:spcBef>
                <a:spcPts val="0"/>
              </a:spcBef>
              <a:buNone/>
            </a:pPr>
            <a:r>
              <a:t>Choose one of these options:</a:t>
            </a:r>
          </a:p>
        </p:txBody>
      </p:sp>
      <p:sp>
        <p:nvSpPr>
          <p:cNvPr id="177" name="Shape 1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05478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a:extLst>
            <a:ext uri="{FF2B5EF4-FFF2-40B4-BE49-F238E27FC236}">
              <a16:creationId xmlns:a16="http://schemas.microsoft.com/office/drawing/2014/main" id="{C9374F01-56D2-4F5D-AAE8-0A0CC7008005}"/>
            </a:ext>
          </a:extLst>
        </p:cNvPr>
        <p:cNvGrpSpPr/>
        <p:nvPr/>
      </p:nvGrpSpPr>
      <p:grpSpPr>
        <a:xfrm>
          <a:off x="0" y="0"/>
          <a:ext cx="0" cy="0"/>
          <a:chOff x="0" y="0"/>
          <a:chExt cx="0" cy="0"/>
        </a:xfrm>
      </p:grpSpPr>
      <p:sp>
        <p:nvSpPr>
          <p:cNvPr id="353" name="Google Shape;353;p20:notes">
            <a:extLst>
              <a:ext uri="{FF2B5EF4-FFF2-40B4-BE49-F238E27FC236}">
                <a16:creationId xmlns:a16="http://schemas.microsoft.com/office/drawing/2014/main" id="{0E4FF437-0665-3C46-37E0-EC925262826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20:notes">
            <a:extLst>
              <a:ext uri="{FF2B5EF4-FFF2-40B4-BE49-F238E27FC236}">
                <a16:creationId xmlns:a16="http://schemas.microsoft.com/office/drawing/2014/main" id="{A8F93952-76BE-7505-3AD8-5A6E20FEC7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105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indent="-214630">
              <a:spcBef>
                <a:spcPts val="0"/>
              </a:spcBef>
              <a:spcAft>
                <a:spcPts val="0"/>
              </a:spcAft>
              <a:buSzPct val="113000"/>
            </a:pPr>
            <a:r>
              <a:rPr lang="en-US" altLang="zh-CN" b="1" dirty="0">
                <a:solidFill>
                  <a:schemeClr val="accent2"/>
                </a:solidFill>
                <a:sym typeface="+mn-ea"/>
              </a:rPr>
              <a:t> Prepare and send out </a:t>
            </a:r>
            <a:r>
              <a:rPr lang="en-US" altLang="zh-CN" dirty="0">
                <a:solidFill>
                  <a:schemeClr val="tx1"/>
                </a:solidFill>
                <a:sym typeface="+mn-ea"/>
              </a:rPr>
              <a:t>session-specific “Call for Papers” poster. </a:t>
            </a:r>
            <a:r>
              <a:rPr lang="en-US" altLang="zh-CN" b="1" i="1" dirty="0">
                <a:solidFill>
                  <a:schemeClr val="accent1">
                    <a:lumMod val="50000"/>
                  </a:schemeClr>
                </a:solidFill>
                <a:highlight>
                  <a:srgbClr val="FFFF00"/>
                </a:highlight>
                <a:sym typeface="+mn-ea"/>
              </a:rPr>
              <a:t>[Together with assistants]</a:t>
            </a:r>
            <a:endParaRPr lang="en-US" altLang="zh-CN" b="1" dirty="0">
              <a:solidFill>
                <a:schemeClr val="accent2"/>
              </a:solidFill>
            </a:endParaRPr>
          </a:p>
          <a:p>
            <a:pPr indent="-214630">
              <a:spcBef>
                <a:spcPts val="785"/>
              </a:spcBef>
              <a:spcAft>
                <a:spcPts val="0"/>
              </a:spcAft>
              <a:buSzPct val="113000"/>
            </a:pPr>
            <a:r>
              <a:rPr lang="en-US" altLang="zh-CN" b="1" dirty="0">
                <a:solidFill>
                  <a:schemeClr val="accent2"/>
                </a:solidFill>
                <a:sym typeface="+mn-ea"/>
              </a:rPr>
              <a:t> Invite </a:t>
            </a:r>
            <a:r>
              <a:rPr lang="en-US" altLang="zh-CN" dirty="0">
                <a:solidFill>
                  <a:schemeClr val="tx1"/>
                </a:solidFill>
                <a:sym typeface="+mn-ea"/>
              </a:rPr>
              <a:t>authors, speakers and reviewers.</a:t>
            </a:r>
            <a:endParaRPr lang="zh-CN" altLang="zh-CN" dirty="0">
              <a:solidFill>
                <a:schemeClr val="tx1"/>
              </a:solidFill>
            </a:endParaRPr>
          </a:p>
          <a:p>
            <a:pPr indent="-214630">
              <a:spcBef>
                <a:spcPts val="785"/>
              </a:spcBef>
              <a:spcAft>
                <a:spcPts val="0"/>
              </a:spcAft>
              <a:buSzPct val="113000"/>
            </a:pPr>
            <a:r>
              <a:rPr lang="en-US" altLang="zh-CN" b="1" dirty="0">
                <a:solidFill>
                  <a:schemeClr val="accent2"/>
                </a:solidFill>
                <a:sym typeface="+mn-ea"/>
              </a:rPr>
              <a:t> Organize </a:t>
            </a:r>
            <a:r>
              <a:rPr lang="en-US" altLang="zh-CN" dirty="0">
                <a:solidFill>
                  <a:schemeClr val="tx1"/>
                </a:solidFill>
                <a:sym typeface="+mn-ea"/>
              </a:rPr>
              <a:t>paper reviews through online-review systems. </a:t>
            </a:r>
            <a:r>
              <a:rPr lang="en-US" altLang="zh-CN" b="1" i="1" dirty="0">
                <a:solidFill>
                  <a:schemeClr val="accent1">
                    <a:lumMod val="50000"/>
                  </a:schemeClr>
                </a:solidFill>
                <a:highlight>
                  <a:srgbClr val="FFFF00"/>
                </a:highlight>
                <a:sym typeface="+mn-ea"/>
              </a:rPr>
              <a:t>[Together with assistants]</a:t>
            </a:r>
            <a:endParaRPr lang="en-US" altLang="zh-CN" dirty="0">
              <a:solidFill>
                <a:schemeClr val="tx1"/>
              </a:solidFill>
            </a:endParaRPr>
          </a:p>
          <a:p>
            <a:pPr lvl="0" indent="-214630">
              <a:spcBef>
                <a:spcPts val="785"/>
              </a:spcBef>
              <a:spcAft>
                <a:spcPts val="0"/>
              </a:spcAft>
              <a:buSzPct val="113000"/>
            </a:pPr>
            <a:r>
              <a:rPr lang="en-US" altLang="zh-CN" b="1" dirty="0">
                <a:solidFill>
                  <a:schemeClr val="accent2"/>
                </a:solidFill>
                <a:sym typeface="+mn-ea"/>
              </a:rPr>
              <a:t> Propose</a:t>
            </a:r>
            <a:r>
              <a:rPr lang="en-US" altLang="zh-CN" dirty="0">
                <a:solidFill>
                  <a:schemeClr val="tx1"/>
                </a:solidFill>
                <a:sym typeface="+mn-ea"/>
              </a:rPr>
              <a:t> session program and</a:t>
            </a:r>
            <a:r>
              <a:rPr lang="en-US" altLang="zh-CN" b="1" dirty="0">
                <a:solidFill>
                  <a:schemeClr val="accent2"/>
                </a:solidFill>
                <a:sym typeface="+mn-ea"/>
              </a:rPr>
              <a:t> </a:t>
            </a:r>
            <a:r>
              <a:rPr lang="en-US" altLang="zh-CN" dirty="0">
                <a:solidFill>
                  <a:schemeClr val="tx1"/>
                </a:solidFill>
                <a:sym typeface="+mn-ea"/>
              </a:rPr>
              <a:t>agenda to program chair.</a:t>
            </a:r>
            <a:endParaRPr lang="zh-CN" b="0" i="0" u="none" strike="noStrike" cap="none" dirty="0">
              <a:solidFill>
                <a:schemeClr val="tx1"/>
              </a:solidFill>
              <a:latin typeface="Garamond" panose="02020404030301010803"/>
              <a:ea typeface="Garamond" panose="02020404030301010803"/>
              <a:cs typeface="Garamond" panose="02020404030301010803"/>
              <a:sym typeface="Garamond" panose="02020404030301010803"/>
            </a:endParaRPr>
          </a:p>
          <a:p>
            <a:pPr lvl="0" indent="-214630">
              <a:spcBef>
                <a:spcPts val="785"/>
              </a:spcBef>
              <a:spcAft>
                <a:spcPts val="0"/>
              </a:spcAft>
              <a:buSzPct val="113000"/>
            </a:pPr>
            <a:r>
              <a:rPr lang="zh-CN" altLang="zh-CN" dirty="0">
                <a:solidFill>
                  <a:schemeClr val="tx1"/>
                </a:solidFill>
                <a:sym typeface="+mn-ea"/>
              </a:rPr>
              <a:t> </a:t>
            </a:r>
            <a:r>
              <a:rPr lang="en-US" altLang="zh-CN" b="1" dirty="0">
                <a:solidFill>
                  <a:schemeClr val="accent2"/>
                </a:solidFill>
                <a:sym typeface="+mn-ea"/>
              </a:rPr>
              <a:t>Collect and submit</a:t>
            </a:r>
            <a:r>
              <a:rPr lang="en-US" altLang="zh-CN" dirty="0">
                <a:solidFill>
                  <a:schemeClr val="tx1"/>
                </a:solidFill>
                <a:sym typeface="+mn-ea"/>
              </a:rPr>
              <a:t> the bios and profile pictures for session speakers to program chairs. </a:t>
            </a:r>
            <a:r>
              <a:rPr lang="en-US" altLang="zh-CN" b="1" i="1" dirty="0">
                <a:solidFill>
                  <a:schemeClr val="accent1">
                    <a:lumMod val="50000"/>
                  </a:schemeClr>
                </a:solidFill>
                <a:highlight>
                  <a:srgbClr val="FFFF00"/>
                </a:highlight>
                <a:sym typeface="+mn-ea"/>
              </a:rPr>
              <a:t>[Together with assistants]</a:t>
            </a:r>
          </a:p>
          <a:p>
            <a:pPr lvl="0" indent="-214630">
              <a:spcBef>
                <a:spcPts val="785"/>
              </a:spcBef>
              <a:spcAft>
                <a:spcPts val="0"/>
              </a:spcAft>
              <a:buSzPct val="113000"/>
            </a:pPr>
            <a:r>
              <a:rPr lang="en-US" altLang="zh-CN" b="1" dirty="0">
                <a:solidFill>
                  <a:schemeClr val="accent2"/>
                </a:solidFill>
                <a:latin typeface="Garamond" panose="02020404030301010803"/>
                <a:ea typeface="Garamond" panose="02020404030301010803"/>
                <a:cs typeface="Garamond" panose="02020404030301010803"/>
                <a:sym typeface="Garamond" panose="02020404030301010803"/>
              </a:rPr>
              <a:t> </a:t>
            </a:r>
            <a:r>
              <a:rPr lang="en-US" b="1" dirty="0">
                <a:solidFill>
                  <a:schemeClr val="accent2"/>
                </a:solidFill>
                <a:latin typeface="Garamond" panose="02020404030301010803"/>
                <a:ea typeface="Garamond" panose="02020404030301010803"/>
                <a:cs typeface="Garamond" panose="02020404030301010803"/>
                <a:sym typeface="Garamond" panose="02020404030301010803"/>
              </a:rPr>
              <a:t>Ensure </a:t>
            </a:r>
            <a:r>
              <a:rPr lang="zh-CN" dirty="0">
                <a:solidFill>
                  <a:schemeClr val="tx1"/>
                </a:solidFill>
                <a:latin typeface="Garamond" panose="02020404030301010803"/>
                <a:ea typeface="Garamond" panose="02020404030301010803"/>
                <a:cs typeface="Garamond" panose="02020404030301010803"/>
                <a:sym typeface="Garamond" panose="02020404030301010803"/>
              </a:rPr>
              <a:t>authors to follow IEEE paper formatting</a:t>
            </a:r>
            <a:r>
              <a:rPr lang="en-US" altLang="zh-CN" dirty="0">
                <a:solidFill>
                  <a:schemeClr val="tx1"/>
                </a:solidFill>
                <a:latin typeface="Garamond" panose="02020404030301010803"/>
                <a:ea typeface="Garamond" panose="02020404030301010803"/>
                <a:cs typeface="Garamond" panose="02020404030301010803"/>
                <a:sym typeface="Garamond" panose="02020404030301010803"/>
              </a:rPr>
              <a:t>/copyright</a:t>
            </a:r>
            <a:r>
              <a:rPr lang="zh-CN" dirty="0">
                <a:solidFill>
                  <a:schemeClr val="tx1"/>
                </a:solidFill>
                <a:latin typeface="Garamond" panose="02020404030301010803"/>
                <a:ea typeface="Garamond" panose="02020404030301010803"/>
                <a:cs typeface="Garamond" panose="02020404030301010803"/>
                <a:sym typeface="Garamond" panose="02020404030301010803"/>
              </a:rPr>
              <a:t> rules for camera-ready papers</a:t>
            </a:r>
            <a:r>
              <a:rPr lang="en-US" altLang="zh-CN" dirty="0">
                <a:solidFill>
                  <a:schemeClr val="tx1"/>
                </a:solidFill>
                <a:latin typeface="Garamond" panose="02020404030301010803"/>
                <a:ea typeface="Garamond" panose="02020404030301010803"/>
                <a:cs typeface="Garamond" panose="02020404030301010803"/>
                <a:sym typeface="Garamond" panose="02020404030301010803"/>
              </a:rPr>
              <a:t>. </a:t>
            </a:r>
            <a:r>
              <a:rPr lang="en-US" altLang="zh-CN" b="1" i="1" dirty="0">
                <a:solidFill>
                  <a:schemeClr val="accent1">
                    <a:lumMod val="50000"/>
                  </a:schemeClr>
                </a:solidFill>
                <a:highlight>
                  <a:srgbClr val="FFFF00"/>
                </a:highlight>
                <a:sym typeface="+mn-ea"/>
              </a:rPr>
              <a:t>[Together with assistants]</a:t>
            </a:r>
            <a:endParaRPr lang="zh-CN" b="0" i="0" u="none" strike="noStrike" cap="none" dirty="0">
              <a:solidFill>
                <a:schemeClr val="tx1"/>
              </a:solidFill>
              <a:latin typeface="Garamond" panose="02020404030301010803"/>
              <a:ea typeface="Garamond" panose="02020404030301010803"/>
              <a:cs typeface="Garamond" panose="02020404030301010803"/>
              <a:sym typeface="Garamond" panose="02020404030301010803"/>
            </a:endParaRPr>
          </a:p>
          <a:p>
            <a:pPr marL="214630" marR="0" lvl="0" indent="-214630" algn="l" rtl="0">
              <a:spcBef>
                <a:spcPts val="785"/>
              </a:spcBef>
              <a:spcAft>
                <a:spcPts val="0"/>
              </a:spcAft>
              <a:buClr>
                <a:schemeClr val="accent1"/>
              </a:buClr>
              <a:buSzPct val="113000"/>
              <a:buFont typeface="Noto Sans Symbols"/>
              <a:buChar char="❑"/>
            </a:pPr>
            <a:r>
              <a:rPr lang="en-US" altLang="zh-CN" b="1" dirty="0">
                <a:solidFill>
                  <a:schemeClr val="accent2"/>
                </a:solidFill>
                <a:latin typeface="Garamond" panose="02020404030301010803"/>
                <a:ea typeface="Garamond" panose="02020404030301010803"/>
                <a:cs typeface="Garamond" panose="02020404030301010803"/>
                <a:sym typeface="Garamond" panose="02020404030301010803"/>
              </a:rPr>
              <a:t> Remind </a:t>
            </a:r>
            <a:r>
              <a:rPr lang="en-US" altLang="zh-CN" dirty="0">
                <a:solidFill>
                  <a:schemeClr val="tx1"/>
                </a:solidFill>
                <a:latin typeface="Garamond" panose="02020404030301010803"/>
                <a:ea typeface="Garamond" panose="02020404030301010803"/>
                <a:cs typeface="Garamond" panose="02020404030301010803"/>
                <a:sym typeface="Garamond" panose="02020404030301010803"/>
              </a:rPr>
              <a:t>speakers to register early to receive early-bird rate. </a:t>
            </a:r>
          </a:p>
        </p:txBody>
      </p:sp>
      <p:sp>
        <p:nvSpPr>
          <p:cNvPr id="177" name="Shape 1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17803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77" name="Shape 1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91398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dirty="0"/>
              <a:t>Note the no show on the Session Report form</a:t>
            </a:r>
          </a:p>
          <a:p>
            <a:pPr lvl="0">
              <a:spcBef>
                <a:spcPts val="0"/>
              </a:spcBef>
              <a:buNone/>
            </a:pPr>
            <a:r>
              <a:rPr dirty="0"/>
              <a:t>DO NOT move to the next paper. Attendees plan for the talks they want to hear based on the published schedule.</a:t>
            </a:r>
          </a:p>
          <a:p>
            <a:pPr lvl="0">
              <a:spcBef>
                <a:spcPts val="0"/>
              </a:spcBef>
              <a:buNone/>
            </a:pPr>
            <a:r>
              <a:rPr dirty="0"/>
              <a:t>Choose one of these options:</a:t>
            </a:r>
          </a:p>
        </p:txBody>
      </p:sp>
      <p:sp>
        <p:nvSpPr>
          <p:cNvPr id="177" name="Shape 1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05711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a:extLst>
            <a:ext uri="{FF2B5EF4-FFF2-40B4-BE49-F238E27FC236}">
              <a16:creationId xmlns:a16="http://schemas.microsoft.com/office/drawing/2014/main" id="{9FC8702F-3635-6020-0AE7-CA92D42F2EE4}"/>
            </a:ext>
          </a:extLst>
        </p:cNvPr>
        <p:cNvGrpSpPr/>
        <p:nvPr/>
      </p:nvGrpSpPr>
      <p:grpSpPr>
        <a:xfrm>
          <a:off x="0" y="0"/>
          <a:ext cx="0" cy="0"/>
          <a:chOff x="0" y="0"/>
          <a:chExt cx="0" cy="0"/>
        </a:xfrm>
      </p:grpSpPr>
      <p:sp>
        <p:nvSpPr>
          <p:cNvPr id="353" name="Google Shape;353;p20:notes">
            <a:extLst>
              <a:ext uri="{FF2B5EF4-FFF2-40B4-BE49-F238E27FC236}">
                <a16:creationId xmlns:a16="http://schemas.microsoft.com/office/drawing/2014/main" id="{DE102499-E83C-FC6C-2B6B-FC00414CAAC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20:notes">
            <a:extLst>
              <a:ext uri="{FF2B5EF4-FFF2-40B4-BE49-F238E27FC236}">
                <a16:creationId xmlns:a16="http://schemas.microsoft.com/office/drawing/2014/main" id="{6ACECDDD-D447-028B-42AF-6B7378276B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944323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01" name="文本占位符 29">
            <a:extLst>
              <a:ext uri="{FF2B5EF4-FFF2-40B4-BE49-F238E27FC236}">
                <a16:creationId xmlns:a16="http://schemas.microsoft.com/office/drawing/2014/main" id="{05EF94DE-819F-4275-9A19-74E8C607B607}"/>
              </a:ext>
            </a:extLst>
          </p:cNvPr>
          <p:cNvSpPr>
            <a:spLocks noGrp="1"/>
          </p:cNvSpPr>
          <p:nvPr>
            <p:ph type="body" sz="quarter" idx="10"/>
          </p:nvPr>
        </p:nvSpPr>
        <p:spPr>
          <a:xfrm>
            <a:off x="558671" y="378407"/>
            <a:ext cx="8370918" cy="727947"/>
          </a:xfrm>
        </p:spPr>
        <p:txBody>
          <a:bodyPr>
            <a:noAutofit/>
          </a:bodyPr>
          <a:lstStyle>
            <a:lvl1pPr marL="0" indent="0">
              <a:lnSpc>
                <a:spcPct val="100000"/>
              </a:lnSpc>
              <a:buNone/>
              <a:defRPr sz="3800" b="1">
                <a:solidFill>
                  <a:srgbClr val="008A41"/>
                </a:solidFill>
                <a:latin typeface="Times New Roman" panose="02020603050405020304" pitchFamily="18" charset="0"/>
                <a:ea typeface="黑体" panose="02010609060101010101" pitchFamily="49" charset="-122"/>
                <a:cs typeface="Times New Roman" panose="02020603050405020304" pitchFamily="18" charset="0"/>
              </a:defRPr>
            </a:lvl1pPr>
            <a:lvl2pPr>
              <a:defRPr sz="4000">
                <a:latin typeface="Times New Roman" panose="02020603050405020304" pitchFamily="18" charset="0"/>
                <a:ea typeface="宋体" panose="02010600030101010101" pitchFamily="2" charset="-122"/>
                <a:cs typeface="Times New Roman" panose="02020603050405020304" pitchFamily="18" charset="0"/>
              </a:defRPr>
            </a:lvl2pPr>
            <a:lvl3pPr>
              <a:defRPr sz="4000">
                <a:latin typeface="Times New Roman" panose="02020603050405020304" pitchFamily="18" charset="0"/>
                <a:ea typeface="宋体" panose="02010600030101010101" pitchFamily="2" charset="-122"/>
                <a:cs typeface="Times New Roman" panose="02020603050405020304" pitchFamily="18" charset="0"/>
              </a:defRPr>
            </a:lvl3pPr>
            <a:lvl4pPr>
              <a:defRPr sz="4000">
                <a:latin typeface="Times New Roman" panose="02020603050405020304" pitchFamily="18" charset="0"/>
                <a:ea typeface="宋体" panose="02010600030101010101" pitchFamily="2" charset="-122"/>
                <a:cs typeface="Times New Roman" panose="02020603050405020304" pitchFamily="18" charset="0"/>
              </a:defRPr>
            </a:lvl4pPr>
            <a:lvl5pPr>
              <a:defRPr sz="4000">
                <a:latin typeface="Times New Roman" panose="02020603050405020304" pitchFamily="18" charset="0"/>
                <a:ea typeface="宋体" panose="02010600030101010101" pitchFamily="2" charset="-122"/>
                <a:cs typeface="Times New Roman" panose="02020603050405020304" pitchFamily="18" charset="0"/>
              </a:defRPr>
            </a:lvl5pPr>
          </a:lstStyle>
          <a:p>
            <a:pPr lvl="0"/>
            <a:endParaRPr lang="zh-CN" altLang="en-US" dirty="0"/>
          </a:p>
        </p:txBody>
      </p:sp>
      <p:cxnSp>
        <p:nvCxnSpPr>
          <p:cNvPr id="54" name="直接连接符 53">
            <a:extLst>
              <a:ext uri="{FF2B5EF4-FFF2-40B4-BE49-F238E27FC236}">
                <a16:creationId xmlns:a16="http://schemas.microsoft.com/office/drawing/2014/main" id="{1CEA2257-F083-4A99-BCDF-E4D6546E5DD4}"/>
              </a:ext>
            </a:extLst>
          </p:cNvPr>
          <p:cNvCxnSpPr>
            <a:cxnSpLocks/>
          </p:cNvCxnSpPr>
          <p:nvPr userDrawn="1"/>
        </p:nvCxnSpPr>
        <p:spPr>
          <a:xfrm flipV="1">
            <a:off x="659760" y="1105817"/>
            <a:ext cx="8269829" cy="1"/>
          </a:xfrm>
          <a:prstGeom prst="line">
            <a:avLst/>
          </a:prstGeom>
          <a:ln w="31750">
            <a:solidFill>
              <a:srgbClr val="008A41"/>
            </a:solidFill>
          </a:ln>
        </p:spPr>
        <p:style>
          <a:lnRef idx="1">
            <a:schemeClr val="accent1"/>
          </a:lnRef>
          <a:fillRef idx="0">
            <a:schemeClr val="accent1"/>
          </a:fillRef>
          <a:effectRef idx="0">
            <a:schemeClr val="accent1"/>
          </a:effectRef>
          <a:fontRef idx="minor">
            <a:schemeClr val="tx1"/>
          </a:fontRef>
        </p:style>
      </p:cxnSp>
      <p:sp>
        <p:nvSpPr>
          <p:cNvPr id="58" name="矩形 7">
            <a:extLst>
              <a:ext uri="{FF2B5EF4-FFF2-40B4-BE49-F238E27FC236}">
                <a16:creationId xmlns:a16="http://schemas.microsoft.com/office/drawing/2014/main" id="{09F1556C-1C07-47FB-9624-E61DCA61C430}"/>
              </a:ext>
            </a:extLst>
          </p:cNvPr>
          <p:cNvSpPr/>
          <p:nvPr userDrawn="1"/>
        </p:nvSpPr>
        <p:spPr>
          <a:xfrm flipH="1">
            <a:off x="-7629" y="6513308"/>
            <a:ext cx="12201043" cy="365126"/>
          </a:xfrm>
          <a:custGeom>
            <a:avLst/>
            <a:gdLst>
              <a:gd name="connsiteX0" fmla="*/ 0 w 12192000"/>
              <a:gd name="connsiteY0" fmla="*/ 0 h 609599"/>
              <a:gd name="connsiteX1" fmla="*/ 12192000 w 12192000"/>
              <a:gd name="connsiteY1" fmla="*/ 0 h 609599"/>
              <a:gd name="connsiteX2" fmla="*/ 12192000 w 12192000"/>
              <a:gd name="connsiteY2" fmla="*/ 609599 h 609599"/>
              <a:gd name="connsiteX3" fmla="*/ 0 w 12192000"/>
              <a:gd name="connsiteY3" fmla="*/ 609599 h 609599"/>
              <a:gd name="connsiteX4" fmla="*/ 0 w 12192000"/>
              <a:gd name="connsiteY4" fmla="*/ 0 h 609599"/>
              <a:gd name="connsiteX0" fmla="*/ 0 w 12192000"/>
              <a:gd name="connsiteY0" fmla="*/ 548640 h 1158239"/>
              <a:gd name="connsiteX1" fmla="*/ 12192000 w 12192000"/>
              <a:gd name="connsiteY1" fmla="*/ 548640 h 1158239"/>
              <a:gd name="connsiteX2" fmla="*/ 12192000 w 12192000"/>
              <a:gd name="connsiteY2" fmla="*/ 1158239 h 1158239"/>
              <a:gd name="connsiteX3" fmla="*/ 0 w 12192000"/>
              <a:gd name="connsiteY3" fmla="*/ 1158239 h 1158239"/>
              <a:gd name="connsiteX4" fmla="*/ 0 w 12192000"/>
              <a:gd name="connsiteY4" fmla="*/ 548640 h 1158239"/>
              <a:gd name="connsiteX0" fmla="*/ 0 w 12192000"/>
              <a:gd name="connsiteY0" fmla="*/ 376700 h 986299"/>
              <a:gd name="connsiteX1" fmla="*/ 12192000 w 12192000"/>
              <a:gd name="connsiteY1" fmla="*/ 376700 h 986299"/>
              <a:gd name="connsiteX2" fmla="*/ 12192000 w 12192000"/>
              <a:gd name="connsiteY2" fmla="*/ 986299 h 986299"/>
              <a:gd name="connsiteX3" fmla="*/ 0 w 12192000"/>
              <a:gd name="connsiteY3" fmla="*/ 986299 h 986299"/>
              <a:gd name="connsiteX4" fmla="*/ 0 w 12192000"/>
              <a:gd name="connsiteY4" fmla="*/ 376700 h 986299"/>
              <a:gd name="connsiteX0" fmla="*/ 0 w 12192000"/>
              <a:gd name="connsiteY0" fmla="*/ 438928 h 1048527"/>
              <a:gd name="connsiteX1" fmla="*/ 12192000 w 12192000"/>
              <a:gd name="connsiteY1" fmla="*/ 438928 h 1048527"/>
              <a:gd name="connsiteX2" fmla="*/ 12192000 w 12192000"/>
              <a:gd name="connsiteY2" fmla="*/ 1048527 h 1048527"/>
              <a:gd name="connsiteX3" fmla="*/ 0 w 12192000"/>
              <a:gd name="connsiteY3" fmla="*/ 1048527 h 1048527"/>
              <a:gd name="connsiteX4" fmla="*/ 0 w 12192000"/>
              <a:gd name="connsiteY4" fmla="*/ 438928 h 1048527"/>
              <a:gd name="connsiteX0" fmla="*/ 0 w 12192000"/>
              <a:gd name="connsiteY0" fmla="*/ 181799 h 791398"/>
              <a:gd name="connsiteX1" fmla="*/ 12192000 w 12192000"/>
              <a:gd name="connsiteY1" fmla="*/ 181799 h 791398"/>
              <a:gd name="connsiteX2" fmla="*/ 12192000 w 12192000"/>
              <a:gd name="connsiteY2" fmla="*/ 791398 h 791398"/>
              <a:gd name="connsiteX3" fmla="*/ 0 w 12192000"/>
              <a:gd name="connsiteY3" fmla="*/ 791398 h 791398"/>
              <a:gd name="connsiteX4" fmla="*/ 0 w 12192000"/>
              <a:gd name="connsiteY4" fmla="*/ 181799 h 791398"/>
              <a:gd name="connsiteX0" fmla="*/ 0 w 12192000"/>
              <a:gd name="connsiteY0" fmla="*/ 187345 h 796944"/>
              <a:gd name="connsiteX1" fmla="*/ 12192000 w 12192000"/>
              <a:gd name="connsiteY1" fmla="*/ 187345 h 796944"/>
              <a:gd name="connsiteX2" fmla="*/ 12192000 w 12192000"/>
              <a:gd name="connsiteY2" fmla="*/ 796944 h 796944"/>
              <a:gd name="connsiteX3" fmla="*/ 0 w 12192000"/>
              <a:gd name="connsiteY3" fmla="*/ 796944 h 796944"/>
              <a:gd name="connsiteX4" fmla="*/ 0 w 12192000"/>
              <a:gd name="connsiteY4" fmla="*/ 187345 h 796944"/>
              <a:gd name="connsiteX0" fmla="*/ 0 w 12192000"/>
              <a:gd name="connsiteY0" fmla="*/ 154569 h 764168"/>
              <a:gd name="connsiteX1" fmla="*/ 12192000 w 12192000"/>
              <a:gd name="connsiteY1" fmla="*/ 154569 h 764168"/>
              <a:gd name="connsiteX2" fmla="*/ 12192000 w 12192000"/>
              <a:gd name="connsiteY2" fmla="*/ 764168 h 764168"/>
              <a:gd name="connsiteX3" fmla="*/ 0 w 12192000"/>
              <a:gd name="connsiteY3" fmla="*/ 764168 h 764168"/>
              <a:gd name="connsiteX4" fmla="*/ 0 w 12192000"/>
              <a:gd name="connsiteY4" fmla="*/ 154569 h 764168"/>
              <a:gd name="connsiteX0" fmla="*/ 0 w 12192000"/>
              <a:gd name="connsiteY0" fmla="*/ 165354 h 774953"/>
              <a:gd name="connsiteX1" fmla="*/ 12192000 w 12192000"/>
              <a:gd name="connsiteY1" fmla="*/ 165354 h 774953"/>
              <a:gd name="connsiteX2" fmla="*/ 12192000 w 12192000"/>
              <a:gd name="connsiteY2" fmla="*/ 774953 h 774953"/>
              <a:gd name="connsiteX3" fmla="*/ 0 w 12192000"/>
              <a:gd name="connsiteY3" fmla="*/ 774953 h 774953"/>
              <a:gd name="connsiteX4" fmla="*/ 0 w 12192000"/>
              <a:gd name="connsiteY4" fmla="*/ 165354 h 774953"/>
              <a:gd name="connsiteX0" fmla="*/ 0 w 12192000"/>
              <a:gd name="connsiteY0" fmla="*/ 181798 h 791397"/>
              <a:gd name="connsiteX1" fmla="*/ 12192000 w 12192000"/>
              <a:gd name="connsiteY1" fmla="*/ 181798 h 791397"/>
              <a:gd name="connsiteX2" fmla="*/ 12192000 w 12192000"/>
              <a:gd name="connsiteY2" fmla="*/ 791397 h 791397"/>
              <a:gd name="connsiteX3" fmla="*/ 0 w 12192000"/>
              <a:gd name="connsiteY3" fmla="*/ 791397 h 791397"/>
              <a:gd name="connsiteX4" fmla="*/ 0 w 12192000"/>
              <a:gd name="connsiteY4" fmla="*/ 181798 h 791397"/>
              <a:gd name="connsiteX0" fmla="*/ 0 w 12192000"/>
              <a:gd name="connsiteY0" fmla="*/ 88858 h 698457"/>
              <a:gd name="connsiteX1" fmla="*/ 12192000 w 12192000"/>
              <a:gd name="connsiteY1" fmla="*/ 88858 h 698457"/>
              <a:gd name="connsiteX2" fmla="*/ 12192000 w 12192000"/>
              <a:gd name="connsiteY2" fmla="*/ 698457 h 698457"/>
              <a:gd name="connsiteX3" fmla="*/ 0 w 12192000"/>
              <a:gd name="connsiteY3" fmla="*/ 698457 h 698457"/>
              <a:gd name="connsiteX4" fmla="*/ 0 w 12192000"/>
              <a:gd name="connsiteY4" fmla="*/ 88858 h 698457"/>
              <a:gd name="connsiteX0" fmla="*/ 10160 w 12192000"/>
              <a:gd name="connsiteY0" fmla="*/ 93903 h 612062"/>
              <a:gd name="connsiteX1" fmla="*/ 12192000 w 12192000"/>
              <a:gd name="connsiteY1" fmla="*/ 2463 h 612062"/>
              <a:gd name="connsiteX2" fmla="*/ 12192000 w 12192000"/>
              <a:gd name="connsiteY2" fmla="*/ 612062 h 612062"/>
              <a:gd name="connsiteX3" fmla="*/ 0 w 12192000"/>
              <a:gd name="connsiteY3" fmla="*/ 612062 h 612062"/>
              <a:gd name="connsiteX4" fmla="*/ 10160 w 12192000"/>
              <a:gd name="connsiteY4" fmla="*/ 93903 h 612062"/>
              <a:gd name="connsiteX0" fmla="*/ 0 w 12181840"/>
              <a:gd name="connsiteY0" fmla="*/ 93903 h 612062"/>
              <a:gd name="connsiteX1" fmla="*/ 12181840 w 12181840"/>
              <a:gd name="connsiteY1" fmla="*/ 2463 h 612062"/>
              <a:gd name="connsiteX2" fmla="*/ 12181840 w 12181840"/>
              <a:gd name="connsiteY2" fmla="*/ 612062 h 612062"/>
              <a:gd name="connsiteX3" fmla="*/ 12700 w 12181840"/>
              <a:gd name="connsiteY3" fmla="*/ 612062 h 612062"/>
              <a:gd name="connsiteX4" fmla="*/ 0 w 12181840"/>
              <a:gd name="connsiteY4" fmla="*/ 93903 h 612062"/>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97080"/>
              <a:gd name="connsiteY0" fmla="*/ 93459 h 619238"/>
              <a:gd name="connsiteX1" fmla="*/ 12197080 w 12197080"/>
              <a:gd name="connsiteY1" fmla="*/ 9639 h 619238"/>
              <a:gd name="connsiteX2" fmla="*/ 12197080 w 12197080"/>
              <a:gd name="connsiteY2" fmla="*/ 619238 h 619238"/>
              <a:gd name="connsiteX3" fmla="*/ 27940 w 12197080"/>
              <a:gd name="connsiteY3" fmla="*/ 619238 h 619238"/>
              <a:gd name="connsiteX4" fmla="*/ 0 w 12197080"/>
              <a:gd name="connsiteY4" fmla="*/ 93459 h 619238"/>
              <a:gd name="connsiteX0" fmla="*/ 2540 w 12199620"/>
              <a:gd name="connsiteY0" fmla="*/ 93459 h 619238"/>
              <a:gd name="connsiteX1" fmla="*/ 12199620 w 12199620"/>
              <a:gd name="connsiteY1" fmla="*/ 9639 h 619238"/>
              <a:gd name="connsiteX2" fmla="*/ 12199620 w 12199620"/>
              <a:gd name="connsiteY2" fmla="*/ 619238 h 619238"/>
              <a:gd name="connsiteX3" fmla="*/ 0 w 12199620"/>
              <a:gd name="connsiteY3" fmla="*/ 611618 h 619238"/>
              <a:gd name="connsiteX4" fmla="*/ 2540 w 12199620"/>
              <a:gd name="connsiteY4" fmla="*/ 93459 h 619238"/>
              <a:gd name="connsiteX0" fmla="*/ 153 w 12201043"/>
              <a:gd name="connsiteY0" fmla="*/ 152400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52400 h 609599"/>
              <a:gd name="connsiteX0" fmla="*/ 153 w 12201043"/>
              <a:gd name="connsiteY0" fmla="*/ 184785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84785 h 609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1043" h="609599">
                <a:moveTo>
                  <a:pt x="153" y="184785"/>
                </a:moveTo>
                <a:cubicBezTo>
                  <a:pt x="6075833" y="-272415"/>
                  <a:pt x="8457083" y="1051560"/>
                  <a:pt x="12201043" y="0"/>
                </a:cubicBezTo>
                <a:lnTo>
                  <a:pt x="12201043" y="609599"/>
                </a:lnTo>
                <a:lnTo>
                  <a:pt x="1423" y="601979"/>
                </a:lnTo>
                <a:cubicBezTo>
                  <a:pt x="2270" y="429259"/>
                  <a:pt x="-694" y="357505"/>
                  <a:pt x="153" y="184785"/>
                </a:cubicBezTo>
                <a:close/>
              </a:path>
            </a:pathLst>
          </a:custGeom>
          <a:gradFill flip="none" rotWithShape="1">
            <a:gsLst>
              <a:gs pos="60000">
                <a:srgbClr val="008A41">
                  <a:alpha val="49804"/>
                </a:srgbClr>
              </a:gs>
              <a:gs pos="0">
                <a:srgbClr val="008A41">
                  <a:alpha val="70000"/>
                </a:srgbClr>
              </a:gs>
              <a:gs pos="100000">
                <a:srgbClr val="A0D2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a:extLst>
              <a:ext uri="{FF2B5EF4-FFF2-40B4-BE49-F238E27FC236}">
                <a16:creationId xmlns:a16="http://schemas.microsoft.com/office/drawing/2014/main" id="{8BD54AD5-F490-41E4-9406-E6D50BECDEB6}"/>
              </a:ext>
            </a:extLst>
          </p:cNvPr>
          <p:cNvSpPr/>
          <p:nvPr userDrawn="1"/>
        </p:nvSpPr>
        <p:spPr>
          <a:xfrm flipH="1" flipV="1">
            <a:off x="-6102" y="-10166"/>
            <a:ext cx="12194287" cy="388033"/>
          </a:xfrm>
          <a:custGeom>
            <a:avLst/>
            <a:gdLst>
              <a:gd name="connsiteX0" fmla="*/ 12192000 w 12192000"/>
              <a:gd name="connsiteY0" fmla="*/ 0 h 2039768"/>
              <a:gd name="connsiteX1" fmla="*/ 12192000 w 12192000"/>
              <a:gd name="connsiteY1" fmla="*/ 2039768 h 2039768"/>
              <a:gd name="connsiteX2" fmla="*/ 0 w 12192000"/>
              <a:gd name="connsiteY2" fmla="*/ 2039768 h 2039768"/>
              <a:gd name="connsiteX3" fmla="*/ 0 w 12192000"/>
              <a:gd name="connsiteY3" fmla="*/ 819391 h 2039768"/>
              <a:gd name="connsiteX4" fmla="*/ 37309 w 12192000"/>
              <a:gd name="connsiteY4" fmla="*/ 834936 h 2039768"/>
              <a:gd name="connsiteX5" fmla="*/ 5319640 w 12192000"/>
              <a:gd name="connsiteY5" fmla="*/ 1747868 h 2039768"/>
              <a:gd name="connsiteX6" fmla="*/ 11971651 w 12192000"/>
              <a:gd name="connsiteY6" fmla="*/ 149892 h 2039768"/>
              <a:gd name="connsiteX0" fmla="*/ 12192000 w 12192000"/>
              <a:gd name="connsiteY0" fmla="*/ 373966 h 1893600"/>
              <a:gd name="connsiteX1" fmla="*/ 12192000 w 12192000"/>
              <a:gd name="connsiteY1" fmla="*/ 1893600 h 1893600"/>
              <a:gd name="connsiteX2" fmla="*/ 0 w 12192000"/>
              <a:gd name="connsiteY2" fmla="*/ 1893600 h 1893600"/>
              <a:gd name="connsiteX3" fmla="*/ 0 w 12192000"/>
              <a:gd name="connsiteY3" fmla="*/ 673223 h 1893600"/>
              <a:gd name="connsiteX4" fmla="*/ 37309 w 12192000"/>
              <a:gd name="connsiteY4" fmla="*/ 688768 h 1893600"/>
              <a:gd name="connsiteX5" fmla="*/ 5319640 w 12192000"/>
              <a:gd name="connsiteY5" fmla="*/ 1601700 h 1893600"/>
              <a:gd name="connsiteX6" fmla="*/ 11971651 w 12192000"/>
              <a:gd name="connsiteY6" fmla="*/ 3724 h 1893600"/>
              <a:gd name="connsiteX7" fmla="*/ 12192000 w 12192000"/>
              <a:gd name="connsiteY7" fmla="*/ 373966 h 1893600"/>
              <a:gd name="connsiteX0" fmla="*/ 12192000 w 12192000"/>
              <a:gd name="connsiteY0" fmla="*/ 1413 h 1521047"/>
              <a:gd name="connsiteX1" fmla="*/ 12192000 w 12192000"/>
              <a:gd name="connsiteY1" fmla="*/ 1521047 h 1521047"/>
              <a:gd name="connsiteX2" fmla="*/ 0 w 12192000"/>
              <a:gd name="connsiteY2" fmla="*/ 1521047 h 1521047"/>
              <a:gd name="connsiteX3" fmla="*/ 0 w 12192000"/>
              <a:gd name="connsiteY3" fmla="*/ 300670 h 1521047"/>
              <a:gd name="connsiteX4" fmla="*/ 37309 w 12192000"/>
              <a:gd name="connsiteY4" fmla="*/ 316215 h 1521047"/>
              <a:gd name="connsiteX5" fmla="*/ 5319640 w 12192000"/>
              <a:gd name="connsiteY5" fmla="*/ 1229147 h 1521047"/>
              <a:gd name="connsiteX6" fmla="*/ 12192000 w 12192000"/>
              <a:gd name="connsiteY6" fmla="*/ 1413 h 1521047"/>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37309 w 12192000"/>
              <a:gd name="connsiteY4" fmla="*/ 314802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140179 w 12192000"/>
              <a:gd name="connsiteY4" fmla="*/ 401490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19640 w 12198096"/>
              <a:gd name="connsiteY4" fmla="*/ 1033551 h 1325451"/>
              <a:gd name="connsiteX5" fmla="*/ 12198096 w 12198096"/>
              <a:gd name="connsiteY5" fmla="*/ 0 h 1325451"/>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25736 w 12198096"/>
              <a:gd name="connsiteY4" fmla="*/ 978070 h 1325451"/>
              <a:gd name="connsiteX5" fmla="*/ 12198096 w 12198096"/>
              <a:gd name="connsiteY5" fmla="*/ 0 h 132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8096" h="1325451">
                <a:moveTo>
                  <a:pt x="12198096" y="0"/>
                </a:moveTo>
                <a:lnTo>
                  <a:pt x="12192000" y="1325451"/>
                </a:lnTo>
                <a:lnTo>
                  <a:pt x="0" y="1325451"/>
                </a:lnTo>
                <a:lnTo>
                  <a:pt x="3810" y="434491"/>
                </a:lnTo>
                <a:cubicBezTo>
                  <a:pt x="1718603" y="876908"/>
                  <a:pt x="3533473" y="963319"/>
                  <a:pt x="5325736" y="978070"/>
                </a:cubicBezTo>
                <a:cubicBezTo>
                  <a:pt x="7351518" y="925603"/>
                  <a:pt x="10633603" y="731550"/>
                  <a:pt x="12198096" y="0"/>
                </a:cubicBezTo>
                <a:close/>
              </a:path>
            </a:pathLst>
          </a:custGeom>
          <a:gradFill flip="none" rotWithShape="1">
            <a:gsLst>
              <a:gs pos="60000">
                <a:srgbClr val="A0D2B4">
                  <a:alpha val="50000"/>
                </a:srgbClr>
              </a:gs>
              <a:gs pos="0">
                <a:srgbClr val="008A41">
                  <a:alpha val="70000"/>
                </a:srgbClr>
              </a:gs>
              <a:gs pos="100000">
                <a:srgbClr val="A0D2B4">
                  <a:alpha val="5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pic>
        <p:nvPicPr>
          <p:cNvPr id="7" name="图片 6">
            <a:extLst>
              <a:ext uri="{FF2B5EF4-FFF2-40B4-BE49-F238E27FC236}">
                <a16:creationId xmlns:a16="http://schemas.microsoft.com/office/drawing/2014/main" id="{0AF968EC-2875-4883-AE1B-6A4874DDEC6E}"/>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ackgroundRemoval t="3090" b="89888" l="2563" r="97313">
                        <a14:foregroundMark x1="7187" y1="50562" x2="61563" y2="38764"/>
                        <a14:foregroundMark x1="61563" y1="38764" x2="63438" y2="41292"/>
                        <a14:foregroundMark x1="29875" y1="86798" x2="41313" y2="84551"/>
                        <a14:foregroundMark x1="41313" y1="84551" x2="57375" y2="89607"/>
                        <a14:foregroundMark x1="57375" y1="89607" x2="63438" y2="85112"/>
                        <a14:foregroundMark x1="63438" y1="85112" x2="64063" y2="85112"/>
                        <a14:foregroundMark x1="22250" y1="25843" x2="23375" y2="34831"/>
                        <a14:foregroundMark x1="22375" y1="26124" x2="26438" y2="23876"/>
                        <a14:foregroundMark x1="26438" y1="23876" x2="28688" y2="24438"/>
                        <a14:foregroundMark x1="22313" y1="23315" x2="28750" y2="25562"/>
                        <a14:foregroundMark x1="68313" y1="24157" x2="68313" y2="24157"/>
                        <a14:foregroundMark x1="68375" y1="70506" x2="68375" y2="70506"/>
                        <a14:foregroundMark x1="68063" y1="61236" x2="68063" y2="61236"/>
                        <a14:foregroundMark x1="83438" y1="31180" x2="87688" y2="19382"/>
                        <a14:foregroundMark x1="87688" y1="19382" x2="91813" y2="23315"/>
                        <a14:foregroundMark x1="91813" y1="23315" x2="95063" y2="37079"/>
                        <a14:foregroundMark x1="95063" y1="37079" x2="95188" y2="56461"/>
                        <a14:foregroundMark x1="95188" y1="56461" x2="91188" y2="72753"/>
                        <a14:foregroundMark x1="91188" y1="72753" x2="86438" y2="75562"/>
                        <a14:foregroundMark x1="86438" y1="75562" x2="82438" y2="60393"/>
                        <a14:foregroundMark x1="82438" y1="60393" x2="82125" y2="40449"/>
                        <a14:foregroundMark x1="82125" y1="40449" x2="83813" y2="29213"/>
                        <a14:foregroundMark x1="85688" y1="46910" x2="91313" y2="42416"/>
                        <a14:foregroundMark x1="84500" y1="41854" x2="89125" y2="45506"/>
                        <a14:foregroundMark x1="89125" y1="45506" x2="89313" y2="66573"/>
                        <a14:foregroundMark x1="89313" y1="66573" x2="85375" y2="56742"/>
                        <a14:foregroundMark x1="85375" y1="56742" x2="86188" y2="33427"/>
                        <a14:foregroundMark x1="86188" y1="33427" x2="89625" y2="23315"/>
                        <a14:foregroundMark x1="89625" y1="23315" x2="93063" y2="58146"/>
                        <a14:foregroundMark x1="93063" y1="58146" x2="92625" y2="60955"/>
                        <a14:foregroundMark x1="83250" y1="28933" x2="87125" y2="18539"/>
                        <a14:foregroundMark x1="87125" y1="18539" x2="92063" y2="21629"/>
                        <a14:foregroundMark x1="92063" y1="21629" x2="95063" y2="33989"/>
                        <a14:foregroundMark x1="95063" y1="33989" x2="95875" y2="52247"/>
                        <a14:foregroundMark x1="95875" y1="52247" x2="92688" y2="71910"/>
                        <a14:foregroundMark x1="92688" y1="71910" x2="89188" y2="80337"/>
                        <a14:foregroundMark x1="89188" y1="80337" x2="84125" y2="70787"/>
                        <a14:foregroundMark x1="84125" y1="70787" x2="81313" y2="53371"/>
                        <a14:foregroundMark x1="81313" y1="53371" x2="81875" y2="39607"/>
                        <a14:foregroundMark x1="60250" y1="39888" x2="58125" y2="37079"/>
                        <a14:foregroundMark x1="67625" y1="32022" x2="69313" y2="53090"/>
                        <a14:foregroundMark x1="69313" y1="53090" x2="75000" y2="35674"/>
                        <a14:foregroundMark x1="75000" y1="35674" x2="68813" y2="40449"/>
                        <a14:foregroundMark x1="68813" y1="40449" x2="69000" y2="21629"/>
                        <a14:foregroundMark x1="69000" y1="21629" x2="74250" y2="16292"/>
                        <a14:foregroundMark x1="74250" y1="16292" x2="78563" y2="24719"/>
                        <a14:foregroundMark x1="78563" y1="24719" x2="80063" y2="46348"/>
                        <a14:foregroundMark x1="80063" y1="46348" x2="75813" y2="71067"/>
                        <a14:foregroundMark x1="75813" y1="71067" x2="70438" y2="74719"/>
                        <a14:foregroundMark x1="70438" y1="74719" x2="77063" y2="69944"/>
                        <a14:foregroundMark x1="77063" y1="69944" x2="72313" y2="77528"/>
                        <a14:foregroundMark x1="72313" y1="77528" x2="67500" y2="53090"/>
                        <a14:foregroundMark x1="67500" y1="53090" x2="68063" y2="72753"/>
                        <a14:foregroundMark x1="68063" y1="72753" x2="69000" y2="77528"/>
                        <a14:foregroundMark x1="70688" y1="76685" x2="72438" y2="80056"/>
                        <a14:foregroundMark x1="73750" y1="78371" x2="75688" y2="78652"/>
                        <a14:foregroundMark x1="70813" y1="78090" x2="72063" y2="73876"/>
                        <a14:foregroundMark x1="5407" y1="21913" x2="10063" y2="20506"/>
                        <a14:foregroundMark x1="10063" y1="20506" x2="33938" y2="20506"/>
                        <a14:foregroundMark x1="33938" y1="20506" x2="53813" y2="11798"/>
                        <a14:foregroundMark x1="53813" y1="11798" x2="64813" y2="15449"/>
                        <a14:foregroundMark x1="64813" y1="15449" x2="67750" y2="43539"/>
                        <a14:foregroundMark x1="67750" y1="43539" x2="67750" y2="73876"/>
                        <a14:foregroundMark x1="67750" y1="73876" x2="59750" y2="97753"/>
                        <a14:foregroundMark x1="59750" y1="97753" x2="40250" y2="95506"/>
                        <a14:foregroundMark x1="40250" y1="95506" x2="9375" y2="72753"/>
                        <a14:foregroundMark x1="9375" y1="72753" x2="5309" y2="63916"/>
                        <a14:foregroundMark x1="10125" y1="10955" x2="11750" y2="27528"/>
                        <a14:foregroundMark x1="11750" y1="27528" x2="9125" y2="14045"/>
                        <a14:foregroundMark x1="9125" y1="14045" x2="13188" y2="16011"/>
                        <a14:foregroundMark x1="86698" y1="5849" x2="92049" y2="12903"/>
                        <a14:foregroundMark x1="97370" y1="25565" x2="99688" y2="49719"/>
                        <a14:foregroundMark x1="99688" y1="49719" x2="98188" y2="69101"/>
                        <a14:foregroundMark x1="98188" y1="69101" x2="93563" y2="85112"/>
                        <a14:foregroundMark x1="93563" y1="85112" x2="55688" y2="99719"/>
                        <a14:foregroundMark x1="55688" y1="99719" x2="7164" y2="90806"/>
                        <a14:foregroundMark x1="5404" y1="20395" x2="5750" y2="17978"/>
                        <a14:foregroundMark x1="5750" y1="17978" x2="44938" y2="2528"/>
                        <a14:foregroundMark x1="44938" y1="2528" x2="90875" y2="24438"/>
                        <a14:foregroundMark x1="90875" y1="24438" x2="80938" y2="14607"/>
                        <a14:foregroundMark x1="80938" y1="14607" x2="81099" y2="13463"/>
                        <a14:foregroundMark x1="68750" y1="12360" x2="78063" y2="17135"/>
                        <a14:foregroundMark x1="78063" y1="17135" x2="87938" y2="14607"/>
                        <a14:foregroundMark x1="87938" y1="14607" x2="93500" y2="20506"/>
                        <a14:foregroundMark x1="93500" y1="20506" x2="97500" y2="30618"/>
                        <a14:foregroundMark x1="97500" y1="30618" x2="97313" y2="59831"/>
                        <a14:foregroundMark x1="97313" y1="59831" x2="89563" y2="72753"/>
                        <a14:foregroundMark x1="89563" y1="72753" x2="79813" y2="68258"/>
                        <a14:foregroundMark x1="79813" y1="68258" x2="69438" y2="31180"/>
                        <a14:foregroundMark x1="69438" y1="31180" x2="68688" y2="12921"/>
                        <a14:foregroundMark x1="68688" y1="12921" x2="68688" y2="12640"/>
                        <a14:foregroundMark x1="5938" y1="33708" x2="6750" y2="79213"/>
                        <a14:backgroundMark x1="95264" y1="19646" x2="99063" y2="22472"/>
                        <a14:backgroundMark x1="72250" y1="2528" x2="84419" y2="11579"/>
                        <a14:backgroundMark x1="99063" y1="22472" x2="99563" y2="1685"/>
                        <a14:backgroundMark x1="99563" y1="1685" x2="71625" y2="1966"/>
                        <a14:backgroundMark x1="563" y1="11236" x2="6375" y2="95506"/>
                        <a14:backgroundMark x1="3125" y1="64607" x2="4500" y2="85112"/>
                        <a14:backgroundMark x1="2313" y1="66573" x2="3375" y2="64607"/>
                        <a14:backgroundMark x1="313" y1="17416" x2="625" y2="98315"/>
                        <a14:backgroundMark x1="1188" y1="19382" x2="4313" y2="98596"/>
                        <a14:backgroundMark x1="2750" y1="26685" x2="3125" y2="37079"/>
                        <a14:backgroundMark x1="1750" y1="19382" x2="4500" y2="38483"/>
                        <a14:backgroundMark x1="1750" y1="15449" x2="1750" y2="15449"/>
                        <a14:backgroundMark x1="1750" y1="17135" x2="4313" y2="37640"/>
                        <a14:backgroundMark x1="1875" y1="21910" x2="3938" y2="26966"/>
                        <a14:backgroundMark x1="4313" y1="3371" x2="4375" y2="39888"/>
                      </a14:backgroundRemoval>
                    </a14:imgEffect>
                  </a14:imgLayer>
                </a14:imgProps>
              </a:ext>
              <a:ext uri="{28A0092B-C50C-407E-A947-70E740481C1C}">
                <a14:useLocalDpi xmlns:a14="http://schemas.microsoft.com/office/drawing/2010/main" val="0"/>
              </a:ext>
            </a:extLst>
          </a:blip>
          <a:stretch>
            <a:fillRect/>
          </a:stretch>
        </p:blipFill>
        <p:spPr>
          <a:xfrm>
            <a:off x="8831870" y="254132"/>
            <a:ext cx="3223157" cy="717152"/>
          </a:xfrm>
          <a:prstGeom prst="rect">
            <a:avLst/>
          </a:prstGeom>
        </p:spPr>
      </p:pic>
      <p:sp>
        <p:nvSpPr>
          <p:cNvPr id="2" name="TextBox 1">
            <a:extLst>
              <a:ext uri="{FF2B5EF4-FFF2-40B4-BE49-F238E27FC236}">
                <a16:creationId xmlns:a16="http://schemas.microsoft.com/office/drawing/2014/main" id="{00D6F8B1-53C5-5C35-4844-B5AD237BDD72}"/>
              </a:ext>
            </a:extLst>
          </p:cNvPr>
          <p:cNvSpPr txBox="1"/>
          <p:nvPr userDrawn="1"/>
        </p:nvSpPr>
        <p:spPr>
          <a:xfrm>
            <a:off x="558671" y="1412848"/>
            <a:ext cx="9105900" cy="892552"/>
          </a:xfrm>
          <a:prstGeom prst="rect">
            <a:avLst/>
          </a:prstGeom>
          <a:noFill/>
        </p:spPr>
        <p:txBody>
          <a:bodyPr wrap="square" rtlCol="0">
            <a:spAutoFit/>
          </a:bodyPr>
          <a:lstStyle/>
          <a:p>
            <a:pPr marL="285750" indent="-285750">
              <a:buClr>
                <a:srgbClr val="006666"/>
              </a:buClr>
              <a:buFont typeface="Wingdings" panose="05000000000000000000" pitchFamily="2" charset="2"/>
              <a:buChar char="q"/>
            </a:pPr>
            <a:endParaRPr lang="en-US" sz="2800" dirty="0">
              <a:solidFill>
                <a:srgbClr val="006666"/>
              </a:solidFill>
              <a:latin typeface="Times New Roman" panose="02020603050405020304" pitchFamily="18" charset="0"/>
              <a:cs typeface="Times New Roman" panose="02020603050405020304" pitchFamily="18" charset="0"/>
            </a:endParaRPr>
          </a:p>
          <a:p>
            <a:pPr marL="285750" lvl="4" indent="-285750">
              <a:buClr>
                <a:srgbClr val="006666"/>
              </a:buClr>
              <a:buFont typeface="Wingdings" panose="05000000000000000000" pitchFamily="2" charset="2"/>
              <a:buChar char="q"/>
            </a:pPr>
            <a:endParaRPr lang="en-US" sz="2400" dirty="0">
              <a:solidFill>
                <a:srgbClr val="006666"/>
              </a:solidFill>
            </a:endParaRPr>
          </a:p>
        </p:txBody>
      </p:sp>
    </p:spTree>
    <p:extLst>
      <p:ext uri="{BB962C8B-B14F-4D97-AF65-F5344CB8AC3E}">
        <p14:creationId xmlns:p14="http://schemas.microsoft.com/office/powerpoint/2010/main" val="16224238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101" name="文本占位符 29">
            <a:extLst>
              <a:ext uri="{FF2B5EF4-FFF2-40B4-BE49-F238E27FC236}">
                <a16:creationId xmlns:a16="http://schemas.microsoft.com/office/drawing/2014/main" id="{05EF94DE-819F-4275-9A19-74E8C607B607}"/>
              </a:ext>
            </a:extLst>
          </p:cNvPr>
          <p:cNvSpPr>
            <a:spLocks noGrp="1"/>
          </p:cNvSpPr>
          <p:nvPr>
            <p:ph type="body" sz="quarter" idx="10"/>
          </p:nvPr>
        </p:nvSpPr>
        <p:spPr>
          <a:xfrm>
            <a:off x="558671" y="378407"/>
            <a:ext cx="8370918" cy="727947"/>
          </a:xfrm>
        </p:spPr>
        <p:txBody>
          <a:bodyPr>
            <a:noAutofit/>
          </a:bodyPr>
          <a:lstStyle>
            <a:lvl1pPr marL="0" indent="0">
              <a:lnSpc>
                <a:spcPct val="100000"/>
              </a:lnSpc>
              <a:buNone/>
              <a:defRPr sz="3800" b="1">
                <a:solidFill>
                  <a:srgbClr val="008A41"/>
                </a:solidFill>
                <a:latin typeface="Times New Roman" panose="02020603050405020304" pitchFamily="18" charset="0"/>
                <a:ea typeface="黑体" panose="02010609060101010101" pitchFamily="49" charset="-122"/>
                <a:cs typeface="Times New Roman" panose="02020603050405020304" pitchFamily="18" charset="0"/>
              </a:defRPr>
            </a:lvl1pPr>
            <a:lvl2pPr>
              <a:defRPr sz="4000">
                <a:latin typeface="Times New Roman" panose="02020603050405020304" pitchFamily="18" charset="0"/>
                <a:ea typeface="宋体" panose="02010600030101010101" pitchFamily="2" charset="-122"/>
                <a:cs typeface="Times New Roman" panose="02020603050405020304" pitchFamily="18" charset="0"/>
              </a:defRPr>
            </a:lvl2pPr>
            <a:lvl3pPr>
              <a:defRPr sz="4000">
                <a:latin typeface="Times New Roman" panose="02020603050405020304" pitchFamily="18" charset="0"/>
                <a:ea typeface="宋体" panose="02010600030101010101" pitchFamily="2" charset="-122"/>
                <a:cs typeface="Times New Roman" panose="02020603050405020304" pitchFamily="18" charset="0"/>
              </a:defRPr>
            </a:lvl3pPr>
            <a:lvl4pPr>
              <a:defRPr sz="4000">
                <a:latin typeface="Times New Roman" panose="02020603050405020304" pitchFamily="18" charset="0"/>
                <a:ea typeface="宋体" panose="02010600030101010101" pitchFamily="2" charset="-122"/>
                <a:cs typeface="Times New Roman" panose="02020603050405020304" pitchFamily="18" charset="0"/>
              </a:defRPr>
            </a:lvl4pPr>
            <a:lvl5pPr>
              <a:defRPr sz="4000">
                <a:latin typeface="Times New Roman" panose="02020603050405020304" pitchFamily="18" charset="0"/>
                <a:ea typeface="宋体" panose="02010600030101010101" pitchFamily="2" charset="-122"/>
                <a:cs typeface="Times New Roman" panose="02020603050405020304" pitchFamily="18" charset="0"/>
              </a:defRPr>
            </a:lvl5pPr>
          </a:lstStyle>
          <a:p>
            <a:pPr lvl="0"/>
            <a:endParaRPr lang="zh-CN" altLang="en-US" dirty="0"/>
          </a:p>
        </p:txBody>
      </p:sp>
      <p:cxnSp>
        <p:nvCxnSpPr>
          <p:cNvPr id="54" name="直接连接符 53">
            <a:extLst>
              <a:ext uri="{FF2B5EF4-FFF2-40B4-BE49-F238E27FC236}">
                <a16:creationId xmlns:a16="http://schemas.microsoft.com/office/drawing/2014/main" id="{1CEA2257-F083-4A99-BCDF-E4D6546E5DD4}"/>
              </a:ext>
            </a:extLst>
          </p:cNvPr>
          <p:cNvCxnSpPr>
            <a:cxnSpLocks/>
          </p:cNvCxnSpPr>
          <p:nvPr userDrawn="1"/>
        </p:nvCxnSpPr>
        <p:spPr>
          <a:xfrm flipV="1">
            <a:off x="659760" y="1105817"/>
            <a:ext cx="8269829" cy="1"/>
          </a:xfrm>
          <a:prstGeom prst="line">
            <a:avLst/>
          </a:prstGeom>
          <a:ln w="31750">
            <a:solidFill>
              <a:srgbClr val="008A41"/>
            </a:solidFill>
          </a:ln>
        </p:spPr>
        <p:style>
          <a:lnRef idx="1">
            <a:schemeClr val="accent1"/>
          </a:lnRef>
          <a:fillRef idx="0">
            <a:schemeClr val="accent1"/>
          </a:fillRef>
          <a:effectRef idx="0">
            <a:schemeClr val="accent1"/>
          </a:effectRef>
          <a:fontRef idx="minor">
            <a:schemeClr val="tx1"/>
          </a:fontRef>
        </p:style>
      </p:cxnSp>
      <p:sp>
        <p:nvSpPr>
          <p:cNvPr id="58" name="矩形 7">
            <a:extLst>
              <a:ext uri="{FF2B5EF4-FFF2-40B4-BE49-F238E27FC236}">
                <a16:creationId xmlns:a16="http://schemas.microsoft.com/office/drawing/2014/main" id="{09F1556C-1C07-47FB-9624-E61DCA61C430}"/>
              </a:ext>
            </a:extLst>
          </p:cNvPr>
          <p:cNvSpPr/>
          <p:nvPr userDrawn="1"/>
        </p:nvSpPr>
        <p:spPr>
          <a:xfrm flipH="1">
            <a:off x="-7629" y="6513308"/>
            <a:ext cx="12201043" cy="365126"/>
          </a:xfrm>
          <a:custGeom>
            <a:avLst/>
            <a:gdLst>
              <a:gd name="connsiteX0" fmla="*/ 0 w 12192000"/>
              <a:gd name="connsiteY0" fmla="*/ 0 h 609599"/>
              <a:gd name="connsiteX1" fmla="*/ 12192000 w 12192000"/>
              <a:gd name="connsiteY1" fmla="*/ 0 h 609599"/>
              <a:gd name="connsiteX2" fmla="*/ 12192000 w 12192000"/>
              <a:gd name="connsiteY2" fmla="*/ 609599 h 609599"/>
              <a:gd name="connsiteX3" fmla="*/ 0 w 12192000"/>
              <a:gd name="connsiteY3" fmla="*/ 609599 h 609599"/>
              <a:gd name="connsiteX4" fmla="*/ 0 w 12192000"/>
              <a:gd name="connsiteY4" fmla="*/ 0 h 609599"/>
              <a:gd name="connsiteX0" fmla="*/ 0 w 12192000"/>
              <a:gd name="connsiteY0" fmla="*/ 548640 h 1158239"/>
              <a:gd name="connsiteX1" fmla="*/ 12192000 w 12192000"/>
              <a:gd name="connsiteY1" fmla="*/ 548640 h 1158239"/>
              <a:gd name="connsiteX2" fmla="*/ 12192000 w 12192000"/>
              <a:gd name="connsiteY2" fmla="*/ 1158239 h 1158239"/>
              <a:gd name="connsiteX3" fmla="*/ 0 w 12192000"/>
              <a:gd name="connsiteY3" fmla="*/ 1158239 h 1158239"/>
              <a:gd name="connsiteX4" fmla="*/ 0 w 12192000"/>
              <a:gd name="connsiteY4" fmla="*/ 548640 h 1158239"/>
              <a:gd name="connsiteX0" fmla="*/ 0 w 12192000"/>
              <a:gd name="connsiteY0" fmla="*/ 376700 h 986299"/>
              <a:gd name="connsiteX1" fmla="*/ 12192000 w 12192000"/>
              <a:gd name="connsiteY1" fmla="*/ 376700 h 986299"/>
              <a:gd name="connsiteX2" fmla="*/ 12192000 w 12192000"/>
              <a:gd name="connsiteY2" fmla="*/ 986299 h 986299"/>
              <a:gd name="connsiteX3" fmla="*/ 0 w 12192000"/>
              <a:gd name="connsiteY3" fmla="*/ 986299 h 986299"/>
              <a:gd name="connsiteX4" fmla="*/ 0 w 12192000"/>
              <a:gd name="connsiteY4" fmla="*/ 376700 h 986299"/>
              <a:gd name="connsiteX0" fmla="*/ 0 w 12192000"/>
              <a:gd name="connsiteY0" fmla="*/ 438928 h 1048527"/>
              <a:gd name="connsiteX1" fmla="*/ 12192000 w 12192000"/>
              <a:gd name="connsiteY1" fmla="*/ 438928 h 1048527"/>
              <a:gd name="connsiteX2" fmla="*/ 12192000 w 12192000"/>
              <a:gd name="connsiteY2" fmla="*/ 1048527 h 1048527"/>
              <a:gd name="connsiteX3" fmla="*/ 0 w 12192000"/>
              <a:gd name="connsiteY3" fmla="*/ 1048527 h 1048527"/>
              <a:gd name="connsiteX4" fmla="*/ 0 w 12192000"/>
              <a:gd name="connsiteY4" fmla="*/ 438928 h 1048527"/>
              <a:gd name="connsiteX0" fmla="*/ 0 w 12192000"/>
              <a:gd name="connsiteY0" fmla="*/ 181799 h 791398"/>
              <a:gd name="connsiteX1" fmla="*/ 12192000 w 12192000"/>
              <a:gd name="connsiteY1" fmla="*/ 181799 h 791398"/>
              <a:gd name="connsiteX2" fmla="*/ 12192000 w 12192000"/>
              <a:gd name="connsiteY2" fmla="*/ 791398 h 791398"/>
              <a:gd name="connsiteX3" fmla="*/ 0 w 12192000"/>
              <a:gd name="connsiteY3" fmla="*/ 791398 h 791398"/>
              <a:gd name="connsiteX4" fmla="*/ 0 w 12192000"/>
              <a:gd name="connsiteY4" fmla="*/ 181799 h 791398"/>
              <a:gd name="connsiteX0" fmla="*/ 0 w 12192000"/>
              <a:gd name="connsiteY0" fmla="*/ 187345 h 796944"/>
              <a:gd name="connsiteX1" fmla="*/ 12192000 w 12192000"/>
              <a:gd name="connsiteY1" fmla="*/ 187345 h 796944"/>
              <a:gd name="connsiteX2" fmla="*/ 12192000 w 12192000"/>
              <a:gd name="connsiteY2" fmla="*/ 796944 h 796944"/>
              <a:gd name="connsiteX3" fmla="*/ 0 w 12192000"/>
              <a:gd name="connsiteY3" fmla="*/ 796944 h 796944"/>
              <a:gd name="connsiteX4" fmla="*/ 0 w 12192000"/>
              <a:gd name="connsiteY4" fmla="*/ 187345 h 796944"/>
              <a:gd name="connsiteX0" fmla="*/ 0 w 12192000"/>
              <a:gd name="connsiteY0" fmla="*/ 154569 h 764168"/>
              <a:gd name="connsiteX1" fmla="*/ 12192000 w 12192000"/>
              <a:gd name="connsiteY1" fmla="*/ 154569 h 764168"/>
              <a:gd name="connsiteX2" fmla="*/ 12192000 w 12192000"/>
              <a:gd name="connsiteY2" fmla="*/ 764168 h 764168"/>
              <a:gd name="connsiteX3" fmla="*/ 0 w 12192000"/>
              <a:gd name="connsiteY3" fmla="*/ 764168 h 764168"/>
              <a:gd name="connsiteX4" fmla="*/ 0 w 12192000"/>
              <a:gd name="connsiteY4" fmla="*/ 154569 h 764168"/>
              <a:gd name="connsiteX0" fmla="*/ 0 w 12192000"/>
              <a:gd name="connsiteY0" fmla="*/ 165354 h 774953"/>
              <a:gd name="connsiteX1" fmla="*/ 12192000 w 12192000"/>
              <a:gd name="connsiteY1" fmla="*/ 165354 h 774953"/>
              <a:gd name="connsiteX2" fmla="*/ 12192000 w 12192000"/>
              <a:gd name="connsiteY2" fmla="*/ 774953 h 774953"/>
              <a:gd name="connsiteX3" fmla="*/ 0 w 12192000"/>
              <a:gd name="connsiteY3" fmla="*/ 774953 h 774953"/>
              <a:gd name="connsiteX4" fmla="*/ 0 w 12192000"/>
              <a:gd name="connsiteY4" fmla="*/ 165354 h 774953"/>
              <a:gd name="connsiteX0" fmla="*/ 0 w 12192000"/>
              <a:gd name="connsiteY0" fmla="*/ 181798 h 791397"/>
              <a:gd name="connsiteX1" fmla="*/ 12192000 w 12192000"/>
              <a:gd name="connsiteY1" fmla="*/ 181798 h 791397"/>
              <a:gd name="connsiteX2" fmla="*/ 12192000 w 12192000"/>
              <a:gd name="connsiteY2" fmla="*/ 791397 h 791397"/>
              <a:gd name="connsiteX3" fmla="*/ 0 w 12192000"/>
              <a:gd name="connsiteY3" fmla="*/ 791397 h 791397"/>
              <a:gd name="connsiteX4" fmla="*/ 0 w 12192000"/>
              <a:gd name="connsiteY4" fmla="*/ 181798 h 791397"/>
              <a:gd name="connsiteX0" fmla="*/ 0 w 12192000"/>
              <a:gd name="connsiteY0" fmla="*/ 88858 h 698457"/>
              <a:gd name="connsiteX1" fmla="*/ 12192000 w 12192000"/>
              <a:gd name="connsiteY1" fmla="*/ 88858 h 698457"/>
              <a:gd name="connsiteX2" fmla="*/ 12192000 w 12192000"/>
              <a:gd name="connsiteY2" fmla="*/ 698457 h 698457"/>
              <a:gd name="connsiteX3" fmla="*/ 0 w 12192000"/>
              <a:gd name="connsiteY3" fmla="*/ 698457 h 698457"/>
              <a:gd name="connsiteX4" fmla="*/ 0 w 12192000"/>
              <a:gd name="connsiteY4" fmla="*/ 88858 h 698457"/>
              <a:gd name="connsiteX0" fmla="*/ 10160 w 12192000"/>
              <a:gd name="connsiteY0" fmla="*/ 93903 h 612062"/>
              <a:gd name="connsiteX1" fmla="*/ 12192000 w 12192000"/>
              <a:gd name="connsiteY1" fmla="*/ 2463 h 612062"/>
              <a:gd name="connsiteX2" fmla="*/ 12192000 w 12192000"/>
              <a:gd name="connsiteY2" fmla="*/ 612062 h 612062"/>
              <a:gd name="connsiteX3" fmla="*/ 0 w 12192000"/>
              <a:gd name="connsiteY3" fmla="*/ 612062 h 612062"/>
              <a:gd name="connsiteX4" fmla="*/ 10160 w 12192000"/>
              <a:gd name="connsiteY4" fmla="*/ 93903 h 612062"/>
              <a:gd name="connsiteX0" fmla="*/ 0 w 12181840"/>
              <a:gd name="connsiteY0" fmla="*/ 93903 h 612062"/>
              <a:gd name="connsiteX1" fmla="*/ 12181840 w 12181840"/>
              <a:gd name="connsiteY1" fmla="*/ 2463 h 612062"/>
              <a:gd name="connsiteX2" fmla="*/ 12181840 w 12181840"/>
              <a:gd name="connsiteY2" fmla="*/ 612062 h 612062"/>
              <a:gd name="connsiteX3" fmla="*/ 12700 w 12181840"/>
              <a:gd name="connsiteY3" fmla="*/ 612062 h 612062"/>
              <a:gd name="connsiteX4" fmla="*/ 0 w 12181840"/>
              <a:gd name="connsiteY4" fmla="*/ 93903 h 612062"/>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97080"/>
              <a:gd name="connsiteY0" fmla="*/ 93459 h 619238"/>
              <a:gd name="connsiteX1" fmla="*/ 12197080 w 12197080"/>
              <a:gd name="connsiteY1" fmla="*/ 9639 h 619238"/>
              <a:gd name="connsiteX2" fmla="*/ 12197080 w 12197080"/>
              <a:gd name="connsiteY2" fmla="*/ 619238 h 619238"/>
              <a:gd name="connsiteX3" fmla="*/ 27940 w 12197080"/>
              <a:gd name="connsiteY3" fmla="*/ 619238 h 619238"/>
              <a:gd name="connsiteX4" fmla="*/ 0 w 12197080"/>
              <a:gd name="connsiteY4" fmla="*/ 93459 h 619238"/>
              <a:gd name="connsiteX0" fmla="*/ 2540 w 12199620"/>
              <a:gd name="connsiteY0" fmla="*/ 93459 h 619238"/>
              <a:gd name="connsiteX1" fmla="*/ 12199620 w 12199620"/>
              <a:gd name="connsiteY1" fmla="*/ 9639 h 619238"/>
              <a:gd name="connsiteX2" fmla="*/ 12199620 w 12199620"/>
              <a:gd name="connsiteY2" fmla="*/ 619238 h 619238"/>
              <a:gd name="connsiteX3" fmla="*/ 0 w 12199620"/>
              <a:gd name="connsiteY3" fmla="*/ 611618 h 619238"/>
              <a:gd name="connsiteX4" fmla="*/ 2540 w 12199620"/>
              <a:gd name="connsiteY4" fmla="*/ 93459 h 619238"/>
              <a:gd name="connsiteX0" fmla="*/ 153 w 12201043"/>
              <a:gd name="connsiteY0" fmla="*/ 152400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52400 h 609599"/>
              <a:gd name="connsiteX0" fmla="*/ 153 w 12201043"/>
              <a:gd name="connsiteY0" fmla="*/ 184785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84785 h 609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1043" h="609599">
                <a:moveTo>
                  <a:pt x="153" y="184785"/>
                </a:moveTo>
                <a:cubicBezTo>
                  <a:pt x="6075833" y="-272415"/>
                  <a:pt x="8457083" y="1051560"/>
                  <a:pt x="12201043" y="0"/>
                </a:cubicBezTo>
                <a:lnTo>
                  <a:pt x="12201043" y="609599"/>
                </a:lnTo>
                <a:lnTo>
                  <a:pt x="1423" y="601979"/>
                </a:lnTo>
                <a:cubicBezTo>
                  <a:pt x="2270" y="429259"/>
                  <a:pt x="-694" y="357505"/>
                  <a:pt x="153" y="184785"/>
                </a:cubicBezTo>
                <a:close/>
              </a:path>
            </a:pathLst>
          </a:custGeom>
          <a:gradFill flip="none" rotWithShape="1">
            <a:gsLst>
              <a:gs pos="60000">
                <a:srgbClr val="008A41">
                  <a:alpha val="49804"/>
                </a:srgbClr>
              </a:gs>
              <a:gs pos="0">
                <a:srgbClr val="008A41">
                  <a:alpha val="70000"/>
                </a:srgbClr>
              </a:gs>
              <a:gs pos="100000">
                <a:srgbClr val="A0D2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a:extLst>
              <a:ext uri="{FF2B5EF4-FFF2-40B4-BE49-F238E27FC236}">
                <a16:creationId xmlns:a16="http://schemas.microsoft.com/office/drawing/2014/main" id="{8BD54AD5-F490-41E4-9406-E6D50BECDEB6}"/>
              </a:ext>
            </a:extLst>
          </p:cNvPr>
          <p:cNvSpPr/>
          <p:nvPr userDrawn="1"/>
        </p:nvSpPr>
        <p:spPr>
          <a:xfrm flipH="1" flipV="1">
            <a:off x="-6102" y="-10166"/>
            <a:ext cx="12194287" cy="388033"/>
          </a:xfrm>
          <a:custGeom>
            <a:avLst/>
            <a:gdLst>
              <a:gd name="connsiteX0" fmla="*/ 12192000 w 12192000"/>
              <a:gd name="connsiteY0" fmla="*/ 0 h 2039768"/>
              <a:gd name="connsiteX1" fmla="*/ 12192000 w 12192000"/>
              <a:gd name="connsiteY1" fmla="*/ 2039768 h 2039768"/>
              <a:gd name="connsiteX2" fmla="*/ 0 w 12192000"/>
              <a:gd name="connsiteY2" fmla="*/ 2039768 h 2039768"/>
              <a:gd name="connsiteX3" fmla="*/ 0 w 12192000"/>
              <a:gd name="connsiteY3" fmla="*/ 819391 h 2039768"/>
              <a:gd name="connsiteX4" fmla="*/ 37309 w 12192000"/>
              <a:gd name="connsiteY4" fmla="*/ 834936 h 2039768"/>
              <a:gd name="connsiteX5" fmla="*/ 5319640 w 12192000"/>
              <a:gd name="connsiteY5" fmla="*/ 1747868 h 2039768"/>
              <a:gd name="connsiteX6" fmla="*/ 11971651 w 12192000"/>
              <a:gd name="connsiteY6" fmla="*/ 149892 h 2039768"/>
              <a:gd name="connsiteX0" fmla="*/ 12192000 w 12192000"/>
              <a:gd name="connsiteY0" fmla="*/ 373966 h 1893600"/>
              <a:gd name="connsiteX1" fmla="*/ 12192000 w 12192000"/>
              <a:gd name="connsiteY1" fmla="*/ 1893600 h 1893600"/>
              <a:gd name="connsiteX2" fmla="*/ 0 w 12192000"/>
              <a:gd name="connsiteY2" fmla="*/ 1893600 h 1893600"/>
              <a:gd name="connsiteX3" fmla="*/ 0 w 12192000"/>
              <a:gd name="connsiteY3" fmla="*/ 673223 h 1893600"/>
              <a:gd name="connsiteX4" fmla="*/ 37309 w 12192000"/>
              <a:gd name="connsiteY4" fmla="*/ 688768 h 1893600"/>
              <a:gd name="connsiteX5" fmla="*/ 5319640 w 12192000"/>
              <a:gd name="connsiteY5" fmla="*/ 1601700 h 1893600"/>
              <a:gd name="connsiteX6" fmla="*/ 11971651 w 12192000"/>
              <a:gd name="connsiteY6" fmla="*/ 3724 h 1893600"/>
              <a:gd name="connsiteX7" fmla="*/ 12192000 w 12192000"/>
              <a:gd name="connsiteY7" fmla="*/ 373966 h 1893600"/>
              <a:gd name="connsiteX0" fmla="*/ 12192000 w 12192000"/>
              <a:gd name="connsiteY0" fmla="*/ 1413 h 1521047"/>
              <a:gd name="connsiteX1" fmla="*/ 12192000 w 12192000"/>
              <a:gd name="connsiteY1" fmla="*/ 1521047 h 1521047"/>
              <a:gd name="connsiteX2" fmla="*/ 0 w 12192000"/>
              <a:gd name="connsiteY2" fmla="*/ 1521047 h 1521047"/>
              <a:gd name="connsiteX3" fmla="*/ 0 w 12192000"/>
              <a:gd name="connsiteY3" fmla="*/ 300670 h 1521047"/>
              <a:gd name="connsiteX4" fmla="*/ 37309 w 12192000"/>
              <a:gd name="connsiteY4" fmla="*/ 316215 h 1521047"/>
              <a:gd name="connsiteX5" fmla="*/ 5319640 w 12192000"/>
              <a:gd name="connsiteY5" fmla="*/ 1229147 h 1521047"/>
              <a:gd name="connsiteX6" fmla="*/ 12192000 w 12192000"/>
              <a:gd name="connsiteY6" fmla="*/ 1413 h 1521047"/>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37309 w 12192000"/>
              <a:gd name="connsiteY4" fmla="*/ 314802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140179 w 12192000"/>
              <a:gd name="connsiteY4" fmla="*/ 401490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19640 w 12198096"/>
              <a:gd name="connsiteY4" fmla="*/ 1033551 h 1325451"/>
              <a:gd name="connsiteX5" fmla="*/ 12198096 w 12198096"/>
              <a:gd name="connsiteY5" fmla="*/ 0 h 1325451"/>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25736 w 12198096"/>
              <a:gd name="connsiteY4" fmla="*/ 978070 h 1325451"/>
              <a:gd name="connsiteX5" fmla="*/ 12198096 w 12198096"/>
              <a:gd name="connsiteY5" fmla="*/ 0 h 132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8096" h="1325451">
                <a:moveTo>
                  <a:pt x="12198096" y="0"/>
                </a:moveTo>
                <a:lnTo>
                  <a:pt x="12192000" y="1325451"/>
                </a:lnTo>
                <a:lnTo>
                  <a:pt x="0" y="1325451"/>
                </a:lnTo>
                <a:lnTo>
                  <a:pt x="3810" y="434491"/>
                </a:lnTo>
                <a:cubicBezTo>
                  <a:pt x="1718603" y="876908"/>
                  <a:pt x="3533473" y="963319"/>
                  <a:pt x="5325736" y="978070"/>
                </a:cubicBezTo>
                <a:cubicBezTo>
                  <a:pt x="7351518" y="925603"/>
                  <a:pt x="10633603" y="731550"/>
                  <a:pt x="12198096" y="0"/>
                </a:cubicBezTo>
                <a:close/>
              </a:path>
            </a:pathLst>
          </a:custGeom>
          <a:gradFill flip="none" rotWithShape="1">
            <a:gsLst>
              <a:gs pos="60000">
                <a:srgbClr val="A0D2B4">
                  <a:alpha val="50000"/>
                </a:srgbClr>
              </a:gs>
              <a:gs pos="0">
                <a:srgbClr val="008A41">
                  <a:alpha val="70000"/>
                </a:srgbClr>
              </a:gs>
              <a:gs pos="100000">
                <a:srgbClr val="A0D2B4">
                  <a:alpha val="5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pic>
        <p:nvPicPr>
          <p:cNvPr id="7" name="图片 6">
            <a:extLst>
              <a:ext uri="{FF2B5EF4-FFF2-40B4-BE49-F238E27FC236}">
                <a16:creationId xmlns:a16="http://schemas.microsoft.com/office/drawing/2014/main" id="{0AF968EC-2875-4883-AE1B-6A4874DDEC6E}"/>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ackgroundRemoval t="3090" b="89888" l="2563" r="97313">
                        <a14:foregroundMark x1="7187" y1="50562" x2="61563" y2="38764"/>
                        <a14:foregroundMark x1="61563" y1="38764" x2="63438" y2="41292"/>
                        <a14:foregroundMark x1="29875" y1="86798" x2="41313" y2="84551"/>
                        <a14:foregroundMark x1="41313" y1="84551" x2="57375" y2="89607"/>
                        <a14:foregroundMark x1="57375" y1="89607" x2="63438" y2="85112"/>
                        <a14:foregroundMark x1="63438" y1="85112" x2="64063" y2="85112"/>
                        <a14:foregroundMark x1="22250" y1="25843" x2="23375" y2="34831"/>
                        <a14:foregroundMark x1="22375" y1="26124" x2="26438" y2="23876"/>
                        <a14:foregroundMark x1="26438" y1="23876" x2="28688" y2="24438"/>
                        <a14:foregroundMark x1="22313" y1="23315" x2="28750" y2="25562"/>
                        <a14:foregroundMark x1="68313" y1="24157" x2="68313" y2="24157"/>
                        <a14:foregroundMark x1="68375" y1="70506" x2="68375" y2="70506"/>
                        <a14:foregroundMark x1="68063" y1="61236" x2="68063" y2="61236"/>
                        <a14:foregroundMark x1="83438" y1="31180" x2="87688" y2="19382"/>
                        <a14:foregroundMark x1="87688" y1="19382" x2="91813" y2="23315"/>
                        <a14:foregroundMark x1="91813" y1="23315" x2="95063" y2="37079"/>
                        <a14:foregroundMark x1="95063" y1="37079" x2="95188" y2="56461"/>
                        <a14:foregroundMark x1="95188" y1="56461" x2="91188" y2="72753"/>
                        <a14:foregroundMark x1="91188" y1="72753" x2="86438" y2="75562"/>
                        <a14:foregroundMark x1="86438" y1="75562" x2="82438" y2="60393"/>
                        <a14:foregroundMark x1="82438" y1="60393" x2="82125" y2="40449"/>
                        <a14:foregroundMark x1="82125" y1="40449" x2="83813" y2="29213"/>
                        <a14:foregroundMark x1="85688" y1="46910" x2="91313" y2="42416"/>
                        <a14:foregroundMark x1="84500" y1="41854" x2="89125" y2="45506"/>
                        <a14:foregroundMark x1="89125" y1="45506" x2="89313" y2="66573"/>
                        <a14:foregroundMark x1="89313" y1="66573" x2="85375" y2="56742"/>
                        <a14:foregroundMark x1="85375" y1="56742" x2="86188" y2="33427"/>
                        <a14:foregroundMark x1="86188" y1="33427" x2="89625" y2="23315"/>
                        <a14:foregroundMark x1="89625" y1="23315" x2="93063" y2="58146"/>
                        <a14:foregroundMark x1="93063" y1="58146" x2="92625" y2="60955"/>
                        <a14:foregroundMark x1="83250" y1="28933" x2="87125" y2="18539"/>
                        <a14:foregroundMark x1="87125" y1="18539" x2="92063" y2="21629"/>
                        <a14:foregroundMark x1="92063" y1="21629" x2="95063" y2="33989"/>
                        <a14:foregroundMark x1="95063" y1="33989" x2="95875" y2="52247"/>
                        <a14:foregroundMark x1="95875" y1="52247" x2="92688" y2="71910"/>
                        <a14:foregroundMark x1="92688" y1="71910" x2="89188" y2="80337"/>
                        <a14:foregroundMark x1="89188" y1="80337" x2="84125" y2="70787"/>
                        <a14:foregroundMark x1="84125" y1="70787" x2="81313" y2="53371"/>
                        <a14:foregroundMark x1="81313" y1="53371" x2="81875" y2="39607"/>
                        <a14:foregroundMark x1="60250" y1="39888" x2="58125" y2="37079"/>
                        <a14:foregroundMark x1="67625" y1="32022" x2="69313" y2="53090"/>
                        <a14:foregroundMark x1="69313" y1="53090" x2="75000" y2="35674"/>
                        <a14:foregroundMark x1="75000" y1="35674" x2="68813" y2="40449"/>
                        <a14:foregroundMark x1="68813" y1="40449" x2="69000" y2="21629"/>
                        <a14:foregroundMark x1="69000" y1="21629" x2="74250" y2="16292"/>
                        <a14:foregroundMark x1="74250" y1="16292" x2="78563" y2="24719"/>
                        <a14:foregroundMark x1="78563" y1="24719" x2="80063" y2="46348"/>
                        <a14:foregroundMark x1="80063" y1="46348" x2="75813" y2="71067"/>
                        <a14:foregroundMark x1="75813" y1="71067" x2="70438" y2="74719"/>
                        <a14:foregroundMark x1="70438" y1="74719" x2="77063" y2="69944"/>
                        <a14:foregroundMark x1="77063" y1="69944" x2="72313" y2="77528"/>
                        <a14:foregroundMark x1="72313" y1="77528" x2="67500" y2="53090"/>
                        <a14:foregroundMark x1="67500" y1="53090" x2="68063" y2="72753"/>
                        <a14:foregroundMark x1="68063" y1="72753" x2="69000" y2="77528"/>
                        <a14:foregroundMark x1="70688" y1="76685" x2="72438" y2="80056"/>
                        <a14:foregroundMark x1="73750" y1="78371" x2="75688" y2="78652"/>
                        <a14:foregroundMark x1="70813" y1="78090" x2="72063" y2="73876"/>
                        <a14:foregroundMark x1="5407" y1="21913" x2="10063" y2="20506"/>
                        <a14:foregroundMark x1="10063" y1="20506" x2="33938" y2="20506"/>
                        <a14:foregroundMark x1="33938" y1="20506" x2="53813" y2="11798"/>
                        <a14:foregroundMark x1="53813" y1="11798" x2="64813" y2="15449"/>
                        <a14:foregroundMark x1="64813" y1="15449" x2="67750" y2="43539"/>
                        <a14:foregroundMark x1="67750" y1="43539" x2="67750" y2="73876"/>
                        <a14:foregroundMark x1="67750" y1="73876" x2="59750" y2="97753"/>
                        <a14:foregroundMark x1="59750" y1="97753" x2="40250" y2="95506"/>
                        <a14:foregroundMark x1="40250" y1="95506" x2="9375" y2="72753"/>
                        <a14:foregroundMark x1="9375" y1="72753" x2="5309" y2="63916"/>
                        <a14:foregroundMark x1="10125" y1="10955" x2="11750" y2="27528"/>
                        <a14:foregroundMark x1="11750" y1="27528" x2="9125" y2="14045"/>
                        <a14:foregroundMark x1="9125" y1="14045" x2="13188" y2="16011"/>
                        <a14:foregroundMark x1="86698" y1="5849" x2="92049" y2="12903"/>
                        <a14:foregroundMark x1="97370" y1="25565" x2="99688" y2="49719"/>
                        <a14:foregroundMark x1="99688" y1="49719" x2="98188" y2="69101"/>
                        <a14:foregroundMark x1="98188" y1="69101" x2="93563" y2="85112"/>
                        <a14:foregroundMark x1="93563" y1="85112" x2="55688" y2="99719"/>
                        <a14:foregroundMark x1="55688" y1="99719" x2="7164" y2="90806"/>
                        <a14:foregroundMark x1="5404" y1="20395" x2="5750" y2="17978"/>
                        <a14:foregroundMark x1="5750" y1="17978" x2="44938" y2="2528"/>
                        <a14:foregroundMark x1="44938" y1="2528" x2="90875" y2="24438"/>
                        <a14:foregroundMark x1="90875" y1="24438" x2="80938" y2="14607"/>
                        <a14:foregroundMark x1="80938" y1="14607" x2="81099" y2="13463"/>
                        <a14:foregroundMark x1="68750" y1="12360" x2="78063" y2="17135"/>
                        <a14:foregroundMark x1="78063" y1="17135" x2="87938" y2="14607"/>
                        <a14:foregroundMark x1="87938" y1="14607" x2="93500" y2="20506"/>
                        <a14:foregroundMark x1="93500" y1="20506" x2="97500" y2="30618"/>
                        <a14:foregroundMark x1="97500" y1="30618" x2="97313" y2="59831"/>
                        <a14:foregroundMark x1="97313" y1="59831" x2="89563" y2="72753"/>
                        <a14:foregroundMark x1="89563" y1="72753" x2="79813" y2="68258"/>
                        <a14:foregroundMark x1="79813" y1="68258" x2="69438" y2="31180"/>
                        <a14:foregroundMark x1="69438" y1="31180" x2="68688" y2="12921"/>
                        <a14:foregroundMark x1="68688" y1="12921" x2="68688" y2="12640"/>
                        <a14:foregroundMark x1="5938" y1="33708" x2="6750" y2="79213"/>
                        <a14:backgroundMark x1="95264" y1="19646" x2="99063" y2="22472"/>
                        <a14:backgroundMark x1="72250" y1="2528" x2="84419" y2="11579"/>
                        <a14:backgroundMark x1="99063" y1="22472" x2="99563" y2="1685"/>
                        <a14:backgroundMark x1="99563" y1="1685" x2="71625" y2="1966"/>
                        <a14:backgroundMark x1="563" y1="11236" x2="6375" y2="95506"/>
                        <a14:backgroundMark x1="3125" y1="64607" x2="4500" y2="85112"/>
                        <a14:backgroundMark x1="2313" y1="66573" x2="3375" y2="64607"/>
                        <a14:backgroundMark x1="313" y1="17416" x2="625" y2="98315"/>
                        <a14:backgroundMark x1="1188" y1="19382" x2="4313" y2="98596"/>
                        <a14:backgroundMark x1="2750" y1="26685" x2="3125" y2="37079"/>
                        <a14:backgroundMark x1="1750" y1="19382" x2="4500" y2="38483"/>
                        <a14:backgroundMark x1="1750" y1="15449" x2="1750" y2="15449"/>
                        <a14:backgroundMark x1="1750" y1="17135" x2="4313" y2="37640"/>
                        <a14:backgroundMark x1="1875" y1="21910" x2="3938" y2="26966"/>
                        <a14:backgroundMark x1="4313" y1="3371" x2="4375" y2="39888"/>
                      </a14:backgroundRemoval>
                    </a14:imgEffect>
                  </a14:imgLayer>
                </a14:imgProps>
              </a:ext>
              <a:ext uri="{28A0092B-C50C-407E-A947-70E740481C1C}">
                <a14:useLocalDpi xmlns:a14="http://schemas.microsoft.com/office/drawing/2010/main" val="0"/>
              </a:ext>
            </a:extLst>
          </a:blip>
          <a:stretch>
            <a:fillRect/>
          </a:stretch>
        </p:blipFill>
        <p:spPr>
          <a:xfrm>
            <a:off x="8831870" y="254132"/>
            <a:ext cx="3223157" cy="717152"/>
          </a:xfrm>
          <a:prstGeom prst="rect">
            <a:avLst/>
          </a:prstGeom>
        </p:spPr>
      </p:pic>
    </p:spTree>
    <p:extLst>
      <p:ext uri="{BB962C8B-B14F-4D97-AF65-F5344CB8AC3E}">
        <p14:creationId xmlns:p14="http://schemas.microsoft.com/office/powerpoint/2010/main" val="32537699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9"/>
        <p:cNvGrpSpPr/>
        <p:nvPr/>
      </p:nvGrpSpPr>
      <p:grpSpPr>
        <a:xfrm>
          <a:off x="0" y="0"/>
          <a:ext cx="0" cy="0"/>
          <a:chOff x="0" y="0"/>
          <a:chExt cx="0" cy="0"/>
        </a:xfrm>
      </p:grpSpPr>
      <p:sp>
        <p:nvSpPr>
          <p:cNvPr id="50" name="Google Shape;5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4"/>
        <p:cNvGrpSpPr/>
        <p:nvPr/>
      </p:nvGrpSpPr>
      <p:grpSpPr>
        <a:xfrm>
          <a:off x="0" y="0"/>
          <a:ext cx="0" cy="0"/>
          <a:chOff x="0" y="0"/>
          <a:chExt cx="0" cy="0"/>
        </a:xfrm>
      </p:grpSpPr>
      <p:sp>
        <p:nvSpPr>
          <p:cNvPr id="55" name="Google Shape;5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8"/>
        <p:cNvGrpSpPr/>
        <p:nvPr/>
      </p:nvGrpSpPr>
      <p:grpSpPr>
        <a:xfrm>
          <a:off x="0" y="0"/>
          <a:ext cx="0" cy="0"/>
          <a:chOff x="0" y="0"/>
          <a:chExt cx="0" cy="0"/>
        </a:xfrm>
      </p:grpSpPr>
      <p:sp>
        <p:nvSpPr>
          <p:cNvPr id="59" name="Google Shape;5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5"/>
        <p:cNvGrpSpPr/>
        <p:nvPr/>
      </p:nvGrpSpPr>
      <p:grpSpPr>
        <a:xfrm>
          <a:off x="0" y="0"/>
          <a:ext cx="0" cy="0"/>
          <a:chOff x="0" y="0"/>
          <a:chExt cx="0" cy="0"/>
        </a:xfrm>
      </p:grpSpPr>
      <p:sp>
        <p:nvSpPr>
          <p:cNvPr id="66" name="Google Shape;6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0"/>
          <p:cNvSpPr>
            <a:spLocks noGrp="1"/>
          </p:cNvSpPr>
          <p:nvPr>
            <p:ph type="pic" idx="2"/>
          </p:nvPr>
        </p:nvSpPr>
        <p:spPr>
          <a:xfrm>
            <a:off x="5183188" y="987425"/>
            <a:ext cx="6172200" cy="4873625"/>
          </a:xfrm>
          <a:prstGeom prst="rect">
            <a:avLst/>
          </a:prstGeom>
          <a:noFill/>
          <a:ln>
            <a:noFill/>
          </a:ln>
        </p:spPr>
      </p:sp>
      <p:sp>
        <p:nvSpPr>
          <p:cNvPr id="68" name="Google Shape;6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72"/>
        <p:cNvGrpSpPr/>
        <p:nvPr/>
      </p:nvGrpSpPr>
      <p:grpSpPr>
        <a:xfrm>
          <a:off x="0" y="0"/>
          <a:ext cx="0" cy="0"/>
          <a:chOff x="0" y="0"/>
          <a:chExt cx="0" cy="0"/>
        </a:xfrm>
      </p:grpSpPr>
      <p:sp>
        <p:nvSpPr>
          <p:cNvPr id="73" name="Google Shape;7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8"/>
        <p:cNvGrpSpPr/>
        <p:nvPr/>
      </p:nvGrpSpPr>
      <p:grpSpPr>
        <a:xfrm>
          <a:off x="0" y="0"/>
          <a:ext cx="0" cy="0"/>
          <a:chOff x="0" y="0"/>
          <a:chExt cx="0" cy="0"/>
        </a:xfrm>
      </p:grpSpPr>
      <p:sp>
        <p:nvSpPr>
          <p:cNvPr id="79" name="Google Shape;7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473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9" name="文本占位符 29">
            <a:extLst>
              <a:ext uri="{FF2B5EF4-FFF2-40B4-BE49-F238E27FC236}">
                <a16:creationId xmlns:a16="http://schemas.microsoft.com/office/drawing/2014/main" id="{2BF2898E-5923-4FFD-863D-BCBE0E88CC45}"/>
              </a:ext>
            </a:extLst>
          </p:cNvPr>
          <p:cNvSpPr>
            <a:spLocks noGrp="1"/>
          </p:cNvSpPr>
          <p:nvPr>
            <p:ph type="body" sz="quarter" idx="13"/>
          </p:nvPr>
        </p:nvSpPr>
        <p:spPr>
          <a:xfrm>
            <a:off x="2647539" y="909343"/>
            <a:ext cx="6887003" cy="727947"/>
          </a:xfrm>
          <a:prstGeom prst="rect">
            <a:avLst/>
          </a:prstGeom>
        </p:spPr>
        <p:txBody>
          <a:bodyPr>
            <a:noAutofit/>
          </a:bodyPr>
          <a:lstStyle>
            <a:lvl1pPr marL="0" indent="0" algn="ctr">
              <a:buNone/>
              <a:defRPr sz="6400" b="1">
                <a:solidFill>
                  <a:srgbClr val="2FA453"/>
                </a:solidFill>
                <a:latin typeface="Times New Roman" panose="02020603050405020304" pitchFamily="18" charset="0"/>
                <a:ea typeface="黑体" panose="02010609060101010101" pitchFamily="49" charset="-122"/>
                <a:cs typeface="Times New Roman" panose="02020603050405020304" pitchFamily="18" charset="0"/>
              </a:defRPr>
            </a:lvl1pPr>
            <a:lvl2pPr>
              <a:defRPr sz="4000">
                <a:latin typeface="Times New Roman" panose="02020603050405020304" pitchFamily="18" charset="0"/>
                <a:ea typeface="宋体" panose="02010600030101010101" pitchFamily="2" charset="-122"/>
                <a:cs typeface="Times New Roman" panose="02020603050405020304" pitchFamily="18" charset="0"/>
              </a:defRPr>
            </a:lvl2pPr>
            <a:lvl3pPr>
              <a:defRPr sz="4000">
                <a:latin typeface="Times New Roman" panose="02020603050405020304" pitchFamily="18" charset="0"/>
                <a:ea typeface="宋体" panose="02010600030101010101" pitchFamily="2" charset="-122"/>
                <a:cs typeface="Times New Roman" panose="02020603050405020304" pitchFamily="18" charset="0"/>
              </a:defRPr>
            </a:lvl3pPr>
            <a:lvl4pPr>
              <a:defRPr sz="4000">
                <a:latin typeface="Times New Roman" panose="02020603050405020304" pitchFamily="18" charset="0"/>
                <a:ea typeface="宋体" panose="02010600030101010101" pitchFamily="2" charset="-122"/>
                <a:cs typeface="Times New Roman" panose="02020603050405020304" pitchFamily="18" charset="0"/>
              </a:defRPr>
            </a:lvl4pPr>
            <a:lvl5pPr>
              <a:defRPr sz="4000">
                <a:latin typeface="Times New Roman" panose="02020603050405020304" pitchFamily="18" charset="0"/>
                <a:ea typeface="宋体" panose="02010600030101010101" pitchFamily="2" charset="-122"/>
                <a:cs typeface="Times New Roman" panose="02020603050405020304" pitchFamily="18" charset="0"/>
              </a:defRPr>
            </a:lvl5pPr>
          </a:lstStyle>
          <a:p>
            <a:pPr lvl="0"/>
            <a:endParaRPr lang="zh-CN" altLang="en-US"/>
          </a:p>
        </p:txBody>
      </p:sp>
    </p:spTree>
    <p:extLst>
      <p:ext uri="{BB962C8B-B14F-4D97-AF65-F5344CB8AC3E}">
        <p14:creationId xmlns:p14="http://schemas.microsoft.com/office/powerpoint/2010/main" val="10809339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9" name="文本占位符 29">
            <a:extLst>
              <a:ext uri="{FF2B5EF4-FFF2-40B4-BE49-F238E27FC236}">
                <a16:creationId xmlns:a16="http://schemas.microsoft.com/office/drawing/2014/main" id="{2BF2898E-5923-4FFD-863D-BCBE0E88CC45}"/>
              </a:ext>
            </a:extLst>
          </p:cNvPr>
          <p:cNvSpPr>
            <a:spLocks noGrp="1"/>
          </p:cNvSpPr>
          <p:nvPr>
            <p:ph type="body" sz="quarter" idx="13"/>
          </p:nvPr>
        </p:nvSpPr>
        <p:spPr>
          <a:xfrm>
            <a:off x="625699" y="455083"/>
            <a:ext cx="9493661" cy="727947"/>
          </a:xfrm>
          <a:prstGeom prst="rect">
            <a:avLst/>
          </a:prstGeom>
        </p:spPr>
        <p:txBody>
          <a:bodyPr>
            <a:noAutofit/>
          </a:bodyPr>
          <a:lstStyle>
            <a:lvl1pPr marL="0" indent="0" algn="l">
              <a:buNone/>
              <a:defRPr sz="3800" b="1">
                <a:solidFill>
                  <a:srgbClr val="2FA453"/>
                </a:solidFill>
                <a:latin typeface="Times New Roman" panose="02020603050405020304" pitchFamily="18" charset="0"/>
                <a:ea typeface="黑体" panose="02010609060101010101" pitchFamily="49" charset="-122"/>
                <a:cs typeface="Times New Roman" panose="02020603050405020304" pitchFamily="18" charset="0"/>
              </a:defRPr>
            </a:lvl1pPr>
            <a:lvl2pPr>
              <a:defRPr sz="4000">
                <a:latin typeface="Times New Roman" panose="02020603050405020304" pitchFamily="18" charset="0"/>
                <a:ea typeface="宋体" panose="02010600030101010101" pitchFamily="2" charset="-122"/>
                <a:cs typeface="Times New Roman" panose="02020603050405020304" pitchFamily="18" charset="0"/>
              </a:defRPr>
            </a:lvl2pPr>
            <a:lvl3pPr>
              <a:defRPr sz="4000">
                <a:latin typeface="Times New Roman" panose="02020603050405020304" pitchFamily="18" charset="0"/>
                <a:ea typeface="宋体" panose="02010600030101010101" pitchFamily="2" charset="-122"/>
                <a:cs typeface="Times New Roman" panose="02020603050405020304" pitchFamily="18" charset="0"/>
              </a:defRPr>
            </a:lvl3pPr>
            <a:lvl4pPr>
              <a:defRPr sz="4000">
                <a:latin typeface="Times New Roman" panose="02020603050405020304" pitchFamily="18" charset="0"/>
                <a:ea typeface="宋体" panose="02010600030101010101" pitchFamily="2" charset="-122"/>
                <a:cs typeface="Times New Roman" panose="02020603050405020304" pitchFamily="18" charset="0"/>
              </a:defRPr>
            </a:lvl4pPr>
            <a:lvl5pPr>
              <a:defRPr sz="4000">
                <a:latin typeface="Times New Roman" panose="02020603050405020304" pitchFamily="18" charset="0"/>
                <a:ea typeface="宋体" panose="02010600030101010101" pitchFamily="2" charset="-122"/>
                <a:cs typeface="Times New Roman" panose="02020603050405020304" pitchFamily="18" charset="0"/>
              </a:defRPr>
            </a:lvl5pPr>
          </a:lstStyle>
          <a:p>
            <a:pPr lvl="0"/>
            <a:endParaRPr lang="zh-CN" altLang="en-US"/>
          </a:p>
        </p:txBody>
      </p:sp>
      <p:sp>
        <p:nvSpPr>
          <p:cNvPr id="10" name="Rectangle: Rounded Corners 2">
            <a:extLst>
              <a:ext uri="{FF2B5EF4-FFF2-40B4-BE49-F238E27FC236}">
                <a16:creationId xmlns:a16="http://schemas.microsoft.com/office/drawing/2014/main" id="{95BCBA6E-F91C-4D8B-9AF6-911AEAB59450}"/>
              </a:ext>
            </a:extLst>
          </p:cNvPr>
          <p:cNvSpPr/>
          <p:nvPr userDrawn="1"/>
        </p:nvSpPr>
        <p:spPr>
          <a:xfrm>
            <a:off x="949810" y="1260246"/>
            <a:ext cx="10124590" cy="5077563"/>
          </a:xfrm>
          <a:prstGeom prst="round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632D7CCD-C039-4676-A9BE-F2E035E50AD2}"/>
              </a:ext>
            </a:extLst>
          </p:cNvPr>
          <p:cNvSpPr>
            <a:spLocks noGrp="1"/>
          </p:cNvSpPr>
          <p:nvPr>
            <p:ph sz="quarter" idx="14"/>
          </p:nvPr>
        </p:nvSpPr>
        <p:spPr>
          <a:xfrm>
            <a:off x="1270000" y="1848802"/>
            <a:ext cx="9499600" cy="4154904"/>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cxnSp>
        <p:nvCxnSpPr>
          <p:cNvPr id="14" name="直接连接符 13">
            <a:extLst>
              <a:ext uri="{FF2B5EF4-FFF2-40B4-BE49-F238E27FC236}">
                <a16:creationId xmlns:a16="http://schemas.microsoft.com/office/drawing/2014/main" id="{4EF1CBFA-693B-4956-B0CC-0DFF448B0A7C}"/>
              </a:ext>
            </a:extLst>
          </p:cNvPr>
          <p:cNvCxnSpPr>
            <a:cxnSpLocks/>
          </p:cNvCxnSpPr>
          <p:nvPr userDrawn="1"/>
        </p:nvCxnSpPr>
        <p:spPr>
          <a:xfrm flipV="1">
            <a:off x="659760" y="1105817"/>
            <a:ext cx="8269829" cy="1"/>
          </a:xfrm>
          <a:prstGeom prst="line">
            <a:avLst/>
          </a:prstGeom>
          <a:ln w="31750">
            <a:solidFill>
              <a:srgbClr val="2FA45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841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101" name="文本占位符 29">
            <a:extLst>
              <a:ext uri="{FF2B5EF4-FFF2-40B4-BE49-F238E27FC236}">
                <a16:creationId xmlns:a16="http://schemas.microsoft.com/office/drawing/2014/main" id="{05EF94DE-819F-4275-9A19-74E8C607B607}"/>
              </a:ext>
            </a:extLst>
          </p:cNvPr>
          <p:cNvSpPr>
            <a:spLocks noGrp="1"/>
          </p:cNvSpPr>
          <p:nvPr>
            <p:ph type="body" sz="quarter" idx="10"/>
          </p:nvPr>
        </p:nvSpPr>
        <p:spPr>
          <a:xfrm>
            <a:off x="558671" y="378407"/>
            <a:ext cx="8370918" cy="727947"/>
          </a:xfrm>
        </p:spPr>
        <p:txBody>
          <a:bodyPr>
            <a:noAutofit/>
          </a:bodyPr>
          <a:lstStyle>
            <a:lvl1pPr marL="0" indent="0">
              <a:lnSpc>
                <a:spcPct val="100000"/>
              </a:lnSpc>
              <a:buNone/>
              <a:defRPr sz="3800" b="1">
                <a:solidFill>
                  <a:srgbClr val="008A41"/>
                </a:solidFill>
                <a:latin typeface="Times New Roman" panose="02020603050405020304" pitchFamily="18" charset="0"/>
                <a:ea typeface="黑体" panose="02010609060101010101" pitchFamily="49" charset="-122"/>
                <a:cs typeface="Times New Roman" panose="02020603050405020304" pitchFamily="18" charset="0"/>
              </a:defRPr>
            </a:lvl1pPr>
            <a:lvl2pPr>
              <a:defRPr sz="4000">
                <a:latin typeface="Times New Roman" panose="02020603050405020304" pitchFamily="18" charset="0"/>
                <a:ea typeface="宋体" panose="02010600030101010101" pitchFamily="2" charset="-122"/>
                <a:cs typeface="Times New Roman" panose="02020603050405020304" pitchFamily="18" charset="0"/>
              </a:defRPr>
            </a:lvl2pPr>
            <a:lvl3pPr>
              <a:defRPr sz="4000">
                <a:latin typeface="Times New Roman" panose="02020603050405020304" pitchFamily="18" charset="0"/>
                <a:ea typeface="宋体" panose="02010600030101010101" pitchFamily="2" charset="-122"/>
                <a:cs typeface="Times New Roman" panose="02020603050405020304" pitchFamily="18" charset="0"/>
              </a:defRPr>
            </a:lvl3pPr>
            <a:lvl4pPr>
              <a:defRPr sz="4000">
                <a:latin typeface="Times New Roman" panose="02020603050405020304" pitchFamily="18" charset="0"/>
                <a:ea typeface="宋体" panose="02010600030101010101" pitchFamily="2" charset="-122"/>
                <a:cs typeface="Times New Roman" panose="02020603050405020304" pitchFamily="18" charset="0"/>
              </a:defRPr>
            </a:lvl4pPr>
            <a:lvl5pPr>
              <a:defRPr sz="4000">
                <a:latin typeface="Times New Roman" panose="02020603050405020304" pitchFamily="18" charset="0"/>
                <a:ea typeface="宋体" panose="02010600030101010101" pitchFamily="2" charset="-122"/>
                <a:cs typeface="Times New Roman" panose="02020603050405020304" pitchFamily="18" charset="0"/>
              </a:defRPr>
            </a:lvl5pPr>
          </a:lstStyle>
          <a:p>
            <a:pPr lvl="0"/>
            <a:endParaRPr lang="zh-CN" altLang="en-US"/>
          </a:p>
        </p:txBody>
      </p:sp>
      <p:cxnSp>
        <p:nvCxnSpPr>
          <p:cNvPr id="54" name="直接连接符 53">
            <a:extLst>
              <a:ext uri="{FF2B5EF4-FFF2-40B4-BE49-F238E27FC236}">
                <a16:creationId xmlns:a16="http://schemas.microsoft.com/office/drawing/2014/main" id="{1CEA2257-F083-4A99-BCDF-E4D6546E5DD4}"/>
              </a:ext>
            </a:extLst>
          </p:cNvPr>
          <p:cNvCxnSpPr>
            <a:cxnSpLocks/>
          </p:cNvCxnSpPr>
          <p:nvPr userDrawn="1"/>
        </p:nvCxnSpPr>
        <p:spPr>
          <a:xfrm flipV="1">
            <a:off x="659760" y="1105817"/>
            <a:ext cx="8269829" cy="1"/>
          </a:xfrm>
          <a:prstGeom prst="line">
            <a:avLst/>
          </a:prstGeom>
          <a:ln w="31750">
            <a:solidFill>
              <a:srgbClr val="008A41"/>
            </a:solidFill>
          </a:ln>
        </p:spPr>
        <p:style>
          <a:lnRef idx="1">
            <a:schemeClr val="accent1"/>
          </a:lnRef>
          <a:fillRef idx="0">
            <a:schemeClr val="accent1"/>
          </a:fillRef>
          <a:effectRef idx="0">
            <a:schemeClr val="accent1"/>
          </a:effectRef>
          <a:fontRef idx="minor">
            <a:schemeClr val="tx1"/>
          </a:fontRef>
        </p:style>
      </p:cxnSp>
      <p:sp>
        <p:nvSpPr>
          <p:cNvPr id="58" name="矩形 7">
            <a:extLst>
              <a:ext uri="{FF2B5EF4-FFF2-40B4-BE49-F238E27FC236}">
                <a16:creationId xmlns:a16="http://schemas.microsoft.com/office/drawing/2014/main" id="{09F1556C-1C07-47FB-9624-E61DCA61C430}"/>
              </a:ext>
            </a:extLst>
          </p:cNvPr>
          <p:cNvSpPr/>
          <p:nvPr userDrawn="1"/>
        </p:nvSpPr>
        <p:spPr>
          <a:xfrm flipH="1">
            <a:off x="-7629" y="6513308"/>
            <a:ext cx="12201043" cy="365126"/>
          </a:xfrm>
          <a:custGeom>
            <a:avLst/>
            <a:gdLst>
              <a:gd name="connsiteX0" fmla="*/ 0 w 12192000"/>
              <a:gd name="connsiteY0" fmla="*/ 0 h 609599"/>
              <a:gd name="connsiteX1" fmla="*/ 12192000 w 12192000"/>
              <a:gd name="connsiteY1" fmla="*/ 0 h 609599"/>
              <a:gd name="connsiteX2" fmla="*/ 12192000 w 12192000"/>
              <a:gd name="connsiteY2" fmla="*/ 609599 h 609599"/>
              <a:gd name="connsiteX3" fmla="*/ 0 w 12192000"/>
              <a:gd name="connsiteY3" fmla="*/ 609599 h 609599"/>
              <a:gd name="connsiteX4" fmla="*/ 0 w 12192000"/>
              <a:gd name="connsiteY4" fmla="*/ 0 h 609599"/>
              <a:gd name="connsiteX0" fmla="*/ 0 w 12192000"/>
              <a:gd name="connsiteY0" fmla="*/ 548640 h 1158239"/>
              <a:gd name="connsiteX1" fmla="*/ 12192000 w 12192000"/>
              <a:gd name="connsiteY1" fmla="*/ 548640 h 1158239"/>
              <a:gd name="connsiteX2" fmla="*/ 12192000 w 12192000"/>
              <a:gd name="connsiteY2" fmla="*/ 1158239 h 1158239"/>
              <a:gd name="connsiteX3" fmla="*/ 0 w 12192000"/>
              <a:gd name="connsiteY3" fmla="*/ 1158239 h 1158239"/>
              <a:gd name="connsiteX4" fmla="*/ 0 w 12192000"/>
              <a:gd name="connsiteY4" fmla="*/ 548640 h 1158239"/>
              <a:gd name="connsiteX0" fmla="*/ 0 w 12192000"/>
              <a:gd name="connsiteY0" fmla="*/ 376700 h 986299"/>
              <a:gd name="connsiteX1" fmla="*/ 12192000 w 12192000"/>
              <a:gd name="connsiteY1" fmla="*/ 376700 h 986299"/>
              <a:gd name="connsiteX2" fmla="*/ 12192000 w 12192000"/>
              <a:gd name="connsiteY2" fmla="*/ 986299 h 986299"/>
              <a:gd name="connsiteX3" fmla="*/ 0 w 12192000"/>
              <a:gd name="connsiteY3" fmla="*/ 986299 h 986299"/>
              <a:gd name="connsiteX4" fmla="*/ 0 w 12192000"/>
              <a:gd name="connsiteY4" fmla="*/ 376700 h 986299"/>
              <a:gd name="connsiteX0" fmla="*/ 0 w 12192000"/>
              <a:gd name="connsiteY0" fmla="*/ 438928 h 1048527"/>
              <a:gd name="connsiteX1" fmla="*/ 12192000 w 12192000"/>
              <a:gd name="connsiteY1" fmla="*/ 438928 h 1048527"/>
              <a:gd name="connsiteX2" fmla="*/ 12192000 w 12192000"/>
              <a:gd name="connsiteY2" fmla="*/ 1048527 h 1048527"/>
              <a:gd name="connsiteX3" fmla="*/ 0 w 12192000"/>
              <a:gd name="connsiteY3" fmla="*/ 1048527 h 1048527"/>
              <a:gd name="connsiteX4" fmla="*/ 0 w 12192000"/>
              <a:gd name="connsiteY4" fmla="*/ 438928 h 1048527"/>
              <a:gd name="connsiteX0" fmla="*/ 0 w 12192000"/>
              <a:gd name="connsiteY0" fmla="*/ 181799 h 791398"/>
              <a:gd name="connsiteX1" fmla="*/ 12192000 w 12192000"/>
              <a:gd name="connsiteY1" fmla="*/ 181799 h 791398"/>
              <a:gd name="connsiteX2" fmla="*/ 12192000 w 12192000"/>
              <a:gd name="connsiteY2" fmla="*/ 791398 h 791398"/>
              <a:gd name="connsiteX3" fmla="*/ 0 w 12192000"/>
              <a:gd name="connsiteY3" fmla="*/ 791398 h 791398"/>
              <a:gd name="connsiteX4" fmla="*/ 0 w 12192000"/>
              <a:gd name="connsiteY4" fmla="*/ 181799 h 791398"/>
              <a:gd name="connsiteX0" fmla="*/ 0 w 12192000"/>
              <a:gd name="connsiteY0" fmla="*/ 187345 h 796944"/>
              <a:gd name="connsiteX1" fmla="*/ 12192000 w 12192000"/>
              <a:gd name="connsiteY1" fmla="*/ 187345 h 796944"/>
              <a:gd name="connsiteX2" fmla="*/ 12192000 w 12192000"/>
              <a:gd name="connsiteY2" fmla="*/ 796944 h 796944"/>
              <a:gd name="connsiteX3" fmla="*/ 0 w 12192000"/>
              <a:gd name="connsiteY3" fmla="*/ 796944 h 796944"/>
              <a:gd name="connsiteX4" fmla="*/ 0 w 12192000"/>
              <a:gd name="connsiteY4" fmla="*/ 187345 h 796944"/>
              <a:gd name="connsiteX0" fmla="*/ 0 w 12192000"/>
              <a:gd name="connsiteY0" fmla="*/ 154569 h 764168"/>
              <a:gd name="connsiteX1" fmla="*/ 12192000 w 12192000"/>
              <a:gd name="connsiteY1" fmla="*/ 154569 h 764168"/>
              <a:gd name="connsiteX2" fmla="*/ 12192000 w 12192000"/>
              <a:gd name="connsiteY2" fmla="*/ 764168 h 764168"/>
              <a:gd name="connsiteX3" fmla="*/ 0 w 12192000"/>
              <a:gd name="connsiteY3" fmla="*/ 764168 h 764168"/>
              <a:gd name="connsiteX4" fmla="*/ 0 w 12192000"/>
              <a:gd name="connsiteY4" fmla="*/ 154569 h 764168"/>
              <a:gd name="connsiteX0" fmla="*/ 0 w 12192000"/>
              <a:gd name="connsiteY0" fmla="*/ 165354 h 774953"/>
              <a:gd name="connsiteX1" fmla="*/ 12192000 w 12192000"/>
              <a:gd name="connsiteY1" fmla="*/ 165354 h 774953"/>
              <a:gd name="connsiteX2" fmla="*/ 12192000 w 12192000"/>
              <a:gd name="connsiteY2" fmla="*/ 774953 h 774953"/>
              <a:gd name="connsiteX3" fmla="*/ 0 w 12192000"/>
              <a:gd name="connsiteY3" fmla="*/ 774953 h 774953"/>
              <a:gd name="connsiteX4" fmla="*/ 0 w 12192000"/>
              <a:gd name="connsiteY4" fmla="*/ 165354 h 774953"/>
              <a:gd name="connsiteX0" fmla="*/ 0 w 12192000"/>
              <a:gd name="connsiteY0" fmla="*/ 181798 h 791397"/>
              <a:gd name="connsiteX1" fmla="*/ 12192000 w 12192000"/>
              <a:gd name="connsiteY1" fmla="*/ 181798 h 791397"/>
              <a:gd name="connsiteX2" fmla="*/ 12192000 w 12192000"/>
              <a:gd name="connsiteY2" fmla="*/ 791397 h 791397"/>
              <a:gd name="connsiteX3" fmla="*/ 0 w 12192000"/>
              <a:gd name="connsiteY3" fmla="*/ 791397 h 791397"/>
              <a:gd name="connsiteX4" fmla="*/ 0 w 12192000"/>
              <a:gd name="connsiteY4" fmla="*/ 181798 h 791397"/>
              <a:gd name="connsiteX0" fmla="*/ 0 w 12192000"/>
              <a:gd name="connsiteY0" fmla="*/ 88858 h 698457"/>
              <a:gd name="connsiteX1" fmla="*/ 12192000 w 12192000"/>
              <a:gd name="connsiteY1" fmla="*/ 88858 h 698457"/>
              <a:gd name="connsiteX2" fmla="*/ 12192000 w 12192000"/>
              <a:gd name="connsiteY2" fmla="*/ 698457 h 698457"/>
              <a:gd name="connsiteX3" fmla="*/ 0 w 12192000"/>
              <a:gd name="connsiteY3" fmla="*/ 698457 h 698457"/>
              <a:gd name="connsiteX4" fmla="*/ 0 w 12192000"/>
              <a:gd name="connsiteY4" fmla="*/ 88858 h 698457"/>
              <a:gd name="connsiteX0" fmla="*/ 10160 w 12192000"/>
              <a:gd name="connsiteY0" fmla="*/ 93903 h 612062"/>
              <a:gd name="connsiteX1" fmla="*/ 12192000 w 12192000"/>
              <a:gd name="connsiteY1" fmla="*/ 2463 h 612062"/>
              <a:gd name="connsiteX2" fmla="*/ 12192000 w 12192000"/>
              <a:gd name="connsiteY2" fmla="*/ 612062 h 612062"/>
              <a:gd name="connsiteX3" fmla="*/ 0 w 12192000"/>
              <a:gd name="connsiteY3" fmla="*/ 612062 h 612062"/>
              <a:gd name="connsiteX4" fmla="*/ 10160 w 12192000"/>
              <a:gd name="connsiteY4" fmla="*/ 93903 h 612062"/>
              <a:gd name="connsiteX0" fmla="*/ 0 w 12181840"/>
              <a:gd name="connsiteY0" fmla="*/ 93903 h 612062"/>
              <a:gd name="connsiteX1" fmla="*/ 12181840 w 12181840"/>
              <a:gd name="connsiteY1" fmla="*/ 2463 h 612062"/>
              <a:gd name="connsiteX2" fmla="*/ 12181840 w 12181840"/>
              <a:gd name="connsiteY2" fmla="*/ 612062 h 612062"/>
              <a:gd name="connsiteX3" fmla="*/ 12700 w 12181840"/>
              <a:gd name="connsiteY3" fmla="*/ 612062 h 612062"/>
              <a:gd name="connsiteX4" fmla="*/ 0 w 12181840"/>
              <a:gd name="connsiteY4" fmla="*/ 93903 h 612062"/>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97080"/>
              <a:gd name="connsiteY0" fmla="*/ 93459 h 619238"/>
              <a:gd name="connsiteX1" fmla="*/ 12197080 w 12197080"/>
              <a:gd name="connsiteY1" fmla="*/ 9639 h 619238"/>
              <a:gd name="connsiteX2" fmla="*/ 12197080 w 12197080"/>
              <a:gd name="connsiteY2" fmla="*/ 619238 h 619238"/>
              <a:gd name="connsiteX3" fmla="*/ 27940 w 12197080"/>
              <a:gd name="connsiteY3" fmla="*/ 619238 h 619238"/>
              <a:gd name="connsiteX4" fmla="*/ 0 w 12197080"/>
              <a:gd name="connsiteY4" fmla="*/ 93459 h 619238"/>
              <a:gd name="connsiteX0" fmla="*/ 2540 w 12199620"/>
              <a:gd name="connsiteY0" fmla="*/ 93459 h 619238"/>
              <a:gd name="connsiteX1" fmla="*/ 12199620 w 12199620"/>
              <a:gd name="connsiteY1" fmla="*/ 9639 h 619238"/>
              <a:gd name="connsiteX2" fmla="*/ 12199620 w 12199620"/>
              <a:gd name="connsiteY2" fmla="*/ 619238 h 619238"/>
              <a:gd name="connsiteX3" fmla="*/ 0 w 12199620"/>
              <a:gd name="connsiteY3" fmla="*/ 611618 h 619238"/>
              <a:gd name="connsiteX4" fmla="*/ 2540 w 12199620"/>
              <a:gd name="connsiteY4" fmla="*/ 93459 h 619238"/>
              <a:gd name="connsiteX0" fmla="*/ 153 w 12201043"/>
              <a:gd name="connsiteY0" fmla="*/ 152400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52400 h 609599"/>
              <a:gd name="connsiteX0" fmla="*/ 153 w 12201043"/>
              <a:gd name="connsiteY0" fmla="*/ 184785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84785 h 609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1043" h="609599">
                <a:moveTo>
                  <a:pt x="153" y="184785"/>
                </a:moveTo>
                <a:cubicBezTo>
                  <a:pt x="6075833" y="-272415"/>
                  <a:pt x="8457083" y="1051560"/>
                  <a:pt x="12201043" y="0"/>
                </a:cubicBezTo>
                <a:lnTo>
                  <a:pt x="12201043" y="609599"/>
                </a:lnTo>
                <a:lnTo>
                  <a:pt x="1423" y="601979"/>
                </a:lnTo>
                <a:cubicBezTo>
                  <a:pt x="2270" y="429259"/>
                  <a:pt x="-694" y="357505"/>
                  <a:pt x="153" y="184785"/>
                </a:cubicBezTo>
                <a:close/>
              </a:path>
            </a:pathLst>
          </a:custGeom>
          <a:gradFill flip="none" rotWithShape="1">
            <a:gsLst>
              <a:gs pos="60000">
                <a:srgbClr val="008A41">
                  <a:alpha val="49804"/>
                </a:srgbClr>
              </a:gs>
              <a:gs pos="0">
                <a:srgbClr val="008A41">
                  <a:alpha val="70000"/>
                </a:srgbClr>
              </a:gs>
              <a:gs pos="100000">
                <a:srgbClr val="A0D2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a:extLst>
              <a:ext uri="{FF2B5EF4-FFF2-40B4-BE49-F238E27FC236}">
                <a16:creationId xmlns:a16="http://schemas.microsoft.com/office/drawing/2014/main" id="{8BD54AD5-F490-41E4-9406-E6D50BECDEB6}"/>
              </a:ext>
            </a:extLst>
          </p:cNvPr>
          <p:cNvSpPr/>
          <p:nvPr userDrawn="1"/>
        </p:nvSpPr>
        <p:spPr>
          <a:xfrm flipH="1" flipV="1">
            <a:off x="-6102" y="-10166"/>
            <a:ext cx="12194287" cy="388033"/>
          </a:xfrm>
          <a:custGeom>
            <a:avLst/>
            <a:gdLst>
              <a:gd name="connsiteX0" fmla="*/ 12192000 w 12192000"/>
              <a:gd name="connsiteY0" fmla="*/ 0 h 2039768"/>
              <a:gd name="connsiteX1" fmla="*/ 12192000 w 12192000"/>
              <a:gd name="connsiteY1" fmla="*/ 2039768 h 2039768"/>
              <a:gd name="connsiteX2" fmla="*/ 0 w 12192000"/>
              <a:gd name="connsiteY2" fmla="*/ 2039768 h 2039768"/>
              <a:gd name="connsiteX3" fmla="*/ 0 w 12192000"/>
              <a:gd name="connsiteY3" fmla="*/ 819391 h 2039768"/>
              <a:gd name="connsiteX4" fmla="*/ 37309 w 12192000"/>
              <a:gd name="connsiteY4" fmla="*/ 834936 h 2039768"/>
              <a:gd name="connsiteX5" fmla="*/ 5319640 w 12192000"/>
              <a:gd name="connsiteY5" fmla="*/ 1747868 h 2039768"/>
              <a:gd name="connsiteX6" fmla="*/ 11971651 w 12192000"/>
              <a:gd name="connsiteY6" fmla="*/ 149892 h 2039768"/>
              <a:gd name="connsiteX0" fmla="*/ 12192000 w 12192000"/>
              <a:gd name="connsiteY0" fmla="*/ 373966 h 1893600"/>
              <a:gd name="connsiteX1" fmla="*/ 12192000 w 12192000"/>
              <a:gd name="connsiteY1" fmla="*/ 1893600 h 1893600"/>
              <a:gd name="connsiteX2" fmla="*/ 0 w 12192000"/>
              <a:gd name="connsiteY2" fmla="*/ 1893600 h 1893600"/>
              <a:gd name="connsiteX3" fmla="*/ 0 w 12192000"/>
              <a:gd name="connsiteY3" fmla="*/ 673223 h 1893600"/>
              <a:gd name="connsiteX4" fmla="*/ 37309 w 12192000"/>
              <a:gd name="connsiteY4" fmla="*/ 688768 h 1893600"/>
              <a:gd name="connsiteX5" fmla="*/ 5319640 w 12192000"/>
              <a:gd name="connsiteY5" fmla="*/ 1601700 h 1893600"/>
              <a:gd name="connsiteX6" fmla="*/ 11971651 w 12192000"/>
              <a:gd name="connsiteY6" fmla="*/ 3724 h 1893600"/>
              <a:gd name="connsiteX7" fmla="*/ 12192000 w 12192000"/>
              <a:gd name="connsiteY7" fmla="*/ 373966 h 1893600"/>
              <a:gd name="connsiteX0" fmla="*/ 12192000 w 12192000"/>
              <a:gd name="connsiteY0" fmla="*/ 1413 h 1521047"/>
              <a:gd name="connsiteX1" fmla="*/ 12192000 w 12192000"/>
              <a:gd name="connsiteY1" fmla="*/ 1521047 h 1521047"/>
              <a:gd name="connsiteX2" fmla="*/ 0 w 12192000"/>
              <a:gd name="connsiteY2" fmla="*/ 1521047 h 1521047"/>
              <a:gd name="connsiteX3" fmla="*/ 0 w 12192000"/>
              <a:gd name="connsiteY3" fmla="*/ 300670 h 1521047"/>
              <a:gd name="connsiteX4" fmla="*/ 37309 w 12192000"/>
              <a:gd name="connsiteY4" fmla="*/ 316215 h 1521047"/>
              <a:gd name="connsiteX5" fmla="*/ 5319640 w 12192000"/>
              <a:gd name="connsiteY5" fmla="*/ 1229147 h 1521047"/>
              <a:gd name="connsiteX6" fmla="*/ 12192000 w 12192000"/>
              <a:gd name="connsiteY6" fmla="*/ 1413 h 1521047"/>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37309 w 12192000"/>
              <a:gd name="connsiteY4" fmla="*/ 314802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140179 w 12192000"/>
              <a:gd name="connsiteY4" fmla="*/ 401490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19640 w 12198096"/>
              <a:gd name="connsiteY4" fmla="*/ 1033551 h 1325451"/>
              <a:gd name="connsiteX5" fmla="*/ 12198096 w 12198096"/>
              <a:gd name="connsiteY5" fmla="*/ 0 h 1325451"/>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25736 w 12198096"/>
              <a:gd name="connsiteY4" fmla="*/ 978070 h 1325451"/>
              <a:gd name="connsiteX5" fmla="*/ 12198096 w 12198096"/>
              <a:gd name="connsiteY5" fmla="*/ 0 h 132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8096" h="1325451">
                <a:moveTo>
                  <a:pt x="12198096" y="0"/>
                </a:moveTo>
                <a:lnTo>
                  <a:pt x="12192000" y="1325451"/>
                </a:lnTo>
                <a:lnTo>
                  <a:pt x="0" y="1325451"/>
                </a:lnTo>
                <a:lnTo>
                  <a:pt x="3810" y="434491"/>
                </a:lnTo>
                <a:cubicBezTo>
                  <a:pt x="1718603" y="876908"/>
                  <a:pt x="3533473" y="963319"/>
                  <a:pt x="5325736" y="978070"/>
                </a:cubicBezTo>
                <a:cubicBezTo>
                  <a:pt x="7351518" y="925603"/>
                  <a:pt x="10633603" y="731550"/>
                  <a:pt x="12198096" y="0"/>
                </a:cubicBezTo>
                <a:close/>
              </a:path>
            </a:pathLst>
          </a:custGeom>
          <a:gradFill flip="none" rotWithShape="1">
            <a:gsLst>
              <a:gs pos="60000">
                <a:srgbClr val="A0D2B4">
                  <a:alpha val="50000"/>
                </a:srgbClr>
              </a:gs>
              <a:gs pos="0">
                <a:srgbClr val="008A41">
                  <a:alpha val="70000"/>
                </a:srgbClr>
              </a:gs>
              <a:gs pos="100000">
                <a:srgbClr val="A0D2B4">
                  <a:alpha val="5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pic>
        <p:nvPicPr>
          <p:cNvPr id="7" name="图片 6">
            <a:extLst>
              <a:ext uri="{FF2B5EF4-FFF2-40B4-BE49-F238E27FC236}">
                <a16:creationId xmlns:a16="http://schemas.microsoft.com/office/drawing/2014/main" id="{0AF968EC-2875-4883-AE1B-6A4874DDEC6E}"/>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ackgroundRemoval t="3090" b="89888" l="2563" r="97313">
                        <a14:foregroundMark x1="7187" y1="50562" x2="61563" y2="38764"/>
                        <a14:foregroundMark x1="61563" y1="38764" x2="63438" y2="41292"/>
                        <a14:foregroundMark x1="29875" y1="86798" x2="41313" y2="84551"/>
                        <a14:foregroundMark x1="41313" y1="84551" x2="57375" y2="89607"/>
                        <a14:foregroundMark x1="57375" y1="89607" x2="63438" y2="85112"/>
                        <a14:foregroundMark x1="63438" y1="85112" x2="64063" y2="85112"/>
                        <a14:foregroundMark x1="22250" y1="25843" x2="23375" y2="34831"/>
                        <a14:foregroundMark x1="22375" y1="26124" x2="26438" y2="23876"/>
                        <a14:foregroundMark x1="26438" y1="23876" x2="28688" y2="24438"/>
                        <a14:foregroundMark x1="22313" y1="23315" x2="28750" y2="25562"/>
                        <a14:foregroundMark x1="68313" y1="24157" x2="68313" y2="24157"/>
                        <a14:foregroundMark x1="68375" y1="70506" x2="68375" y2="70506"/>
                        <a14:foregroundMark x1="68063" y1="61236" x2="68063" y2="61236"/>
                        <a14:foregroundMark x1="83438" y1="31180" x2="87688" y2="19382"/>
                        <a14:foregroundMark x1="87688" y1="19382" x2="91813" y2="23315"/>
                        <a14:foregroundMark x1="91813" y1="23315" x2="95063" y2="37079"/>
                        <a14:foregroundMark x1="95063" y1="37079" x2="95188" y2="56461"/>
                        <a14:foregroundMark x1="95188" y1="56461" x2="91188" y2="72753"/>
                        <a14:foregroundMark x1="91188" y1="72753" x2="86438" y2="75562"/>
                        <a14:foregroundMark x1="86438" y1="75562" x2="82438" y2="60393"/>
                        <a14:foregroundMark x1="82438" y1="60393" x2="82125" y2="40449"/>
                        <a14:foregroundMark x1="82125" y1="40449" x2="83813" y2="29213"/>
                        <a14:foregroundMark x1="85688" y1="46910" x2="91313" y2="42416"/>
                        <a14:foregroundMark x1="84500" y1="41854" x2="89125" y2="45506"/>
                        <a14:foregroundMark x1="89125" y1="45506" x2="89313" y2="66573"/>
                        <a14:foregroundMark x1="89313" y1="66573" x2="85375" y2="56742"/>
                        <a14:foregroundMark x1="85375" y1="56742" x2="86188" y2="33427"/>
                        <a14:foregroundMark x1="86188" y1="33427" x2="89625" y2="23315"/>
                        <a14:foregroundMark x1="89625" y1="23315" x2="93063" y2="58146"/>
                        <a14:foregroundMark x1="93063" y1="58146" x2="92625" y2="60955"/>
                        <a14:foregroundMark x1="83250" y1="28933" x2="87125" y2="18539"/>
                        <a14:foregroundMark x1="87125" y1="18539" x2="92063" y2="21629"/>
                        <a14:foregroundMark x1="92063" y1="21629" x2="95063" y2="33989"/>
                        <a14:foregroundMark x1="95063" y1="33989" x2="95875" y2="52247"/>
                        <a14:foregroundMark x1="95875" y1="52247" x2="92688" y2="71910"/>
                        <a14:foregroundMark x1="92688" y1="71910" x2="89188" y2="80337"/>
                        <a14:foregroundMark x1="89188" y1="80337" x2="84125" y2="70787"/>
                        <a14:foregroundMark x1="84125" y1="70787" x2="81313" y2="53371"/>
                        <a14:foregroundMark x1="81313" y1="53371" x2="81875" y2="39607"/>
                        <a14:foregroundMark x1="60250" y1="39888" x2="58125" y2="37079"/>
                        <a14:foregroundMark x1="67625" y1="32022" x2="69313" y2="53090"/>
                        <a14:foregroundMark x1="69313" y1="53090" x2="75000" y2="35674"/>
                        <a14:foregroundMark x1="75000" y1="35674" x2="68813" y2="40449"/>
                        <a14:foregroundMark x1="68813" y1="40449" x2="69000" y2="21629"/>
                        <a14:foregroundMark x1="69000" y1="21629" x2="74250" y2="16292"/>
                        <a14:foregroundMark x1="74250" y1="16292" x2="78563" y2="24719"/>
                        <a14:foregroundMark x1="78563" y1="24719" x2="80063" y2="46348"/>
                        <a14:foregroundMark x1="80063" y1="46348" x2="75813" y2="71067"/>
                        <a14:foregroundMark x1="75813" y1="71067" x2="70438" y2="74719"/>
                        <a14:foregroundMark x1="70438" y1="74719" x2="77063" y2="69944"/>
                        <a14:foregroundMark x1="77063" y1="69944" x2="72313" y2="77528"/>
                        <a14:foregroundMark x1="72313" y1="77528" x2="67500" y2="53090"/>
                        <a14:foregroundMark x1="67500" y1="53090" x2="68063" y2="72753"/>
                        <a14:foregroundMark x1="68063" y1="72753" x2="69000" y2="77528"/>
                        <a14:foregroundMark x1="70688" y1="76685" x2="72438" y2="80056"/>
                        <a14:foregroundMark x1="73750" y1="78371" x2="75688" y2="78652"/>
                        <a14:foregroundMark x1="70813" y1="78090" x2="72063" y2="73876"/>
                        <a14:foregroundMark x1="5407" y1="21913" x2="10063" y2="20506"/>
                        <a14:foregroundMark x1="10063" y1="20506" x2="33938" y2="20506"/>
                        <a14:foregroundMark x1="33938" y1="20506" x2="53813" y2="11798"/>
                        <a14:foregroundMark x1="53813" y1="11798" x2="64813" y2="15449"/>
                        <a14:foregroundMark x1="64813" y1="15449" x2="67750" y2="43539"/>
                        <a14:foregroundMark x1="67750" y1="43539" x2="67750" y2="73876"/>
                        <a14:foregroundMark x1="67750" y1="73876" x2="59750" y2="97753"/>
                        <a14:foregroundMark x1="59750" y1="97753" x2="40250" y2="95506"/>
                        <a14:foregroundMark x1="40250" y1="95506" x2="9375" y2="72753"/>
                        <a14:foregroundMark x1="9375" y1="72753" x2="5309" y2="63916"/>
                        <a14:foregroundMark x1="10125" y1="10955" x2="11750" y2="27528"/>
                        <a14:foregroundMark x1="11750" y1="27528" x2="9125" y2="14045"/>
                        <a14:foregroundMark x1="9125" y1="14045" x2="13188" y2="16011"/>
                        <a14:foregroundMark x1="86698" y1="5849" x2="92049" y2="12903"/>
                        <a14:foregroundMark x1="97370" y1="25565" x2="99688" y2="49719"/>
                        <a14:foregroundMark x1="99688" y1="49719" x2="98188" y2="69101"/>
                        <a14:foregroundMark x1="98188" y1="69101" x2="93563" y2="85112"/>
                        <a14:foregroundMark x1="93563" y1="85112" x2="55688" y2="99719"/>
                        <a14:foregroundMark x1="55688" y1="99719" x2="7164" y2="90806"/>
                        <a14:foregroundMark x1="5404" y1="20395" x2="5750" y2="17978"/>
                        <a14:foregroundMark x1="5750" y1="17978" x2="44938" y2="2528"/>
                        <a14:foregroundMark x1="44938" y1="2528" x2="90875" y2="24438"/>
                        <a14:foregroundMark x1="90875" y1="24438" x2="80938" y2="14607"/>
                        <a14:foregroundMark x1="80938" y1="14607" x2="81099" y2="13463"/>
                        <a14:foregroundMark x1="68750" y1="12360" x2="78063" y2="17135"/>
                        <a14:foregroundMark x1="78063" y1="17135" x2="87938" y2="14607"/>
                        <a14:foregroundMark x1="87938" y1="14607" x2="93500" y2="20506"/>
                        <a14:foregroundMark x1="93500" y1="20506" x2="97500" y2="30618"/>
                        <a14:foregroundMark x1="97500" y1="30618" x2="97313" y2="59831"/>
                        <a14:foregroundMark x1="97313" y1="59831" x2="89563" y2="72753"/>
                        <a14:foregroundMark x1="89563" y1="72753" x2="79813" y2="68258"/>
                        <a14:foregroundMark x1="79813" y1="68258" x2="69438" y2="31180"/>
                        <a14:foregroundMark x1="69438" y1="31180" x2="68688" y2="12921"/>
                        <a14:foregroundMark x1="68688" y1="12921" x2="68688" y2="12640"/>
                        <a14:foregroundMark x1="5938" y1="33708" x2="6750" y2="79213"/>
                        <a14:backgroundMark x1="95264" y1="19646" x2="99063" y2="22472"/>
                        <a14:backgroundMark x1="72250" y1="2528" x2="84419" y2="11579"/>
                        <a14:backgroundMark x1="99063" y1="22472" x2="99563" y2="1685"/>
                        <a14:backgroundMark x1="99563" y1="1685" x2="71625" y2="1966"/>
                        <a14:backgroundMark x1="563" y1="11236" x2="6375" y2="95506"/>
                        <a14:backgroundMark x1="3125" y1="64607" x2="4500" y2="85112"/>
                        <a14:backgroundMark x1="2313" y1="66573" x2="3375" y2="64607"/>
                        <a14:backgroundMark x1="313" y1="17416" x2="625" y2="98315"/>
                        <a14:backgroundMark x1="1188" y1="19382" x2="4313" y2="98596"/>
                        <a14:backgroundMark x1="2750" y1="26685" x2="3125" y2="37079"/>
                        <a14:backgroundMark x1="1750" y1="19382" x2="4500" y2="38483"/>
                        <a14:backgroundMark x1="1750" y1="15449" x2="1750" y2="15449"/>
                        <a14:backgroundMark x1="1750" y1="17135" x2="4313" y2="37640"/>
                        <a14:backgroundMark x1="1875" y1="21910" x2="3938" y2="26966"/>
                        <a14:backgroundMark x1="4313" y1="3371" x2="4375" y2="39888"/>
                      </a14:backgroundRemoval>
                    </a14:imgEffect>
                  </a14:imgLayer>
                </a14:imgProps>
              </a:ext>
              <a:ext uri="{28A0092B-C50C-407E-A947-70E740481C1C}">
                <a14:useLocalDpi xmlns:a14="http://schemas.microsoft.com/office/drawing/2010/main" val="0"/>
              </a:ext>
            </a:extLst>
          </a:blip>
          <a:stretch>
            <a:fillRect/>
          </a:stretch>
        </p:blipFill>
        <p:spPr>
          <a:xfrm>
            <a:off x="8831870" y="254132"/>
            <a:ext cx="3223157" cy="717152"/>
          </a:xfrm>
          <a:prstGeom prst="rect">
            <a:avLst/>
          </a:prstGeom>
        </p:spPr>
      </p:pic>
    </p:spTree>
    <p:extLst>
      <p:ext uri="{BB962C8B-B14F-4D97-AF65-F5344CB8AC3E}">
        <p14:creationId xmlns:p14="http://schemas.microsoft.com/office/powerpoint/2010/main" val="396188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microsoft.com/office/2007/relationships/hdphoto" Target="../media/hdphoto2.wdp"/><Relationship Id="rId5" Type="http://schemas.openxmlformats.org/officeDocument/2006/relationships/image" Target="../media/image2.png"/><Relationship Id="rId4" Type="http://schemas.openxmlformats.org/officeDocument/2006/relationships/theme" Target="../theme/theme2.xml"/><Relationship Id="rId9"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659760" y="332653"/>
            <a:ext cx="10515600" cy="76311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
        <p:nvSpPr>
          <p:cNvPr id="12" name="Google Shape;1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 name="直接连接符 53">
            <a:extLst>
              <a:ext uri="{FF2B5EF4-FFF2-40B4-BE49-F238E27FC236}">
                <a16:creationId xmlns:a16="http://schemas.microsoft.com/office/drawing/2014/main" id="{CE8A8B88-A4B4-1A88-FC89-E7C156C18765}"/>
              </a:ext>
            </a:extLst>
          </p:cNvPr>
          <p:cNvCxnSpPr>
            <a:cxnSpLocks/>
          </p:cNvCxnSpPr>
          <p:nvPr userDrawn="1"/>
        </p:nvCxnSpPr>
        <p:spPr>
          <a:xfrm flipV="1">
            <a:off x="659760" y="1105817"/>
            <a:ext cx="8269829" cy="1"/>
          </a:xfrm>
          <a:prstGeom prst="line">
            <a:avLst/>
          </a:prstGeom>
          <a:ln w="31750">
            <a:solidFill>
              <a:srgbClr val="008A41"/>
            </a:solidFill>
          </a:ln>
        </p:spPr>
        <p:style>
          <a:lnRef idx="1">
            <a:schemeClr val="accent1"/>
          </a:lnRef>
          <a:fillRef idx="0">
            <a:schemeClr val="accent1"/>
          </a:fillRef>
          <a:effectRef idx="0">
            <a:schemeClr val="accent1"/>
          </a:effectRef>
          <a:fontRef idx="minor">
            <a:schemeClr val="tx1"/>
          </a:fontRef>
        </p:style>
      </p:cxnSp>
      <p:sp>
        <p:nvSpPr>
          <p:cNvPr id="3" name="矩形 7">
            <a:extLst>
              <a:ext uri="{FF2B5EF4-FFF2-40B4-BE49-F238E27FC236}">
                <a16:creationId xmlns:a16="http://schemas.microsoft.com/office/drawing/2014/main" id="{DC57D93D-BD7C-2A77-7D9D-48903A84B1EA}"/>
              </a:ext>
            </a:extLst>
          </p:cNvPr>
          <p:cNvSpPr/>
          <p:nvPr userDrawn="1"/>
        </p:nvSpPr>
        <p:spPr>
          <a:xfrm flipH="1">
            <a:off x="-7629" y="6513308"/>
            <a:ext cx="12201043" cy="365126"/>
          </a:xfrm>
          <a:custGeom>
            <a:avLst/>
            <a:gdLst>
              <a:gd name="connsiteX0" fmla="*/ 0 w 12192000"/>
              <a:gd name="connsiteY0" fmla="*/ 0 h 609599"/>
              <a:gd name="connsiteX1" fmla="*/ 12192000 w 12192000"/>
              <a:gd name="connsiteY1" fmla="*/ 0 h 609599"/>
              <a:gd name="connsiteX2" fmla="*/ 12192000 w 12192000"/>
              <a:gd name="connsiteY2" fmla="*/ 609599 h 609599"/>
              <a:gd name="connsiteX3" fmla="*/ 0 w 12192000"/>
              <a:gd name="connsiteY3" fmla="*/ 609599 h 609599"/>
              <a:gd name="connsiteX4" fmla="*/ 0 w 12192000"/>
              <a:gd name="connsiteY4" fmla="*/ 0 h 609599"/>
              <a:gd name="connsiteX0" fmla="*/ 0 w 12192000"/>
              <a:gd name="connsiteY0" fmla="*/ 548640 h 1158239"/>
              <a:gd name="connsiteX1" fmla="*/ 12192000 w 12192000"/>
              <a:gd name="connsiteY1" fmla="*/ 548640 h 1158239"/>
              <a:gd name="connsiteX2" fmla="*/ 12192000 w 12192000"/>
              <a:gd name="connsiteY2" fmla="*/ 1158239 h 1158239"/>
              <a:gd name="connsiteX3" fmla="*/ 0 w 12192000"/>
              <a:gd name="connsiteY3" fmla="*/ 1158239 h 1158239"/>
              <a:gd name="connsiteX4" fmla="*/ 0 w 12192000"/>
              <a:gd name="connsiteY4" fmla="*/ 548640 h 1158239"/>
              <a:gd name="connsiteX0" fmla="*/ 0 w 12192000"/>
              <a:gd name="connsiteY0" fmla="*/ 376700 h 986299"/>
              <a:gd name="connsiteX1" fmla="*/ 12192000 w 12192000"/>
              <a:gd name="connsiteY1" fmla="*/ 376700 h 986299"/>
              <a:gd name="connsiteX2" fmla="*/ 12192000 w 12192000"/>
              <a:gd name="connsiteY2" fmla="*/ 986299 h 986299"/>
              <a:gd name="connsiteX3" fmla="*/ 0 w 12192000"/>
              <a:gd name="connsiteY3" fmla="*/ 986299 h 986299"/>
              <a:gd name="connsiteX4" fmla="*/ 0 w 12192000"/>
              <a:gd name="connsiteY4" fmla="*/ 376700 h 986299"/>
              <a:gd name="connsiteX0" fmla="*/ 0 w 12192000"/>
              <a:gd name="connsiteY0" fmla="*/ 438928 h 1048527"/>
              <a:gd name="connsiteX1" fmla="*/ 12192000 w 12192000"/>
              <a:gd name="connsiteY1" fmla="*/ 438928 h 1048527"/>
              <a:gd name="connsiteX2" fmla="*/ 12192000 w 12192000"/>
              <a:gd name="connsiteY2" fmla="*/ 1048527 h 1048527"/>
              <a:gd name="connsiteX3" fmla="*/ 0 w 12192000"/>
              <a:gd name="connsiteY3" fmla="*/ 1048527 h 1048527"/>
              <a:gd name="connsiteX4" fmla="*/ 0 w 12192000"/>
              <a:gd name="connsiteY4" fmla="*/ 438928 h 1048527"/>
              <a:gd name="connsiteX0" fmla="*/ 0 w 12192000"/>
              <a:gd name="connsiteY0" fmla="*/ 181799 h 791398"/>
              <a:gd name="connsiteX1" fmla="*/ 12192000 w 12192000"/>
              <a:gd name="connsiteY1" fmla="*/ 181799 h 791398"/>
              <a:gd name="connsiteX2" fmla="*/ 12192000 w 12192000"/>
              <a:gd name="connsiteY2" fmla="*/ 791398 h 791398"/>
              <a:gd name="connsiteX3" fmla="*/ 0 w 12192000"/>
              <a:gd name="connsiteY3" fmla="*/ 791398 h 791398"/>
              <a:gd name="connsiteX4" fmla="*/ 0 w 12192000"/>
              <a:gd name="connsiteY4" fmla="*/ 181799 h 791398"/>
              <a:gd name="connsiteX0" fmla="*/ 0 w 12192000"/>
              <a:gd name="connsiteY0" fmla="*/ 187345 h 796944"/>
              <a:gd name="connsiteX1" fmla="*/ 12192000 w 12192000"/>
              <a:gd name="connsiteY1" fmla="*/ 187345 h 796944"/>
              <a:gd name="connsiteX2" fmla="*/ 12192000 w 12192000"/>
              <a:gd name="connsiteY2" fmla="*/ 796944 h 796944"/>
              <a:gd name="connsiteX3" fmla="*/ 0 w 12192000"/>
              <a:gd name="connsiteY3" fmla="*/ 796944 h 796944"/>
              <a:gd name="connsiteX4" fmla="*/ 0 w 12192000"/>
              <a:gd name="connsiteY4" fmla="*/ 187345 h 796944"/>
              <a:gd name="connsiteX0" fmla="*/ 0 w 12192000"/>
              <a:gd name="connsiteY0" fmla="*/ 154569 h 764168"/>
              <a:gd name="connsiteX1" fmla="*/ 12192000 w 12192000"/>
              <a:gd name="connsiteY1" fmla="*/ 154569 h 764168"/>
              <a:gd name="connsiteX2" fmla="*/ 12192000 w 12192000"/>
              <a:gd name="connsiteY2" fmla="*/ 764168 h 764168"/>
              <a:gd name="connsiteX3" fmla="*/ 0 w 12192000"/>
              <a:gd name="connsiteY3" fmla="*/ 764168 h 764168"/>
              <a:gd name="connsiteX4" fmla="*/ 0 w 12192000"/>
              <a:gd name="connsiteY4" fmla="*/ 154569 h 764168"/>
              <a:gd name="connsiteX0" fmla="*/ 0 w 12192000"/>
              <a:gd name="connsiteY0" fmla="*/ 165354 h 774953"/>
              <a:gd name="connsiteX1" fmla="*/ 12192000 w 12192000"/>
              <a:gd name="connsiteY1" fmla="*/ 165354 h 774953"/>
              <a:gd name="connsiteX2" fmla="*/ 12192000 w 12192000"/>
              <a:gd name="connsiteY2" fmla="*/ 774953 h 774953"/>
              <a:gd name="connsiteX3" fmla="*/ 0 w 12192000"/>
              <a:gd name="connsiteY3" fmla="*/ 774953 h 774953"/>
              <a:gd name="connsiteX4" fmla="*/ 0 w 12192000"/>
              <a:gd name="connsiteY4" fmla="*/ 165354 h 774953"/>
              <a:gd name="connsiteX0" fmla="*/ 0 w 12192000"/>
              <a:gd name="connsiteY0" fmla="*/ 181798 h 791397"/>
              <a:gd name="connsiteX1" fmla="*/ 12192000 w 12192000"/>
              <a:gd name="connsiteY1" fmla="*/ 181798 h 791397"/>
              <a:gd name="connsiteX2" fmla="*/ 12192000 w 12192000"/>
              <a:gd name="connsiteY2" fmla="*/ 791397 h 791397"/>
              <a:gd name="connsiteX3" fmla="*/ 0 w 12192000"/>
              <a:gd name="connsiteY3" fmla="*/ 791397 h 791397"/>
              <a:gd name="connsiteX4" fmla="*/ 0 w 12192000"/>
              <a:gd name="connsiteY4" fmla="*/ 181798 h 791397"/>
              <a:gd name="connsiteX0" fmla="*/ 0 w 12192000"/>
              <a:gd name="connsiteY0" fmla="*/ 88858 h 698457"/>
              <a:gd name="connsiteX1" fmla="*/ 12192000 w 12192000"/>
              <a:gd name="connsiteY1" fmla="*/ 88858 h 698457"/>
              <a:gd name="connsiteX2" fmla="*/ 12192000 w 12192000"/>
              <a:gd name="connsiteY2" fmla="*/ 698457 h 698457"/>
              <a:gd name="connsiteX3" fmla="*/ 0 w 12192000"/>
              <a:gd name="connsiteY3" fmla="*/ 698457 h 698457"/>
              <a:gd name="connsiteX4" fmla="*/ 0 w 12192000"/>
              <a:gd name="connsiteY4" fmla="*/ 88858 h 698457"/>
              <a:gd name="connsiteX0" fmla="*/ 10160 w 12192000"/>
              <a:gd name="connsiteY0" fmla="*/ 93903 h 612062"/>
              <a:gd name="connsiteX1" fmla="*/ 12192000 w 12192000"/>
              <a:gd name="connsiteY1" fmla="*/ 2463 h 612062"/>
              <a:gd name="connsiteX2" fmla="*/ 12192000 w 12192000"/>
              <a:gd name="connsiteY2" fmla="*/ 612062 h 612062"/>
              <a:gd name="connsiteX3" fmla="*/ 0 w 12192000"/>
              <a:gd name="connsiteY3" fmla="*/ 612062 h 612062"/>
              <a:gd name="connsiteX4" fmla="*/ 10160 w 12192000"/>
              <a:gd name="connsiteY4" fmla="*/ 93903 h 612062"/>
              <a:gd name="connsiteX0" fmla="*/ 0 w 12181840"/>
              <a:gd name="connsiteY0" fmla="*/ 93903 h 612062"/>
              <a:gd name="connsiteX1" fmla="*/ 12181840 w 12181840"/>
              <a:gd name="connsiteY1" fmla="*/ 2463 h 612062"/>
              <a:gd name="connsiteX2" fmla="*/ 12181840 w 12181840"/>
              <a:gd name="connsiteY2" fmla="*/ 612062 h 612062"/>
              <a:gd name="connsiteX3" fmla="*/ 12700 w 12181840"/>
              <a:gd name="connsiteY3" fmla="*/ 612062 h 612062"/>
              <a:gd name="connsiteX4" fmla="*/ 0 w 12181840"/>
              <a:gd name="connsiteY4" fmla="*/ 93903 h 612062"/>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97080"/>
              <a:gd name="connsiteY0" fmla="*/ 93459 h 619238"/>
              <a:gd name="connsiteX1" fmla="*/ 12197080 w 12197080"/>
              <a:gd name="connsiteY1" fmla="*/ 9639 h 619238"/>
              <a:gd name="connsiteX2" fmla="*/ 12197080 w 12197080"/>
              <a:gd name="connsiteY2" fmla="*/ 619238 h 619238"/>
              <a:gd name="connsiteX3" fmla="*/ 27940 w 12197080"/>
              <a:gd name="connsiteY3" fmla="*/ 619238 h 619238"/>
              <a:gd name="connsiteX4" fmla="*/ 0 w 12197080"/>
              <a:gd name="connsiteY4" fmla="*/ 93459 h 619238"/>
              <a:gd name="connsiteX0" fmla="*/ 2540 w 12199620"/>
              <a:gd name="connsiteY0" fmla="*/ 93459 h 619238"/>
              <a:gd name="connsiteX1" fmla="*/ 12199620 w 12199620"/>
              <a:gd name="connsiteY1" fmla="*/ 9639 h 619238"/>
              <a:gd name="connsiteX2" fmla="*/ 12199620 w 12199620"/>
              <a:gd name="connsiteY2" fmla="*/ 619238 h 619238"/>
              <a:gd name="connsiteX3" fmla="*/ 0 w 12199620"/>
              <a:gd name="connsiteY3" fmla="*/ 611618 h 619238"/>
              <a:gd name="connsiteX4" fmla="*/ 2540 w 12199620"/>
              <a:gd name="connsiteY4" fmla="*/ 93459 h 619238"/>
              <a:gd name="connsiteX0" fmla="*/ 153 w 12201043"/>
              <a:gd name="connsiteY0" fmla="*/ 152400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52400 h 609599"/>
              <a:gd name="connsiteX0" fmla="*/ 153 w 12201043"/>
              <a:gd name="connsiteY0" fmla="*/ 184785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84785 h 609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1043" h="609599">
                <a:moveTo>
                  <a:pt x="153" y="184785"/>
                </a:moveTo>
                <a:cubicBezTo>
                  <a:pt x="6075833" y="-272415"/>
                  <a:pt x="8457083" y="1051560"/>
                  <a:pt x="12201043" y="0"/>
                </a:cubicBezTo>
                <a:lnTo>
                  <a:pt x="12201043" y="609599"/>
                </a:lnTo>
                <a:lnTo>
                  <a:pt x="1423" y="601979"/>
                </a:lnTo>
                <a:cubicBezTo>
                  <a:pt x="2270" y="429259"/>
                  <a:pt x="-694" y="357505"/>
                  <a:pt x="153" y="184785"/>
                </a:cubicBezTo>
                <a:close/>
              </a:path>
            </a:pathLst>
          </a:custGeom>
          <a:gradFill flip="none" rotWithShape="1">
            <a:gsLst>
              <a:gs pos="60000">
                <a:srgbClr val="008A41">
                  <a:alpha val="49804"/>
                </a:srgbClr>
              </a:gs>
              <a:gs pos="0">
                <a:srgbClr val="008A41">
                  <a:alpha val="70000"/>
                </a:srgbClr>
              </a:gs>
              <a:gs pos="100000">
                <a:srgbClr val="A0D2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9">
            <a:extLst>
              <a:ext uri="{FF2B5EF4-FFF2-40B4-BE49-F238E27FC236}">
                <a16:creationId xmlns:a16="http://schemas.microsoft.com/office/drawing/2014/main" id="{BC674D41-28BA-B39B-4441-F4EBCE902B2A}"/>
              </a:ext>
            </a:extLst>
          </p:cNvPr>
          <p:cNvSpPr/>
          <p:nvPr userDrawn="1"/>
        </p:nvSpPr>
        <p:spPr>
          <a:xfrm flipH="1" flipV="1">
            <a:off x="-6102" y="-10166"/>
            <a:ext cx="12194287" cy="388033"/>
          </a:xfrm>
          <a:custGeom>
            <a:avLst/>
            <a:gdLst>
              <a:gd name="connsiteX0" fmla="*/ 12192000 w 12192000"/>
              <a:gd name="connsiteY0" fmla="*/ 0 h 2039768"/>
              <a:gd name="connsiteX1" fmla="*/ 12192000 w 12192000"/>
              <a:gd name="connsiteY1" fmla="*/ 2039768 h 2039768"/>
              <a:gd name="connsiteX2" fmla="*/ 0 w 12192000"/>
              <a:gd name="connsiteY2" fmla="*/ 2039768 h 2039768"/>
              <a:gd name="connsiteX3" fmla="*/ 0 w 12192000"/>
              <a:gd name="connsiteY3" fmla="*/ 819391 h 2039768"/>
              <a:gd name="connsiteX4" fmla="*/ 37309 w 12192000"/>
              <a:gd name="connsiteY4" fmla="*/ 834936 h 2039768"/>
              <a:gd name="connsiteX5" fmla="*/ 5319640 w 12192000"/>
              <a:gd name="connsiteY5" fmla="*/ 1747868 h 2039768"/>
              <a:gd name="connsiteX6" fmla="*/ 11971651 w 12192000"/>
              <a:gd name="connsiteY6" fmla="*/ 149892 h 2039768"/>
              <a:gd name="connsiteX0" fmla="*/ 12192000 w 12192000"/>
              <a:gd name="connsiteY0" fmla="*/ 373966 h 1893600"/>
              <a:gd name="connsiteX1" fmla="*/ 12192000 w 12192000"/>
              <a:gd name="connsiteY1" fmla="*/ 1893600 h 1893600"/>
              <a:gd name="connsiteX2" fmla="*/ 0 w 12192000"/>
              <a:gd name="connsiteY2" fmla="*/ 1893600 h 1893600"/>
              <a:gd name="connsiteX3" fmla="*/ 0 w 12192000"/>
              <a:gd name="connsiteY3" fmla="*/ 673223 h 1893600"/>
              <a:gd name="connsiteX4" fmla="*/ 37309 w 12192000"/>
              <a:gd name="connsiteY4" fmla="*/ 688768 h 1893600"/>
              <a:gd name="connsiteX5" fmla="*/ 5319640 w 12192000"/>
              <a:gd name="connsiteY5" fmla="*/ 1601700 h 1893600"/>
              <a:gd name="connsiteX6" fmla="*/ 11971651 w 12192000"/>
              <a:gd name="connsiteY6" fmla="*/ 3724 h 1893600"/>
              <a:gd name="connsiteX7" fmla="*/ 12192000 w 12192000"/>
              <a:gd name="connsiteY7" fmla="*/ 373966 h 1893600"/>
              <a:gd name="connsiteX0" fmla="*/ 12192000 w 12192000"/>
              <a:gd name="connsiteY0" fmla="*/ 1413 h 1521047"/>
              <a:gd name="connsiteX1" fmla="*/ 12192000 w 12192000"/>
              <a:gd name="connsiteY1" fmla="*/ 1521047 h 1521047"/>
              <a:gd name="connsiteX2" fmla="*/ 0 w 12192000"/>
              <a:gd name="connsiteY2" fmla="*/ 1521047 h 1521047"/>
              <a:gd name="connsiteX3" fmla="*/ 0 w 12192000"/>
              <a:gd name="connsiteY3" fmla="*/ 300670 h 1521047"/>
              <a:gd name="connsiteX4" fmla="*/ 37309 w 12192000"/>
              <a:gd name="connsiteY4" fmla="*/ 316215 h 1521047"/>
              <a:gd name="connsiteX5" fmla="*/ 5319640 w 12192000"/>
              <a:gd name="connsiteY5" fmla="*/ 1229147 h 1521047"/>
              <a:gd name="connsiteX6" fmla="*/ 12192000 w 12192000"/>
              <a:gd name="connsiteY6" fmla="*/ 1413 h 1521047"/>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37309 w 12192000"/>
              <a:gd name="connsiteY4" fmla="*/ 314802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140179 w 12192000"/>
              <a:gd name="connsiteY4" fmla="*/ 401490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19640 w 12198096"/>
              <a:gd name="connsiteY4" fmla="*/ 1033551 h 1325451"/>
              <a:gd name="connsiteX5" fmla="*/ 12198096 w 12198096"/>
              <a:gd name="connsiteY5" fmla="*/ 0 h 1325451"/>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25736 w 12198096"/>
              <a:gd name="connsiteY4" fmla="*/ 978070 h 1325451"/>
              <a:gd name="connsiteX5" fmla="*/ 12198096 w 12198096"/>
              <a:gd name="connsiteY5" fmla="*/ 0 h 132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8096" h="1325451">
                <a:moveTo>
                  <a:pt x="12198096" y="0"/>
                </a:moveTo>
                <a:lnTo>
                  <a:pt x="12192000" y="1325451"/>
                </a:lnTo>
                <a:lnTo>
                  <a:pt x="0" y="1325451"/>
                </a:lnTo>
                <a:lnTo>
                  <a:pt x="3810" y="434491"/>
                </a:lnTo>
                <a:cubicBezTo>
                  <a:pt x="1718603" y="876908"/>
                  <a:pt x="3533473" y="963319"/>
                  <a:pt x="5325736" y="978070"/>
                </a:cubicBezTo>
                <a:cubicBezTo>
                  <a:pt x="7351518" y="925603"/>
                  <a:pt x="10633603" y="731550"/>
                  <a:pt x="12198096" y="0"/>
                </a:cubicBezTo>
                <a:close/>
              </a:path>
            </a:pathLst>
          </a:custGeom>
          <a:gradFill flip="none" rotWithShape="1">
            <a:gsLst>
              <a:gs pos="60000">
                <a:srgbClr val="A0D2B4">
                  <a:alpha val="50000"/>
                </a:srgbClr>
              </a:gs>
              <a:gs pos="0">
                <a:srgbClr val="008A41">
                  <a:alpha val="70000"/>
                </a:srgbClr>
              </a:gs>
              <a:gs pos="100000">
                <a:srgbClr val="A0D2B4">
                  <a:alpha val="5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pic>
        <p:nvPicPr>
          <p:cNvPr id="5" name="图片 6">
            <a:extLst>
              <a:ext uri="{FF2B5EF4-FFF2-40B4-BE49-F238E27FC236}">
                <a16:creationId xmlns:a16="http://schemas.microsoft.com/office/drawing/2014/main" id="{B6DCF1F0-43E9-C334-7B61-A081EE01E8C7}"/>
              </a:ext>
            </a:extLst>
          </p:cNvPr>
          <p:cNvPicPr>
            <a:picLocks noChangeAspect="1"/>
          </p:cNvPicPr>
          <p:nvPr userDrawn="1"/>
        </p:nvPicPr>
        <p:blipFill>
          <a:blip r:embed="rId13" cstate="print">
            <a:extLst>
              <a:ext uri="{BEBA8EAE-BF5A-486C-A8C5-ECC9F3942E4B}">
                <a14:imgProps xmlns:a14="http://schemas.microsoft.com/office/drawing/2010/main">
                  <a14:imgLayer r:embed="rId14">
                    <a14:imgEffect>
                      <a14:backgroundRemoval t="3090" b="89888" l="2563" r="97313">
                        <a14:foregroundMark x1="7187" y1="50562" x2="61563" y2="38764"/>
                        <a14:foregroundMark x1="61563" y1="38764" x2="63438" y2="41292"/>
                        <a14:foregroundMark x1="29875" y1="86798" x2="41313" y2="84551"/>
                        <a14:foregroundMark x1="41313" y1="84551" x2="57375" y2="89607"/>
                        <a14:foregroundMark x1="57375" y1="89607" x2="63438" y2="85112"/>
                        <a14:foregroundMark x1="63438" y1="85112" x2="64063" y2="85112"/>
                        <a14:foregroundMark x1="22250" y1="25843" x2="23375" y2="34831"/>
                        <a14:foregroundMark x1="22375" y1="26124" x2="26438" y2="23876"/>
                        <a14:foregroundMark x1="26438" y1="23876" x2="28688" y2="24438"/>
                        <a14:foregroundMark x1="22313" y1="23315" x2="28750" y2="25562"/>
                        <a14:foregroundMark x1="68313" y1="24157" x2="68313" y2="24157"/>
                        <a14:foregroundMark x1="68375" y1="70506" x2="68375" y2="70506"/>
                        <a14:foregroundMark x1="68063" y1="61236" x2="68063" y2="61236"/>
                        <a14:foregroundMark x1="83438" y1="31180" x2="87688" y2="19382"/>
                        <a14:foregroundMark x1="87688" y1="19382" x2="91813" y2="23315"/>
                        <a14:foregroundMark x1="91813" y1="23315" x2="95063" y2="37079"/>
                        <a14:foregroundMark x1="95063" y1="37079" x2="95188" y2="56461"/>
                        <a14:foregroundMark x1="95188" y1="56461" x2="91188" y2="72753"/>
                        <a14:foregroundMark x1="91188" y1="72753" x2="86438" y2="75562"/>
                        <a14:foregroundMark x1="86438" y1="75562" x2="82438" y2="60393"/>
                        <a14:foregroundMark x1="82438" y1="60393" x2="82125" y2="40449"/>
                        <a14:foregroundMark x1="82125" y1="40449" x2="83813" y2="29213"/>
                        <a14:foregroundMark x1="85688" y1="46910" x2="91313" y2="42416"/>
                        <a14:foregroundMark x1="84500" y1="41854" x2="89125" y2="45506"/>
                        <a14:foregroundMark x1="89125" y1="45506" x2="89313" y2="66573"/>
                        <a14:foregroundMark x1="89313" y1="66573" x2="85375" y2="56742"/>
                        <a14:foregroundMark x1="85375" y1="56742" x2="86188" y2="33427"/>
                        <a14:foregroundMark x1="86188" y1="33427" x2="89625" y2="23315"/>
                        <a14:foregroundMark x1="89625" y1="23315" x2="93063" y2="58146"/>
                        <a14:foregroundMark x1="93063" y1="58146" x2="92625" y2="60955"/>
                        <a14:foregroundMark x1="83250" y1="28933" x2="87125" y2="18539"/>
                        <a14:foregroundMark x1="87125" y1="18539" x2="92063" y2="21629"/>
                        <a14:foregroundMark x1="92063" y1="21629" x2="95063" y2="33989"/>
                        <a14:foregroundMark x1="95063" y1="33989" x2="95875" y2="52247"/>
                        <a14:foregroundMark x1="95875" y1="52247" x2="92688" y2="71910"/>
                        <a14:foregroundMark x1="92688" y1="71910" x2="89188" y2="80337"/>
                        <a14:foregroundMark x1="89188" y1="80337" x2="84125" y2="70787"/>
                        <a14:foregroundMark x1="84125" y1="70787" x2="81313" y2="53371"/>
                        <a14:foregroundMark x1="81313" y1="53371" x2="81875" y2="39607"/>
                        <a14:foregroundMark x1="60250" y1="39888" x2="58125" y2="37079"/>
                        <a14:foregroundMark x1="67625" y1="32022" x2="69313" y2="53090"/>
                        <a14:foregroundMark x1="69313" y1="53090" x2="75000" y2="35674"/>
                        <a14:foregroundMark x1="75000" y1="35674" x2="68813" y2="40449"/>
                        <a14:foregroundMark x1="68813" y1="40449" x2="69000" y2="21629"/>
                        <a14:foregroundMark x1="69000" y1="21629" x2="74250" y2="16292"/>
                        <a14:foregroundMark x1="74250" y1="16292" x2="78563" y2="24719"/>
                        <a14:foregroundMark x1="78563" y1="24719" x2="80063" y2="46348"/>
                        <a14:foregroundMark x1="80063" y1="46348" x2="75813" y2="71067"/>
                        <a14:foregroundMark x1="75813" y1="71067" x2="70438" y2="74719"/>
                        <a14:foregroundMark x1="70438" y1="74719" x2="77063" y2="69944"/>
                        <a14:foregroundMark x1="77063" y1="69944" x2="72313" y2="77528"/>
                        <a14:foregroundMark x1="72313" y1="77528" x2="67500" y2="53090"/>
                        <a14:foregroundMark x1="67500" y1="53090" x2="68063" y2="72753"/>
                        <a14:foregroundMark x1="68063" y1="72753" x2="69000" y2="77528"/>
                        <a14:foregroundMark x1="70688" y1="76685" x2="72438" y2="80056"/>
                        <a14:foregroundMark x1="73750" y1="78371" x2="75688" y2="78652"/>
                        <a14:foregroundMark x1="70813" y1="78090" x2="72063" y2="73876"/>
                        <a14:foregroundMark x1="5407" y1="21913" x2="10063" y2="20506"/>
                        <a14:foregroundMark x1="10063" y1="20506" x2="33938" y2="20506"/>
                        <a14:foregroundMark x1="33938" y1="20506" x2="53813" y2="11798"/>
                        <a14:foregroundMark x1="53813" y1="11798" x2="64813" y2="15449"/>
                        <a14:foregroundMark x1="64813" y1="15449" x2="67750" y2="43539"/>
                        <a14:foregroundMark x1="67750" y1="43539" x2="67750" y2="73876"/>
                        <a14:foregroundMark x1="67750" y1="73876" x2="59750" y2="97753"/>
                        <a14:foregroundMark x1="59750" y1="97753" x2="40250" y2="95506"/>
                        <a14:foregroundMark x1="40250" y1="95506" x2="9375" y2="72753"/>
                        <a14:foregroundMark x1="9375" y1="72753" x2="5309" y2="63916"/>
                        <a14:foregroundMark x1="10125" y1="10955" x2="11750" y2="27528"/>
                        <a14:foregroundMark x1="11750" y1="27528" x2="9125" y2="14045"/>
                        <a14:foregroundMark x1="9125" y1="14045" x2="13188" y2="16011"/>
                        <a14:foregroundMark x1="86698" y1="5849" x2="92049" y2="12903"/>
                        <a14:foregroundMark x1="97370" y1="25565" x2="99688" y2="49719"/>
                        <a14:foregroundMark x1="99688" y1="49719" x2="98188" y2="69101"/>
                        <a14:foregroundMark x1="98188" y1="69101" x2="93563" y2="85112"/>
                        <a14:foregroundMark x1="93563" y1="85112" x2="55688" y2="99719"/>
                        <a14:foregroundMark x1="55688" y1="99719" x2="7164" y2="90806"/>
                        <a14:foregroundMark x1="5404" y1="20395" x2="5750" y2="17978"/>
                        <a14:foregroundMark x1="5750" y1="17978" x2="44938" y2="2528"/>
                        <a14:foregroundMark x1="44938" y1="2528" x2="90875" y2="24438"/>
                        <a14:foregroundMark x1="90875" y1="24438" x2="80938" y2="14607"/>
                        <a14:foregroundMark x1="80938" y1="14607" x2="81099" y2="13463"/>
                        <a14:foregroundMark x1="68750" y1="12360" x2="78063" y2="17135"/>
                        <a14:foregroundMark x1="78063" y1="17135" x2="87938" y2="14607"/>
                        <a14:foregroundMark x1="87938" y1="14607" x2="93500" y2="20506"/>
                        <a14:foregroundMark x1="93500" y1="20506" x2="97500" y2="30618"/>
                        <a14:foregroundMark x1="97500" y1="30618" x2="97313" y2="59831"/>
                        <a14:foregroundMark x1="97313" y1="59831" x2="89563" y2="72753"/>
                        <a14:foregroundMark x1="89563" y1="72753" x2="79813" y2="68258"/>
                        <a14:foregroundMark x1="79813" y1="68258" x2="69438" y2="31180"/>
                        <a14:foregroundMark x1="69438" y1="31180" x2="68688" y2="12921"/>
                        <a14:foregroundMark x1="68688" y1="12921" x2="68688" y2="12640"/>
                        <a14:foregroundMark x1="5938" y1="33708" x2="6750" y2="79213"/>
                        <a14:backgroundMark x1="95264" y1="19646" x2="99063" y2="22472"/>
                        <a14:backgroundMark x1="72250" y1="2528" x2="84419" y2="11579"/>
                        <a14:backgroundMark x1="99063" y1="22472" x2="99563" y2="1685"/>
                        <a14:backgroundMark x1="99563" y1="1685" x2="71625" y2="1966"/>
                        <a14:backgroundMark x1="563" y1="11236" x2="6375" y2="95506"/>
                        <a14:backgroundMark x1="3125" y1="64607" x2="4500" y2="85112"/>
                        <a14:backgroundMark x1="2313" y1="66573" x2="3375" y2="64607"/>
                        <a14:backgroundMark x1="313" y1="17416" x2="625" y2="98315"/>
                        <a14:backgroundMark x1="1188" y1="19382" x2="4313" y2="98596"/>
                        <a14:backgroundMark x1="2750" y1="26685" x2="3125" y2="37079"/>
                        <a14:backgroundMark x1="1750" y1="19382" x2="4500" y2="38483"/>
                        <a14:backgroundMark x1="1750" y1="15449" x2="1750" y2="15449"/>
                        <a14:backgroundMark x1="1750" y1="17135" x2="4313" y2="37640"/>
                        <a14:backgroundMark x1="1875" y1="21910" x2="3938" y2="26966"/>
                        <a14:backgroundMark x1="4313" y1="3371" x2="4375" y2="39888"/>
                      </a14:backgroundRemoval>
                    </a14:imgEffect>
                  </a14:imgLayer>
                </a14:imgProps>
              </a:ext>
              <a:ext uri="{28A0092B-C50C-407E-A947-70E740481C1C}">
                <a14:useLocalDpi xmlns:a14="http://schemas.microsoft.com/office/drawing/2010/main" val="0"/>
              </a:ext>
            </a:extLst>
          </a:blip>
          <a:stretch>
            <a:fillRect/>
          </a:stretch>
        </p:blipFill>
        <p:spPr>
          <a:xfrm>
            <a:off x="8831870" y="254132"/>
            <a:ext cx="3223157" cy="717152"/>
          </a:xfrm>
          <a:prstGeom prst="rect">
            <a:avLst/>
          </a:prstGeom>
        </p:spPr>
      </p:pic>
    </p:spTree>
  </p:cSld>
  <p:clrMap bg1="lt1" tx1="dk1" bg2="dk2" tx2="lt2" accent1="accent1" accent2="accent2" accent3="accent3" accent4="accent4" accent5="accent5" accent6="accent6" hlink="hlink" folHlink="folHlink"/>
  <p:sldLayoutIdLst>
    <p:sldLayoutId id="2147483666" r:id="rId1"/>
    <p:sldLayoutId id="2147483660" r:id="rId2"/>
    <p:sldLayoutId id="2147483650" r:id="rId3"/>
    <p:sldLayoutId id="2147483653" r:id="rId4"/>
    <p:sldLayoutId id="2147483654" r:id="rId5"/>
    <p:sldLayoutId id="2147483655" r:id="rId6"/>
    <p:sldLayoutId id="2147483656" r:id="rId7"/>
    <p:sldLayoutId id="2147483657" r:id="rId8"/>
    <p:sldLayoutId id="2147483658" r:id="rId9"/>
    <p:sldLayoutId id="2147483659"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8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457200" marR="0" lvl="0" indent="-406400" algn="l" rtl="0">
        <a:lnSpc>
          <a:spcPct val="100000"/>
        </a:lnSpc>
        <a:spcBef>
          <a:spcPts val="0"/>
        </a:spcBef>
        <a:spcAft>
          <a:spcPts val="0"/>
        </a:spcAft>
        <a:buClr>
          <a:srgbClr val="006666"/>
        </a:buClr>
        <a:buFont typeface="Wingdings" panose="05000000000000000000" pitchFamily="2" charset="2"/>
        <a:buChar char="q"/>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B8542C01-C8C1-40D8-8B10-1D4B5F42B6C1}"/>
              </a:ext>
            </a:extLst>
          </p:cNvPr>
          <p:cNvPicPr>
            <a:picLocks noChangeAspect="1"/>
          </p:cNvPicPr>
          <p:nvPr userDrawn="1"/>
        </p:nvPicPr>
        <p:blipFill rotWithShape="1">
          <a:blip r:embed="rId5">
            <a:extLst>
              <a:ext uri="{BEBA8EAE-BF5A-486C-A8C5-ECC9F3942E4B}">
                <a14:imgProps xmlns:a14="http://schemas.microsoft.com/office/drawing/2010/main">
                  <a14:imgLayer r:embed="rId6">
                    <a14:imgEffect>
                      <a14:artisticBlur radius="100"/>
                    </a14:imgEffect>
                  </a14:imgLayer>
                </a14:imgProps>
              </a:ext>
              <a:ext uri="{28A0092B-C50C-407E-A947-70E740481C1C}">
                <a14:useLocalDpi xmlns:a14="http://schemas.microsoft.com/office/drawing/2010/main" val="0"/>
              </a:ext>
            </a:extLst>
          </a:blip>
          <a:srcRect l="1" t="-541" r="-498" b="541"/>
          <a:stretch/>
        </p:blipFill>
        <p:spPr>
          <a:xfrm rot="10800000">
            <a:off x="3815" y="60960"/>
            <a:ext cx="12184370" cy="6858000"/>
          </a:xfrm>
          <a:prstGeom prst="rect">
            <a:avLst/>
          </a:prstGeom>
        </p:spPr>
      </p:pic>
      <p:pic>
        <p:nvPicPr>
          <p:cNvPr id="9" name="图片 8">
            <a:extLst>
              <a:ext uri="{FF2B5EF4-FFF2-40B4-BE49-F238E27FC236}">
                <a16:creationId xmlns:a16="http://schemas.microsoft.com/office/drawing/2014/main" id="{30B5417F-309F-4C79-BBC6-6091D679608E}"/>
              </a:ext>
            </a:extLst>
          </p:cNvPr>
          <p:cNvPicPr>
            <a:picLocks noChangeAspect="1"/>
          </p:cNvPicPr>
          <p:nvPr userDrawn="1"/>
        </p:nvPicPr>
        <p:blipFill>
          <a:blip r:embed="rId7" cstate="print">
            <a:extLst>
              <a:ext uri="{BEBA8EAE-BF5A-486C-A8C5-ECC9F3942E4B}">
                <a14:imgProps xmlns:a14="http://schemas.microsoft.com/office/drawing/2010/main">
                  <a14:imgLayer r:embed="rId8">
                    <a14:imgEffect>
                      <a14:artisticBlur radius="0"/>
                    </a14:imgEffect>
                  </a14:imgLayer>
                </a14:imgProps>
              </a:ext>
              <a:ext uri="{28A0092B-C50C-407E-A947-70E740481C1C}">
                <a14:useLocalDpi xmlns:a14="http://schemas.microsoft.com/office/drawing/2010/main" val="0"/>
              </a:ext>
            </a:extLst>
          </a:blip>
          <a:stretch>
            <a:fillRect/>
          </a:stretch>
        </p:blipFill>
        <p:spPr>
          <a:xfrm>
            <a:off x="791341" y="650660"/>
            <a:ext cx="10599399" cy="5678599"/>
          </a:xfrm>
          <a:prstGeom prst="rect">
            <a:avLst/>
          </a:prstGeom>
        </p:spPr>
      </p:pic>
      <p:pic>
        <p:nvPicPr>
          <p:cNvPr id="12" name="Picture 1">
            <a:extLst>
              <a:ext uri="{FF2B5EF4-FFF2-40B4-BE49-F238E27FC236}">
                <a16:creationId xmlns:a16="http://schemas.microsoft.com/office/drawing/2014/main" id="{A3ACABDA-36C6-435D-B679-745B6D49D283}"/>
              </a:ext>
            </a:extLst>
          </p:cNvPr>
          <p:cNvPicPr>
            <a:picLocks noChangeAspect="1"/>
          </p:cNvPicPr>
          <p:nvPr userDrawn="1"/>
        </p:nvPicPr>
        <p:blipFill>
          <a:blip r:embed="rId9">
            <a:clrChange>
              <a:clrFrom>
                <a:srgbClr val="FFFFFF"/>
              </a:clrFrom>
              <a:clrTo>
                <a:srgbClr val="FFFFFF">
                  <a:alpha val="0"/>
                </a:srgbClr>
              </a:clrTo>
            </a:clrChange>
          </a:blip>
          <a:srcRect/>
          <a:stretch/>
        </p:blipFill>
        <p:spPr>
          <a:xfrm>
            <a:off x="8832780" y="184357"/>
            <a:ext cx="3230412" cy="714476"/>
          </a:xfrm>
          <a:prstGeom prst="rect">
            <a:avLst/>
          </a:prstGeom>
        </p:spPr>
      </p:pic>
      <p:sp>
        <p:nvSpPr>
          <p:cNvPr id="17" name="矩形 7">
            <a:extLst>
              <a:ext uri="{FF2B5EF4-FFF2-40B4-BE49-F238E27FC236}">
                <a16:creationId xmlns:a16="http://schemas.microsoft.com/office/drawing/2014/main" id="{E6AFE4D6-3D2A-416A-B537-DA8288F37BA1}"/>
              </a:ext>
            </a:extLst>
          </p:cNvPr>
          <p:cNvSpPr/>
          <p:nvPr userDrawn="1"/>
        </p:nvSpPr>
        <p:spPr>
          <a:xfrm flipH="1">
            <a:off x="-7629" y="6513308"/>
            <a:ext cx="12201043" cy="365126"/>
          </a:xfrm>
          <a:custGeom>
            <a:avLst/>
            <a:gdLst>
              <a:gd name="connsiteX0" fmla="*/ 0 w 12192000"/>
              <a:gd name="connsiteY0" fmla="*/ 0 h 609599"/>
              <a:gd name="connsiteX1" fmla="*/ 12192000 w 12192000"/>
              <a:gd name="connsiteY1" fmla="*/ 0 h 609599"/>
              <a:gd name="connsiteX2" fmla="*/ 12192000 w 12192000"/>
              <a:gd name="connsiteY2" fmla="*/ 609599 h 609599"/>
              <a:gd name="connsiteX3" fmla="*/ 0 w 12192000"/>
              <a:gd name="connsiteY3" fmla="*/ 609599 h 609599"/>
              <a:gd name="connsiteX4" fmla="*/ 0 w 12192000"/>
              <a:gd name="connsiteY4" fmla="*/ 0 h 609599"/>
              <a:gd name="connsiteX0" fmla="*/ 0 w 12192000"/>
              <a:gd name="connsiteY0" fmla="*/ 548640 h 1158239"/>
              <a:gd name="connsiteX1" fmla="*/ 12192000 w 12192000"/>
              <a:gd name="connsiteY1" fmla="*/ 548640 h 1158239"/>
              <a:gd name="connsiteX2" fmla="*/ 12192000 w 12192000"/>
              <a:gd name="connsiteY2" fmla="*/ 1158239 h 1158239"/>
              <a:gd name="connsiteX3" fmla="*/ 0 w 12192000"/>
              <a:gd name="connsiteY3" fmla="*/ 1158239 h 1158239"/>
              <a:gd name="connsiteX4" fmla="*/ 0 w 12192000"/>
              <a:gd name="connsiteY4" fmla="*/ 548640 h 1158239"/>
              <a:gd name="connsiteX0" fmla="*/ 0 w 12192000"/>
              <a:gd name="connsiteY0" fmla="*/ 376700 h 986299"/>
              <a:gd name="connsiteX1" fmla="*/ 12192000 w 12192000"/>
              <a:gd name="connsiteY1" fmla="*/ 376700 h 986299"/>
              <a:gd name="connsiteX2" fmla="*/ 12192000 w 12192000"/>
              <a:gd name="connsiteY2" fmla="*/ 986299 h 986299"/>
              <a:gd name="connsiteX3" fmla="*/ 0 w 12192000"/>
              <a:gd name="connsiteY3" fmla="*/ 986299 h 986299"/>
              <a:gd name="connsiteX4" fmla="*/ 0 w 12192000"/>
              <a:gd name="connsiteY4" fmla="*/ 376700 h 986299"/>
              <a:gd name="connsiteX0" fmla="*/ 0 w 12192000"/>
              <a:gd name="connsiteY0" fmla="*/ 438928 h 1048527"/>
              <a:gd name="connsiteX1" fmla="*/ 12192000 w 12192000"/>
              <a:gd name="connsiteY1" fmla="*/ 438928 h 1048527"/>
              <a:gd name="connsiteX2" fmla="*/ 12192000 w 12192000"/>
              <a:gd name="connsiteY2" fmla="*/ 1048527 h 1048527"/>
              <a:gd name="connsiteX3" fmla="*/ 0 w 12192000"/>
              <a:gd name="connsiteY3" fmla="*/ 1048527 h 1048527"/>
              <a:gd name="connsiteX4" fmla="*/ 0 w 12192000"/>
              <a:gd name="connsiteY4" fmla="*/ 438928 h 1048527"/>
              <a:gd name="connsiteX0" fmla="*/ 0 w 12192000"/>
              <a:gd name="connsiteY0" fmla="*/ 181799 h 791398"/>
              <a:gd name="connsiteX1" fmla="*/ 12192000 w 12192000"/>
              <a:gd name="connsiteY1" fmla="*/ 181799 h 791398"/>
              <a:gd name="connsiteX2" fmla="*/ 12192000 w 12192000"/>
              <a:gd name="connsiteY2" fmla="*/ 791398 h 791398"/>
              <a:gd name="connsiteX3" fmla="*/ 0 w 12192000"/>
              <a:gd name="connsiteY3" fmla="*/ 791398 h 791398"/>
              <a:gd name="connsiteX4" fmla="*/ 0 w 12192000"/>
              <a:gd name="connsiteY4" fmla="*/ 181799 h 791398"/>
              <a:gd name="connsiteX0" fmla="*/ 0 w 12192000"/>
              <a:gd name="connsiteY0" fmla="*/ 187345 h 796944"/>
              <a:gd name="connsiteX1" fmla="*/ 12192000 w 12192000"/>
              <a:gd name="connsiteY1" fmla="*/ 187345 h 796944"/>
              <a:gd name="connsiteX2" fmla="*/ 12192000 w 12192000"/>
              <a:gd name="connsiteY2" fmla="*/ 796944 h 796944"/>
              <a:gd name="connsiteX3" fmla="*/ 0 w 12192000"/>
              <a:gd name="connsiteY3" fmla="*/ 796944 h 796944"/>
              <a:gd name="connsiteX4" fmla="*/ 0 w 12192000"/>
              <a:gd name="connsiteY4" fmla="*/ 187345 h 796944"/>
              <a:gd name="connsiteX0" fmla="*/ 0 w 12192000"/>
              <a:gd name="connsiteY0" fmla="*/ 154569 h 764168"/>
              <a:gd name="connsiteX1" fmla="*/ 12192000 w 12192000"/>
              <a:gd name="connsiteY1" fmla="*/ 154569 h 764168"/>
              <a:gd name="connsiteX2" fmla="*/ 12192000 w 12192000"/>
              <a:gd name="connsiteY2" fmla="*/ 764168 h 764168"/>
              <a:gd name="connsiteX3" fmla="*/ 0 w 12192000"/>
              <a:gd name="connsiteY3" fmla="*/ 764168 h 764168"/>
              <a:gd name="connsiteX4" fmla="*/ 0 w 12192000"/>
              <a:gd name="connsiteY4" fmla="*/ 154569 h 764168"/>
              <a:gd name="connsiteX0" fmla="*/ 0 w 12192000"/>
              <a:gd name="connsiteY0" fmla="*/ 165354 h 774953"/>
              <a:gd name="connsiteX1" fmla="*/ 12192000 w 12192000"/>
              <a:gd name="connsiteY1" fmla="*/ 165354 h 774953"/>
              <a:gd name="connsiteX2" fmla="*/ 12192000 w 12192000"/>
              <a:gd name="connsiteY2" fmla="*/ 774953 h 774953"/>
              <a:gd name="connsiteX3" fmla="*/ 0 w 12192000"/>
              <a:gd name="connsiteY3" fmla="*/ 774953 h 774953"/>
              <a:gd name="connsiteX4" fmla="*/ 0 w 12192000"/>
              <a:gd name="connsiteY4" fmla="*/ 165354 h 774953"/>
              <a:gd name="connsiteX0" fmla="*/ 0 w 12192000"/>
              <a:gd name="connsiteY0" fmla="*/ 181798 h 791397"/>
              <a:gd name="connsiteX1" fmla="*/ 12192000 w 12192000"/>
              <a:gd name="connsiteY1" fmla="*/ 181798 h 791397"/>
              <a:gd name="connsiteX2" fmla="*/ 12192000 w 12192000"/>
              <a:gd name="connsiteY2" fmla="*/ 791397 h 791397"/>
              <a:gd name="connsiteX3" fmla="*/ 0 w 12192000"/>
              <a:gd name="connsiteY3" fmla="*/ 791397 h 791397"/>
              <a:gd name="connsiteX4" fmla="*/ 0 w 12192000"/>
              <a:gd name="connsiteY4" fmla="*/ 181798 h 791397"/>
              <a:gd name="connsiteX0" fmla="*/ 0 w 12192000"/>
              <a:gd name="connsiteY0" fmla="*/ 88858 h 698457"/>
              <a:gd name="connsiteX1" fmla="*/ 12192000 w 12192000"/>
              <a:gd name="connsiteY1" fmla="*/ 88858 h 698457"/>
              <a:gd name="connsiteX2" fmla="*/ 12192000 w 12192000"/>
              <a:gd name="connsiteY2" fmla="*/ 698457 h 698457"/>
              <a:gd name="connsiteX3" fmla="*/ 0 w 12192000"/>
              <a:gd name="connsiteY3" fmla="*/ 698457 h 698457"/>
              <a:gd name="connsiteX4" fmla="*/ 0 w 12192000"/>
              <a:gd name="connsiteY4" fmla="*/ 88858 h 698457"/>
              <a:gd name="connsiteX0" fmla="*/ 10160 w 12192000"/>
              <a:gd name="connsiteY0" fmla="*/ 93903 h 612062"/>
              <a:gd name="connsiteX1" fmla="*/ 12192000 w 12192000"/>
              <a:gd name="connsiteY1" fmla="*/ 2463 h 612062"/>
              <a:gd name="connsiteX2" fmla="*/ 12192000 w 12192000"/>
              <a:gd name="connsiteY2" fmla="*/ 612062 h 612062"/>
              <a:gd name="connsiteX3" fmla="*/ 0 w 12192000"/>
              <a:gd name="connsiteY3" fmla="*/ 612062 h 612062"/>
              <a:gd name="connsiteX4" fmla="*/ 10160 w 12192000"/>
              <a:gd name="connsiteY4" fmla="*/ 93903 h 612062"/>
              <a:gd name="connsiteX0" fmla="*/ 0 w 12181840"/>
              <a:gd name="connsiteY0" fmla="*/ 93903 h 612062"/>
              <a:gd name="connsiteX1" fmla="*/ 12181840 w 12181840"/>
              <a:gd name="connsiteY1" fmla="*/ 2463 h 612062"/>
              <a:gd name="connsiteX2" fmla="*/ 12181840 w 12181840"/>
              <a:gd name="connsiteY2" fmla="*/ 612062 h 612062"/>
              <a:gd name="connsiteX3" fmla="*/ 12700 w 12181840"/>
              <a:gd name="connsiteY3" fmla="*/ 612062 h 612062"/>
              <a:gd name="connsiteX4" fmla="*/ 0 w 12181840"/>
              <a:gd name="connsiteY4" fmla="*/ 93903 h 612062"/>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97080"/>
              <a:gd name="connsiteY0" fmla="*/ 93459 h 619238"/>
              <a:gd name="connsiteX1" fmla="*/ 12197080 w 12197080"/>
              <a:gd name="connsiteY1" fmla="*/ 9639 h 619238"/>
              <a:gd name="connsiteX2" fmla="*/ 12197080 w 12197080"/>
              <a:gd name="connsiteY2" fmla="*/ 619238 h 619238"/>
              <a:gd name="connsiteX3" fmla="*/ 27940 w 12197080"/>
              <a:gd name="connsiteY3" fmla="*/ 619238 h 619238"/>
              <a:gd name="connsiteX4" fmla="*/ 0 w 12197080"/>
              <a:gd name="connsiteY4" fmla="*/ 93459 h 619238"/>
              <a:gd name="connsiteX0" fmla="*/ 2540 w 12199620"/>
              <a:gd name="connsiteY0" fmla="*/ 93459 h 619238"/>
              <a:gd name="connsiteX1" fmla="*/ 12199620 w 12199620"/>
              <a:gd name="connsiteY1" fmla="*/ 9639 h 619238"/>
              <a:gd name="connsiteX2" fmla="*/ 12199620 w 12199620"/>
              <a:gd name="connsiteY2" fmla="*/ 619238 h 619238"/>
              <a:gd name="connsiteX3" fmla="*/ 0 w 12199620"/>
              <a:gd name="connsiteY3" fmla="*/ 611618 h 619238"/>
              <a:gd name="connsiteX4" fmla="*/ 2540 w 12199620"/>
              <a:gd name="connsiteY4" fmla="*/ 93459 h 619238"/>
              <a:gd name="connsiteX0" fmla="*/ 153 w 12201043"/>
              <a:gd name="connsiteY0" fmla="*/ 152400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52400 h 609599"/>
              <a:gd name="connsiteX0" fmla="*/ 153 w 12201043"/>
              <a:gd name="connsiteY0" fmla="*/ 184785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84785 h 609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1043" h="609599">
                <a:moveTo>
                  <a:pt x="153" y="184785"/>
                </a:moveTo>
                <a:cubicBezTo>
                  <a:pt x="6075833" y="-272415"/>
                  <a:pt x="8457083" y="1051560"/>
                  <a:pt x="12201043" y="0"/>
                </a:cubicBezTo>
                <a:lnTo>
                  <a:pt x="12201043" y="609599"/>
                </a:lnTo>
                <a:lnTo>
                  <a:pt x="1423" y="601979"/>
                </a:lnTo>
                <a:cubicBezTo>
                  <a:pt x="2270" y="429259"/>
                  <a:pt x="-694" y="357505"/>
                  <a:pt x="153" y="184785"/>
                </a:cubicBezTo>
                <a:close/>
              </a:path>
            </a:pathLst>
          </a:custGeom>
          <a:gradFill flip="none" rotWithShape="1">
            <a:gsLst>
              <a:gs pos="60000">
                <a:srgbClr val="008A41">
                  <a:alpha val="49804"/>
                </a:srgbClr>
              </a:gs>
              <a:gs pos="0">
                <a:srgbClr val="008A41">
                  <a:alpha val="70000"/>
                </a:srgbClr>
              </a:gs>
              <a:gs pos="100000">
                <a:srgbClr val="A0D2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70D1B723-B0B4-45A4-8840-4600125A4FC3}"/>
              </a:ext>
            </a:extLst>
          </p:cNvPr>
          <p:cNvSpPr/>
          <p:nvPr userDrawn="1"/>
        </p:nvSpPr>
        <p:spPr>
          <a:xfrm flipH="1" flipV="1">
            <a:off x="-6102" y="-10166"/>
            <a:ext cx="12194287" cy="388033"/>
          </a:xfrm>
          <a:custGeom>
            <a:avLst/>
            <a:gdLst>
              <a:gd name="connsiteX0" fmla="*/ 12192000 w 12192000"/>
              <a:gd name="connsiteY0" fmla="*/ 0 h 2039768"/>
              <a:gd name="connsiteX1" fmla="*/ 12192000 w 12192000"/>
              <a:gd name="connsiteY1" fmla="*/ 2039768 h 2039768"/>
              <a:gd name="connsiteX2" fmla="*/ 0 w 12192000"/>
              <a:gd name="connsiteY2" fmla="*/ 2039768 h 2039768"/>
              <a:gd name="connsiteX3" fmla="*/ 0 w 12192000"/>
              <a:gd name="connsiteY3" fmla="*/ 819391 h 2039768"/>
              <a:gd name="connsiteX4" fmla="*/ 37309 w 12192000"/>
              <a:gd name="connsiteY4" fmla="*/ 834936 h 2039768"/>
              <a:gd name="connsiteX5" fmla="*/ 5319640 w 12192000"/>
              <a:gd name="connsiteY5" fmla="*/ 1747868 h 2039768"/>
              <a:gd name="connsiteX6" fmla="*/ 11971651 w 12192000"/>
              <a:gd name="connsiteY6" fmla="*/ 149892 h 2039768"/>
              <a:gd name="connsiteX0" fmla="*/ 12192000 w 12192000"/>
              <a:gd name="connsiteY0" fmla="*/ 373966 h 1893600"/>
              <a:gd name="connsiteX1" fmla="*/ 12192000 w 12192000"/>
              <a:gd name="connsiteY1" fmla="*/ 1893600 h 1893600"/>
              <a:gd name="connsiteX2" fmla="*/ 0 w 12192000"/>
              <a:gd name="connsiteY2" fmla="*/ 1893600 h 1893600"/>
              <a:gd name="connsiteX3" fmla="*/ 0 w 12192000"/>
              <a:gd name="connsiteY3" fmla="*/ 673223 h 1893600"/>
              <a:gd name="connsiteX4" fmla="*/ 37309 w 12192000"/>
              <a:gd name="connsiteY4" fmla="*/ 688768 h 1893600"/>
              <a:gd name="connsiteX5" fmla="*/ 5319640 w 12192000"/>
              <a:gd name="connsiteY5" fmla="*/ 1601700 h 1893600"/>
              <a:gd name="connsiteX6" fmla="*/ 11971651 w 12192000"/>
              <a:gd name="connsiteY6" fmla="*/ 3724 h 1893600"/>
              <a:gd name="connsiteX7" fmla="*/ 12192000 w 12192000"/>
              <a:gd name="connsiteY7" fmla="*/ 373966 h 1893600"/>
              <a:gd name="connsiteX0" fmla="*/ 12192000 w 12192000"/>
              <a:gd name="connsiteY0" fmla="*/ 1413 h 1521047"/>
              <a:gd name="connsiteX1" fmla="*/ 12192000 w 12192000"/>
              <a:gd name="connsiteY1" fmla="*/ 1521047 h 1521047"/>
              <a:gd name="connsiteX2" fmla="*/ 0 w 12192000"/>
              <a:gd name="connsiteY2" fmla="*/ 1521047 h 1521047"/>
              <a:gd name="connsiteX3" fmla="*/ 0 w 12192000"/>
              <a:gd name="connsiteY3" fmla="*/ 300670 h 1521047"/>
              <a:gd name="connsiteX4" fmla="*/ 37309 w 12192000"/>
              <a:gd name="connsiteY4" fmla="*/ 316215 h 1521047"/>
              <a:gd name="connsiteX5" fmla="*/ 5319640 w 12192000"/>
              <a:gd name="connsiteY5" fmla="*/ 1229147 h 1521047"/>
              <a:gd name="connsiteX6" fmla="*/ 12192000 w 12192000"/>
              <a:gd name="connsiteY6" fmla="*/ 1413 h 1521047"/>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37309 w 12192000"/>
              <a:gd name="connsiteY4" fmla="*/ 314802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140179 w 12192000"/>
              <a:gd name="connsiteY4" fmla="*/ 401490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19640 w 12198096"/>
              <a:gd name="connsiteY4" fmla="*/ 1033551 h 1325451"/>
              <a:gd name="connsiteX5" fmla="*/ 12198096 w 12198096"/>
              <a:gd name="connsiteY5" fmla="*/ 0 h 1325451"/>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25736 w 12198096"/>
              <a:gd name="connsiteY4" fmla="*/ 978070 h 1325451"/>
              <a:gd name="connsiteX5" fmla="*/ 12198096 w 12198096"/>
              <a:gd name="connsiteY5" fmla="*/ 0 h 132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8096" h="1325451">
                <a:moveTo>
                  <a:pt x="12198096" y="0"/>
                </a:moveTo>
                <a:lnTo>
                  <a:pt x="12192000" y="1325451"/>
                </a:lnTo>
                <a:lnTo>
                  <a:pt x="0" y="1325451"/>
                </a:lnTo>
                <a:lnTo>
                  <a:pt x="3810" y="434491"/>
                </a:lnTo>
                <a:cubicBezTo>
                  <a:pt x="1718603" y="876908"/>
                  <a:pt x="3533473" y="963319"/>
                  <a:pt x="5325736" y="978070"/>
                </a:cubicBezTo>
                <a:cubicBezTo>
                  <a:pt x="7351518" y="925603"/>
                  <a:pt x="10633603" y="731550"/>
                  <a:pt x="12198096" y="0"/>
                </a:cubicBezTo>
                <a:close/>
              </a:path>
            </a:pathLst>
          </a:custGeom>
          <a:gradFill flip="none" rotWithShape="1">
            <a:gsLst>
              <a:gs pos="60000">
                <a:srgbClr val="A0D2B4">
                  <a:alpha val="50000"/>
                </a:srgbClr>
              </a:gs>
              <a:gs pos="0">
                <a:srgbClr val="008A41">
                  <a:alpha val="70000"/>
                </a:srgbClr>
              </a:gs>
              <a:gs pos="100000">
                <a:srgbClr val="A0D2B4">
                  <a:alpha val="5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53563851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universalvillage.org/ieee-uv-conference/" TargetMode="External"/><Relationship Id="rId2" Type="http://schemas.openxmlformats.org/officeDocument/2006/relationships/image" Target="../media/image5.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png"/><Relationship Id="rId10" Type="http://schemas.openxmlformats.org/officeDocument/2006/relationships/image" Target="../media/image27.jpeg"/><Relationship Id="rId4" Type="http://schemas.openxmlformats.org/officeDocument/2006/relationships/image" Target="../media/image21.png"/><Relationship Id="rId9" Type="http://schemas.openxmlformats.org/officeDocument/2006/relationships/image" Target="../media/image26.jpeg"/></Relationships>
</file>

<file path=ppt/slides/_rels/slide14.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jpeg"/></Relationships>
</file>

<file path=ppt/slides/_rels/slide1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_rels/slide1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png"/><Relationship Id="rId4" Type="http://schemas.openxmlformats.org/officeDocument/2006/relationships/image" Target="../media/image36.jpeg"/></Relationships>
</file>

<file path=ppt/slides/_rels/slide17.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39.jpeg"/><Relationship Id="rId7" Type="http://schemas.openxmlformats.org/officeDocument/2006/relationships/image" Target="../media/image43.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jpeg"/><Relationship Id="rId10" Type="http://schemas.openxmlformats.org/officeDocument/2006/relationships/image" Target="../media/image46.png"/><Relationship Id="rId4" Type="http://schemas.openxmlformats.org/officeDocument/2006/relationships/image" Target="../media/image40.jpeg"/><Relationship Id="rId9" Type="http://schemas.openxmlformats.org/officeDocument/2006/relationships/image" Target="../media/image45.png"/></Relationships>
</file>

<file path=ppt/slides/_rels/slide1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4.jpeg"/><Relationship Id="rId4" Type="http://schemas.openxmlformats.org/officeDocument/2006/relationships/image" Target="../media/image48.png"/><Relationship Id="rId9" Type="http://schemas.openxmlformats.org/officeDocument/2006/relationships/image" Target="../media/image5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universalvillage.org/"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5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806024" y="4011417"/>
            <a:ext cx="8636000" cy="584775"/>
          </a:xfrm>
          <a:prstGeom prst="rect">
            <a:avLst/>
          </a:prstGeom>
        </p:spPr>
        <p:txBody>
          <a:bodyPr wrap="square">
            <a:spAutoFit/>
          </a:bodyPr>
          <a:lstStyle/>
          <a:p>
            <a:pPr algn="ctr"/>
            <a:r>
              <a:rPr lang="en-US" sz="3200" b="1" err="1">
                <a:solidFill>
                  <a:srgbClr val="008A41"/>
                </a:solidFill>
                <a:latin typeface="Times New Roman" panose="02020603050405020304" pitchFamily="18" charset="0"/>
                <a:cs typeface="Times New Roman" panose="02020603050405020304" pitchFamily="18" charset="0"/>
              </a:rPr>
              <a:t>Xiaoman</a:t>
            </a:r>
            <a:r>
              <a:rPr lang="en-US" sz="3200" b="1">
                <a:solidFill>
                  <a:srgbClr val="008A41"/>
                </a:solidFill>
                <a:latin typeface="Times New Roman" panose="02020603050405020304" pitchFamily="18" charset="0"/>
                <a:cs typeface="Times New Roman" panose="02020603050405020304" pitchFamily="18" charset="0"/>
              </a:rPr>
              <a:t> </a:t>
            </a:r>
            <a:r>
              <a:rPr lang="en-US" sz="3200" b="1" err="1">
                <a:solidFill>
                  <a:srgbClr val="008A41"/>
                </a:solidFill>
                <a:latin typeface="Times New Roman" panose="02020603050405020304" pitchFamily="18" charset="0"/>
                <a:cs typeface="Times New Roman" panose="02020603050405020304" pitchFamily="18" charset="0"/>
              </a:rPr>
              <a:t>Duan</a:t>
            </a:r>
            <a:r>
              <a:rPr lang="en-US" sz="3200" b="1">
                <a:solidFill>
                  <a:srgbClr val="008A41"/>
                </a:solidFill>
                <a:latin typeface="Times New Roman" panose="02020603050405020304" pitchFamily="18" charset="0"/>
                <a:cs typeface="Times New Roman" panose="02020603050405020304" pitchFamily="18" charset="0"/>
              </a:rPr>
              <a:t> &amp; </a:t>
            </a:r>
            <a:r>
              <a:rPr lang="en-US" sz="3200" b="1" err="1">
                <a:solidFill>
                  <a:srgbClr val="008A41"/>
                </a:solidFill>
                <a:latin typeface="Times New Roman" panose="02020603050405020304" pitchFamily="18" charset="0"/>
                <a:cs typeface="Times New Roman" panose="02020603050405020304" pitchFamily="18" charset="0"/>
              </a:rPr>
              <a:t>Yajun</a:t>
            </a:r>
            <a:r>
              <a:rPr lang="en-US" sz="3200" b="1">
                <a:solidFill>
                  <a:srgbClr val="008A41"/>
                </a:solidFill>
                <a:latin typeface="Times New Roman" panose="02020603050405020304" pitchFamily="18" charset="0"/>
                <a:cs typeface="Times New Roman" panose="02020603050405020304" pitchFamily="18" charset="0"/>
              </a:rPr>
              <a:t> Fang</a:t>
            </a:r>
          </a:p>
        </p:txBody>
      </p:sp>
      <p:sp>
        <p:nvSpPr>
          <p:cNvPr id="8" name="Rectangle 7"/>
          <p:cNvSpPr/>
          <p:nvPr/>
        </p:nvSpPr>
        <p:spPr>
          <a:xfrm>
            <a:off x="3254771" y="431367"/>
            <a:ext cx="5673349" cy="830997"/>
          </a:xfrm>
          <a:prstGeom prst="rect">
            <a:avLst/>
          </a:prstGeom>
          <a:noFill/>
        </p:spPr>
        <p:txBody>
          <a:bodyPr wrap="square">
            <a:spAutoFit/>
          </a:bodyPr>
          <a:lstStyle/>
          <a:p>
            <a:pPr algn="ctr"/>
            <a:r>
              <a:rPr lang="en-US" sz="4800" b="1">
                <a:solidFill>
                  <a:srgbClr val="008A41"/>
                </a:solidFill>
                <a:latin typeface="Times New Roman" panose="02020603050405020304" pitchFamily="18" charset="0"/>
                <a:cs typeface="Times New Roman" panose="02020603050405020304" pitchFamily="18" charset="0"/>
              </a:rPr>
              <a:t>IEEE UV2026 </a:t>
            </a:r>
            <a:endParaRPr lang="en-US" sz="3600" b="1">
              <a:solidFill>
                <a:srgbClr val="008A41"/>
              </a:solidFill>
              <a:latin typeface="Times New Roman" panose="02020603050405020304" pitchFamily="18" charset="0"/>
              <a:cs typeface="Times New Roman" panose="02020603050405020304" pitchFamily="18" charset="0"/>
            </a:endParaRPr>
          </a:p>
        </p:txBody>
      </p:sp>
      <p:pic>
        <p:nvPicPr>
          <p:cNvPr id="4" name="Picture 3" descr="A green banner with white text and a silver head&#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21535"/>
            <a:ext cx="12182894" cy="269851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
        <p:nvSpPr>
          <p:cNvPr id="3" name="文本框 2">
            <a:extLst>
              <a:ext uri="{FF2B5EF4-FFF2-40B4-BE49-F238E27FC236}">
                <a16:creationId xmlns:a16="http://schemas.microsoft.com/office/drawing/2014/main" id="{CF0A622D-6A4B-4CA8-AD17-C30429F3E674}"/>
              </a:ext>
            </a:extLst>
          </p:cNvPr>
          <p:cNvSpPr txBox="1"/>
          <p:nvPr/>
        </p:nvSpPr>
        <p:spPr>
          <a:xfrm>
            <a:off x="2826353" y="6075736"/>
            <a:ext cx="6530187" cy="523220"/>
          </a:xfrm>
          <a:prstGeom prst="rect">
            <a:avLst/>
          </a:prstGeom>
          <a:noFill/>
        </p:spPr>
        <p:txBody>
          <a:bodyPr wrap="square" rtlCol="0">
            <a:spAutoFit/>
          </a:bodyPr>
          <a:lstStyle/>
          <a:p>
            <a:r>
              <a:rPr lang="en-US" altLang="zh-CN" sz="2800" spc="-100">
                <a:solidFill>
                  <a:srgbClr val="008A41"/>
                </a:solidFill>
                <a:latin typeface="Times New Roman" panose="02020603050405020304"/>
                <a:ea typeface="+mn-lt"/>
                <a:cs typeface="Times New Roman" panose="02020603050405020304"/>
                <a:hlinkClick r:id="rId3">
                  <a:extLst>
                    <a:ext uri="{A12FA001-AC4F-418D-AE19-62706E023703}">
                      <ahyp:hlinkClr xmlns:ahyp="http://schemas.microsoft.com/office/drawing/2018/hyperlinkcolor" val="tx"/>
                    </a:ext>
                  </a:extLst>
                </a:hlinkClick>
              </a:rPr>
              <a:t>https://universalvillage.org/ieee-uv-conference</a:t>
            </a:r>
            <a:endParaRPr lang="en-US" altLang="zh-CN" sz="2800" spc="-100">
              <a:solidFill>
                <a:srgbClr val="008A41"/>
              </a:solidFill>
              <a:latin typeface="Times New Roman" panose="02020603050405020304"/>
              <a:ea typeface="+mn-lt"/>
              <a:cs typeface="Times New Roman" panose="02020603050405020304"/>
            </a:endParaRPr>
          </a:p>
        </p:txBody>
      </p:sp>
      <p:sp>
        <p:nvSpPr>
          <p:cNvPr id="5" name="文本框 4">
            <a:extLst>
              <a:ext uri="{FF2B5EF4-FFF2-40B4-BE49-F238E27FC236}">
                <a16:creationId xmlns:a16="http://schemas.microsoft.com/office/drawing/2014/main" id="{1C999D1B-680D-4E7D-8A38-2914B34BC05A}"/>
              </a:ext>
            </a:extLst>
          </p:cNvPr>
          <p:cNvSpPr txBox="1"/>
          <p:nvPr/>
        </p:nvSpPr>
        <p:spPr>
          <a:xfrm>
            <a:off x="2835461" y="5533913"/>
            <a:ext cx="6125236" cy="646331"/>
          </a:xfrm>
          <a:prstGeom prst="rect">
            <a:avLst/>
          </a:prstGeom>
          <a:noFill/>
        </p:spPr>
        <p:txBody>
          <a:bodyPr wrap="square" rtlCol="0">
            <a:spAutoFit/>
          </a:bodyPr>
          <a:lstStyle/>
          <a:p>
            <a:pPr algn="ctr"/>
            <a:r>
              <a:rPr lang="en-US" altLang="zh-CN" sz="3600" b="1">
                <a:solidFill>
                  <a:srgbClr val="008A41"/>
                </a:solidFill>
                <a:latin typeface="Times New Roman" panose="02020603050405020304" pitchFamily="18" charset="0"/>
                <a:cs typeface="Times New Roman" panose="02020603050405020304" pitchFamily="18" charset="0"/>
              </a:rPr>
              <a:t>IEEE UV Conference Board </a:t>
            </a:r>
          </a:p>
        </p:txBody>
      </p:sp>
      <p:sp>
        <p:nvSpPr>
          <p:cNvPr id="9" name="文本框 8">
            <a:extLst>
              <a:ext uri="{FF2B5EF4-FFF2-40B4-BE49-F238E27FC236}">
                <a16:creationId xmlns:a16="http://schemas.microsoft.com/office/drawing/2014/main" id="{6B9D5F1C-1765-4FFE-BA58-070D5AA976F2}"/>
              </a:ext>
            </a:extLst>
          </p:cNvPr>
          <p:cNvSpPr txBox="1"/>
          <p:nvPr/>
        </p:nvSpPr>
        <p:spPr>
          <a:xfrm>
            <a:off x="1466929" y="4835328"/>
            <a:ext cx="9249032" cy="646331"/>
          </a:xfrm>
          <a:prstGeom prst="rect">
            <a:avLst/>
          </a:prstGeom>
          <a:noFill/>
        </p:spPr>
        <p:txBody>
          <a:bodyPr wrap="square" rtlCol="0">
            <a:spAutoFit/>
          </a:bodyPr>
          <a:lstStyle/>
          <a:p>
            <a:pPr algn="ctr"/>
            <a:r>
              <a:rPr lang="en-US" altLang="zh-CN" sz="3600" b="1">
                <a:solidFill>
                  <a:srgbClr val="008A41"/>
                </a:solidFill>
                <a:latin typeface="Times New Roman" panose="02020603050405020304" pitchFamily="18" charset="0"/>
                <a:ea typeface="黑体" panose="02010609060101010101" pitchFamily="49" charset="-122"/>
                <a:cs typeface="Times New Roman" panose="02020603050405020304" pitchFamily="18" charset="0"/>
              </a:rPr>
              <a:t>IEEE UV2026 Organizing Committee</a:t>
            </a:r>
          </a:p>
        </p:txBody>
      </p:sp>
      <p:sp>
        <p:nvSpPr>
          <p:cNvPr id="10" name="文本框 9">
            <a:extLst>
              <a:ext uri="{FF2B5EF4-FFF2-40B4-BE49-F238E27FC236}">
                <a16:creationId xmlns:a16="http://schemas.microsoft.com/office/drawing/2014/main" id="{DC82A824-A909-4C1E-B692-8D62ABB9B3E3}"/>
              </a:ext>
            </a:extLst>
          </p:cNvPr>
          <p:cNvSpPr txBox="1"/>
          <p:nvPr/>
        </p:nvSpPr>
        <p:spPr>
          <a:xfrm>
            <a:off x="2826353" y="1135842"/>
            <a:ext cx="6530187" cy="830997"/>
          </a:xfrm>
          <a:prstGeom prst="rect">
            <a:avLst/>
          </a:prstGeom>
          <a:noFill/>
        </p:spPr>
        <p:txBody>
          <a:bodyPr wrap="square" rtlCol="0">
            <a:spAutoFit/>
          </a:bodyPr>
          <a:lstStyle/>
          <a:p>
            <a:pPr algn="ctr"/>
            <a:r>
              <a:rPr lang="en-US" altLang="zh-CN" sz="4800" b="1">
                <a:solidFill>
                  <a:srgbClr val="008A41"/>
                </a:solidFill>
                <a:latin typeface="Times New Roman" panose="02020603050405020304" pitchFamily="18" charset="0"/>
                <a:cs typeface="Times New Roman" panose="02020603050405020304" pitchFamily="18" charset="0"/>
              </a:rPr>
              <a:t>General Information</a:t>
            </a:r>
            <a:endParaRPr lang="en-US" altLang="zh-CN" sz="4800" b="1">
              <a:solidFill>
                <a:srgbClr val="008A41"/>
              </a:solidFill>
              <a:latin typeface="Adobe 黑体 Std R" panose="020B0400000000000000" pitchFamily="34" charset="-122"/>
              <a:ea typeface="Adobe 黑体 Std R" panose="020B0400000000000000" pitchFamily="34" charset="-122"/>
              <a:cs typeface="Times New Roman" panose="02020603050405020304" pitchFamily="18" charset="0"/>
            </a:endParaRPr>
          </a:p>
        </p:txBody>
      </p:sp>
      <p:pic>
        <p:nvPicPr>
          <p:cNvPr id="6" name="Picture 5">
            <a:extLst>
              <a:ext uri="{FF2B5EF4-FFF2-40B4-BE49-F238E27FC236}">
                <a16:creationId xmlns:a16="http://schemas.microsoft.com/office/drawing/2014/main" id="{11273FA9-A47F-E109-7398-9659A3761E95}"/>
              </a:ext>
            </a:extLst>
          </p:cNvPr>
          <p:cNvPicPr>
            <a:picLocks noChangeAspect="1"/>
          </p:cNvPicPr>
          <p:nvPr/>
        </p:nvPicPr>
        <p:blipFill>
          <a:blip r:embed="rId4"/>
          <a:stretch>
            <a:fillRect/>
          </a:stretch>
        </p:blipFill>
        <p:spPr>
          <a:xfrm>
            <a:off x="-12357" y="2019093"/>
            <a:ext cx="8524875" cy="26985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pSp>
        <p:nvGrpSpPr>
          <p:cNvPr id="97" name="Google Shape;97;p2"/>
          <p:cNvGrpSpPr/>
          <p:nvPr/>
        </p:nvGrpSpPr>
        <p:grpSpPr>
          <a:xfrm>
            <a:off x="667658" y="147603"/>
            <a:ext cx="10330542" cy="7599397"/>
            <a:chOff x="947058" y="173003"/>
            <a:chExt cx="10160836" cy="6658951"/>
          </a:xfrm>
        </p:grpSpPr>
        <p:pic>
          <p:nvPicPr>
            <p:cNvPr id="98" name="Google Shape;98;p2"/>
            <p:cNvPicPr preferRelativeResize="0"/>
            <p:nvPr/>
          </p:nvPicPr>
          <p:blipFill rotWithShape="1">
            <a:blip r:embed="rId3">
              <a:alphaModFix/>
            </a:blip>
            <a:srcRect/>
            <a:stretch/>
          </p:blipFill>
          <p:spPr>
            <a:xfrm>
              <a:off x="1094992" y="173003"/>
              <a:ext cx="10002016" cy="6511994"/>
            </a:xfrm>
            <a:prstGeom prst="rect">
              <a:avLst/>
            </a:prstGeom>
            <a:noFill/>
            <a:ln>
              <a:noFill/>
            </a:ln>
          </p:spPr>
        </p:pic>
        <p:sp>
          <p:nvSpPr>
            <p:cNvPr id="99" name="Google Shape;99;p2"/>
            <p:cNvSpPr/>
            <p:nvPr/>
          </p:nvSpPr>
          <p:spPr>
            <a:xfrm>
              <a:off x="3145971" y="326571"/>
              <a:ext cx="1230086" cy="478972"/>
            </a:xfrm>
            <a:prstGeom prst="rect">
              <a:avLst/>
            </a:prstGeom>
            <a:solidFill>
              <a:srgbClr val="5F91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0" name="Google Shape;100;p2"/>
            <p:cNvSpPr/>
            <p:nvPr/>
          </p:nvSpPr>
          <p:spPr>
            <a:xfrm>
              <a:off x="6215741" y="326571"/>
              <a:ext cx="1513115" cy="566058"/>
            </a:xfrm>
            <a:prstGeom prst="rect">
              <a:avLst/>
            </a:prstGeom>
            <a:solidFill>
              <a:srgbClr val="5F91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2" name="Google Shape;102;p2"/>
            <p:cNvSpPr/>
            <p:nvPr/>
          </p:nvSpPr>
          <p:spPr>
            <a:xfrm>
              <a:off x="1094992" y="2013857"/>
              <a:ext cx="1730830" cy="925286"/>
            </a:xfrm>
            <a:prstGeom prst="rect">
              <a:avLst/>
            </a:prstGeom>
            <a:solidFill>
              <a:srgbClr val="83AE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3" name="Google Shape;103;p2"/>
            <p:cNvSpPr/>
            <p:nvPr/>
          </p:nvSpPr>
          <p:spPr>
            <a:xfrm>
              <a:off x="947058" y="5802086"/>
              <a:ext cx="10160836" cy="102986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4578" y="1755098"/>
            <a:ext cx="10426045" cy="4462760"/>
          </a:xfrm>
          <a:prstGeom prst="rect">
            <a:avLst/>
          </a:prstGeom>
        </p:spPr>
        <p:txBody>
          <a:bodyPr wrap="square" lIns="91440" tIns="45720" rIns="91440" bIns="45720" anchor="t">
            <a:spAutoFit/>
          </a:bodyPr>
          <a:lstStyle/>
          <a:p>
            <a:pPr marL="342900" indent="-342900">
              <a:spcBef>
                <a:spcPts val="600"/>
              </a:spcBef>
              <a:spcAft>
                <a:spcPts val="600"/>
              </a:spcAft>
              <a:buClr>
                <a:srgbClr val="00B050"/>
              </a:buClr>
              <a:buFont typeface="Wingdings" panose="05000000000000000000" pitchFamily="2" charset="2"/>
              <a:buChar char="v"/>
            </a:pPr>
            <a:r>
              <a:rPr lang="en-US" sz="2400" b="1" spc="-120">
                <a:solidFill>
                  <a:srgbClr val="008A41"/>
                </a:solidFill>
                <a:latin typeface="Times New Roman" panose="02020603050405020304" pitchFamily="18" charset="0"/>
                <a:ea typeface="宋体" panose="02010600030101010101" pitchFamily="2" charset="-122"/>
                <a:cs typeface="Times New Roman" panose="02020603050405020304" pitchFamily="18" charset="0"/>
              </a:rPr>
              <a:t>Universal Village (UV) </a:t>
            </a:r>
            <a:r>
              <a:rPr lang="en-US" sz="2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is a new concept proposed by </a:t>
            </a:r>
            <a:r>
              <a:rPr lang="en-US" sz="2400" b="1" spc="-120">
                <a:solidFill>
                  <a:srgbClr val="008A41"/>
                </a:solidFill>
                <a:latin typeface="Times New Roman" panose="02020603050405020304" pitchFamily="18" charset="0"/>
                <a:ea typeface="宋体" panose="02010600030101010101" pitchFamily="2" charset="-122"/>
                <a:cs typeface="Times New Roman" panose="02020603050405020304" pitchFamily="18" charset="0"/>
              </a:rPr>
              <a:t>MIT’s</a:t>
            </a:r>
            <a:r>
              <a:rPr lang="en-US" sz="2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 </a:t>
            </a:r>
            <a:r>
              <a:rPr lang="en-US" sz="2400" b="1" spc="-120">
                <a:solidFill>
                  <a:srgbClr val="008A41"/>
                </a:solidFill>
                <a:latin typeface="Times New Roman" panose="02020603050405020304" pitchFamily="18" charset="0"/>
                <a:ea typeface="宋体" panose="02010600030101010101" pitchFamily="2" charset="-122"/>
                <a:cs typeface="Times New Roman" panose="02020603050405020304" pitchFamily="18" charset="0"/>
              </a:rPr>
              <a:t>Universal Village</a:t>
            </a:r>
            <a:r>
              <a:rPr lang="en-US" sz="2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 Program in 2012. </a:t>
            </a:r>
            <a:r>
              <a:rPr lang="en-US" sz="2400" b="1" spc="-120">
                <a:solidFill>
                  <a:srgbClr val="008A41"/>
                </a:solidFill>
                <a:latin typeface="Times New Roman" panose="02020603050405020304" pitchFamily="18" charset="0"/>
                <a:ea typeface="宋体" panose="02010600030101010101" pitchFamily="2" charset="-122"/>
                <a:cs typeface="Times New Roman" panose="02020603050405020304" pitchFamily="18" charset="0"/>
              </a:rPr>
              <a:t>UV</a:t>
            </a:r>
            <a:r>
              <a:rPr lang="en-US" sz="2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 exemplifies an ideal future society that pursues harmony between humans and nature through the wise use of advanced technologies. </a:t>
            </a:r>
            <a:endParaRPr lang="en-US" sz="2400" spc="-120">
              <a:solidFill>
                <a:srgbClr val="008A41"/>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ts val="600"/>
              </a:spcBef>
              <a:spcAft>
                <a:spcPts val="600"/>
              </a:spcAft>
              <a:buClr>
                <a:srgbClr val="00B050"/>
              </a:buClr>
              <a:buFont typeface="Wingdings" panose="05000000000000000000" pitchFamily="2" charset="2"/>
              <a:buChar char="v"/>
            </a:pPr>
            <a:r>
              <a:rPr lang="en-US" sz="2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Led by the </a:t>
            </a:r>
            <a:r>
              <a:rPr lang="en-US" sz="2400" b="1" spc="-120">
                <a:solidFill>
                  <a:srgbClr val="008A41"/>
                </a:solidFill>
                <a:latin typeface="Times New Roman" panose="02020603050405020304" pitchFamily="18" charset="0"/>
                <a:ea typeface="宋体" panose="02010600030101010101" pitchFamily="2" charset="-122"/>
                <a:cs typeface="Times New Roman" panose="02020603050405020304" pitchFamily="18" charset="0"/>
              </a:rPr>
              <a:t>MIT</a:t>
            </a:r>
            <a:r>
              <a:rPr lang="en-US" sz="2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 professors who initiated the </a:t>
            </a:r>
            <a:r>
              <a:rPr lang="en-US" sz="2400" b="1" spc="-120">
                <a:solidFill>
                  <a:srgbClr val="008A41"/>
                </a:solidFill>
                <a:latin typeface="Times New Roman" panose="02020603050405020304" pitchFamily="18" charset="0"/>
                <a:ea typeface="宋体" panose="02010600030101010101" pitchFamily="2" charset="-122"/>
                <a:cs typeface="Times New Roman" panose="02020603050405020304" pitchFamily="18" charset="0"/>
              </a:rPr>
              <a:t>MIT UV </a:t>
            </a:r>
            <a:r>
              <a:rPr lang="en-US" sz="2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program as well as the UV conferences, the </a:t>
            </a:r>
            <a:r>
              <a:rPr lang="en-US" sz="2400" b="1" spc="-120">
                <a:solidFill>
                  <a:srgbClr val="008A41"/>
                </a:solidFill>
                <a:latin typeface="Times New Roman" panose="02020603050405020304" pitchFamily="18" charset="0"/>
                <a:ea typeface="宋体" panose="02010600030101010101" pitchFamily="2" charset="-122"/>
                <a:cs typeface="Times New Roman" panose="02020603050405020304" pitchFamily="18" charset="0"/>
              </a:rPr>
              <a:t>IEEE UV </a:t>
            </a:r>
            <a:r>
              <a:rPr lang="en-US" sz="2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Conferences call for collective efforts from world-renowned experts across multi-disciplinary fields to collaborate beyond traditional field boundaries. Previous IEEE UV conferences </a:t>
            </a:r>
            <a:r>
              <a:rPr lang="en-US" sz="2400" b="1" spc="-120">
                <a:solidFill>
                  <a:srgbClr val="008A41"/>
                </a:solidFill>
                <a:latin typeface="Times New Roman" panose="02020603050405020304" pitchFamily="18" charset="0"/>
                <a:ea typeface="宋体" panose="02010600030101010101" pitchFamily="2" charset="-122"/>
                <a:cs typeface="Times New Roman" panose="02020603050405020304" pitchFamily="18" charset="0"/>
              </a:rPr>
              <a:t>(UV2013, UV2014, UV2016, UV2018, UV2020, UV2022 </a:t>
            </a:r>
            <a:r>
              <a:rPr lang="en-US" sz="2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and</a:t>
            </a:r>
            <a:r>
              <a:rPr lang="en-US" sz="2400" b="1" spc="-120">
                <a:solidFill>
                  <a:srgbClr val="008A41"/>
                </a:solidFill>
                <a:latin typeface="Times New Roman" panose="02020603050405020304" pitchFamily="18" charset="0"/>
                <a:ea typeface="宋体" panose="02010600030101010101" pitchFamily="2" charset="-122"/>
                <a:cs typeface="Times New Roman" panose="02020603050405020304" pitchFamily="18" charset="0"/>
              </a:rPr>
              <a:t> UV2024)</a:t>
            </a:r>
            <a:r>
              <a:rPr lang="en-US" sz="2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 were groundbreaking international venues that inspired successful collaboration among governments, academia, industries, and civil society.</a:t>
            </a:r>
            <a:endParaRPr lang="en-US" sz="2400" spc="-120">
              <a:solidFill>
                <a:srgbClr val="008A41"/>
              </a:solidFill>
              <a:latin typeface="Times New Roman" panose="02020603050405020304"/>
              <a:ea typeface="+mn-lt"/>
              <a:cs typeface="Times New Roman" panose="02020603050405020304"/>
            </a:endParaRPr>
          </a:p>
          <a:p>
            <a:pPr algn="ctr">
              <a:spcBef>
                <a:spcPts val="600"/>
              </a:spcBef>
              <a:spcAft>
                <a:spcPts val="600"/>
              </a:spcAft>
            </a:pPr>
            <a:r>
              <a:rPr lang="en-US" sz="2400" spc="-100">
                <a:solidFill>
                  <a:srgbClr val="008A41"/>
                </a:solidFill>
                <a:latin typeface="Times New Roman" panose="02020603050405020304"/>
                <a:ea typeface="+mn-lt"/>
                <a:cs typeface="Times New Roman" panose="02020603050405020304"/>
              </a:rPr>
              <a:t>https://universalvillage.org/ieee-uv-conference</a:t>
            </a:r>
          </a:p>
        </p:txBody>
      </p:sp>
      <p:sp>
        <p:nvSpPr>
          <p:cNvPr id="2" name="文本占位符 1">
            <a:extLst>
              <a:ext uri="{FF2B5EF4-FFF2-40B4-BE49-F238E27FC236}">
                <a16:creationId xmlns:a16="http://schemas.microsoft.com/office/drawing/2014/main" id="{FE402214-F547-424F-AFE9-5BBD9D0075A5}"/>
              </a:ext>
            </a:extLst>
          </p:cNvPr>
          <p:cNvSpPr>
            <a:spLocks noGrp="1"/>
          </p:cNvSpPr>
          <p:nvPr>
            <p:ph type="body" sz="quarter" idx="10"/>
          </p:nvPr>
        </p:nvSpPr>
        <p:spPr>
          <a:xfrm>
            <a:off x="558670" y="378407"/>
            <a:ext cx="9499730" cy="727947"/>
          </a:xfrm>
        </p:spPr>
        <p:txBody>
          <a:bodyPr/>
          <a:lstStyle/>
          <a:p>
            <a:r>
              <a:rPr lang="en-US" altLang="zh-CN"/>
              <a:t>UV Concept &amp; IEEE UV Conferences</a:t>
            </a:r>
            <a:endParaRPr lang="zh-CN" altLang="en-US"/>
          </a:p>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22341" y="1397415"/>
            <a:ext cx="8120872" cy="754502"/>
          </a:xfrm>
          <a:prstGeom prst="rect">
            <a:avLst/>
          </a:prstGeom>
          <a:noFill/>
          <a:ln>
            <a:noFill/>
          </a:ln>
        </p:spPr>
        <p:txBody>
          <a:bodyPr wrap="square">
            <a:spAutoFit/>
          </a:bodyPr>
          <a:lstStyle>
            <a:lvl1pPr eaLnBrk="0" hangingPunct="0">
              <a:defRPr kumimoji="1">
                <a:solidFill>
                  <a:schemeClr val="tx1"/>
                </a:solidFill>
                <a:latin typeface="Arial" panose="020B0604020202020204" pitchFamily="34" charset="0"/>
                <a:ea typeface="MS PGothic" panose="020B0600070205080204" pitchFamily="34" charset="-128"/>
              </a:defRPr>
            </a:lvl1pPr>
            <a:lvl2pPr marL="742950" indent="-285750" eaLnBrk="0" hangingPunct="0">
              <a:defRPr kumimoji="1">
                <a:solidFill>
                  <a:schemeClr val="tx1"/>
                </a:solidFill>
                <a:latin typeface="Arial" panose="020B0604020202020204" pitchFamily="34" charset="0"/>
                <a:ea typeface="MS PGothic" panose="020B0600070205080204" pitchFamily="34" charset="-128"/>
              </a:defRPr>
            </a:lvl2pPr>
            <a:lvl3pPr marL="1143000" indent="-228600" eaLnBrk="0" hangingPunct="0">
              <a:defRPr kumimoji="1">
                <a:solidFill>
                  <a:schemeClr val="tx1"/>
                </a:solidFill>
                <a:latin typeface="Arial" panose="020B0604020202020204" pitchFamily="34" charset="0"/>
                <a:ea typeface="MS PGothic" panose="020B0600070205080204" pitchFamily="34" charset="-128"/>
              </a:defRPr>
            </a:lvl3pPr>
            <a:lvl4pPr marL="1600200" indent="-228600" eaLnBrk="0" hangingPunct="0">
              <a:defRPr kumimoji="1">
                <a:solidFill>
                  <a:schemeClr val="tx1"/>
                </a:solidFill>
                <a:latin typeface="Arial" panose="020B0604020202020204" pitchFamily="34" charset="0"/>
                <a:ea typeface="MS PGothic" panose="020B0600070205080204" pitchFamily="34" charset="-128"/>
              </a:defRPr>
            </a:lvl4pPr>
            <a:lvl5pPr marL="2057400" indent="-228600" eaLnBrk="0" hangingPunct="0">
              <a:defRPr kumimoj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MS PGothic" panose="020B0600070205080204" pitchFamily="34" charset="-128"/>
              </a:defRPr>
            </a:lvl9pPr>
          </a:lstStyle>
          <a:p>
            <a:pPr eaLnBrk="1" hangingPunct="1">
              <a:lnSpc>
                <a:spcPct val="150000"/>
              </a:lnSpc>
              <a:defRPr/>
            </a:pPr>
            <a:r>
              <a:rPr lang="en-US" altLang="zh-CN" sz="3200" b="1">
                <a:solidFill>
                  <a:srgbClr val="008A41"/>
                </a:solidFill>
                <a:latin typeface="Times New Roman" panose="02020603050405020304" pitchFamily="18" charset="0"/>
                <a:cs typeface="Times New Roman" panose="02020603050405020304" pitchFamily="18" charset="0"/>
              </a:rPr>
              <a:t>Universal Village (UV) &amp; </a:t>
            </a:r>
            <a:r>
              <a:rPr lang="en-US" altLang="zh-CN" sz="3200" b="1">
                <a:solidFill>
                  <a:srgbClr val="008A41"/>
                </a:solidFill>
                <a:latin typeface="Times New Roman" panose="02020603050405020304" pitchFamily="18" charset="0"/>
                <a:ea typeface="Adobe 黑体 Std R" panose="020B0400000000000000" pitchFamily="34" charset="-122"/>
                <a:cs typeface="Times New Roman" panose="02020603050405020304" pitchFamily="18" charset="0"/>
              </a:rPr>
              <a:t>Future Lifestyles</a:t>
            </a:r>
          </a:p>
        </p:txBody>
      </p:sp>
      <p:grpSp>
        <p:nvGrpSpPr>
          <p:cNvPr id="10" name="Group 9"/>
          <p:cNvGrpSpPr/>
          <p:nvPr/>
        </p:nvGrpSpPr>
        <p:grpSpPr>
          <a:xfrm>
            <a:off x="578048" y="2578656"/>
            <a:ext cx="2510483" cy="2722185"/>
            <a:chOff x="8844690" y="3228419"/>
            <a:chExt cx="3347310" cy="3629580"/>
          </a:xfrm>
        </p:grpSpPr>
        <p:sp>
          <p:nvSpPr>
            <p:cNvPr id="11" name="Rectangle 10"/>
            <p:cNvSpPr/>
            <p:nvPr/>
          </p:nvSpPr>
          <p:spPr>
            <a:xfrm>
              <a:off x="8844690" y="3429000"/>
              <a:ext cx="3347310" cy="3428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008A41"/>
                </a:solidFill>
              </a:endParaRPr>
            </a:p>
          </p:txBody>
        </p:sp>
        <p:pic>
          <p:nvPicPr>
            <p:cNvPr id="12" name="Picture 2" descr="K:\Private\Conference\UVLogo\UV2013Logo_noBackground_V2.png"/>
            <p:cNvPicPr>
              <a:picLocks noChangeAspect="1" noChangeArrowheads="1"/>
            </p:cNvPicPr>
            <p:nvPr/>
          </p:nvPicPr>
          <p:blipFill>
            <a:blip r:embed="rId3" cstate="print"/>
            <a:srcRect/>
            <a:stretch>
              <a:fillRect/>
            </a:stretch>
          </p:blipFill>
          <p:spPr bwMode="auto">
            <a:xfrm>
              <a:off x="8943908" y="3228419"/>
              <a:ext cx="3248092" cy="3581400"/>
            </a:xfrm>
            <a:prstGeom prst="rect">
              <a:avLst/>
            </a:prstGeom>
            <a:noFill/>
            <a:ln>
              <a:noFill/>
            </a:ln>
          </p:spPr>
        </p:pic>
        <p:sp>
          <p:nvSpPr>
            <p:cNvPr id="13" name="Rectangle 12"/>
            <p:cNvSpPr/>
            <p:nvPr/>
          </p:nvSpPr>
          <p:spPr>
            <a:xfrm>
              <a:off x="8997395" y="6420856"/>
              <a:ext cx="2971800" cy="3889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008A41"/>
                </a:solidFill>
              </a:endParaRPr>
            </a:p>
          </p:txBody>
        </p:sp>
      </p:grpSp>
      <p:sp>
        <p:nvSpPr>
          <p:cNvPr id="18" name="TextBox 17"/>
          <p:cNvSpPr txBox="1"/>
          <p:nvPr/>
        </p:nvSpPr>
        <p:spPr>
          <a:xfrm>
            <a:off x="5729529" y="5081386"/>
            <a:ext cx="6283753" cy="954107"/>
          </a:xfrm>
          <a:prstGeom prst="rect">
            <a:avLst/>
          </a:prstGeom>
          <a:noFill/>
        </p:spPr>
        <p:txBody>
          <a:bodyPr wrap="square" rtlCol="0">
            <a:spAutoFit/>
          </a:bodyPr>
          <a:lstStyle/>
          <a:p>
            <a:pPr marL="342900" indent="-342900">
              <a:spcBef>
                <a:spcPct val="20000"/>
              </a:spcBef>
              <a:buClr>
                <a:srgbClr val="00B050"/>
              </a:buClr>
              <a:buFont typeface="Wingdings" panose="05000000000000000000" pitchFamily="2" charset="2"/>
              <a:buChar char="v"/>
            </a:pPr>
            <a:r>
              <a:rPr lang="en-US" altLang="zh-CN" sz="28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New lifestyles beyond Smart Cities following the laws of the universe</a:t>
            </a:r>
          </a:p>
        </p:txBody>
      </p:sp>
      <p:sp>
        <p:nvSpPr>
          <p:cNvPr id="19" name="矩形: 圆角 3"/>
          <p:cNvSpPr/>
          <p:nvPr/>
        </p:nvSpPr>
        <p:spPr>
          <a:xfrm>
            <a:off x="3414502" y="5055171"/>
            <a:ext cx="1989056" cy="1006538"/>
          </a:xfrm>
          <a:prstGeom prst="roundRect">
            <a:avLst/>
          </a:prstGeom>
          <a:noFill/>
          <a:ln w="38100">
            <a:solidFill>
              <a:srgbClr val="007F4D"/>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8A41"/>
              </a:solidFill>
            </a:endParaRPr>
          </a:p>
        </p:txBody>
      </p:sp>
      <p:sp>
        <p:nvSpPr>
          <p:cNvPr id="3" name="Rectangle 2"/>
          <p:cNvSpPr/>
          <p:nvPr/>
        </p:nvSpPr>
        <p:spPr>
          <a:xfrm>
            <a:off x="3582143" y="5055171"/>
            <a:ext cx="1659429" cy="954107"/>
          </a:xfrm>
          <a:prstGeom prst="rect">
            <a:avLst/>
          </a:prstGeom>
          <a:ln>
            <a:noFill/>
          </a:ln>
        </p:spPr>
        <p:txBody>
          <a:bodyPr wrap="none">
            <a:spAutoFit/>
          </a:bodyPr>
          <a:lstStyle/>
          <a:p>
            <a:pPr algn="ctr"/>
            <a:r>
              <a:rPr lang="en-US" sz="2800" b="1">
                <a:solidFill>
                  <a:srgbClr val="008A41"/>
                </a:solidFill>
                <a:latin typeface="Times New Roman" panose="02020603050405020304" pitchFamily="18" charset="0"/>
                <a:cs typeface="Times New Roman" panose="02020603050405020304" pitchFamily="18" charset="0"/>
              </a:rPr>
              <a:t>Universal</a:t>
            </a:r>
          </a:p>
          <a:p>
            <a:pPr algn="ctr"/>
            <a:r>
              <a:rPr lang="en-US" sz="2800" b="1">
                <a:solidFill>
                  <a:srgbClr val="008A41"/>
                </a:solidFill>
                <a:latin typeface="Times New Roman" panose="02020603050405020304" pitchFamily="18" charset="0"/>
                <a:cs typeface="Times New Roman" panose="02020603050405020304" pitchFamily="18" charset="0"/>
              </a:rPr>
              <a:t> Village</a:t>
            </a:r>
            <a:endParaRPr lang="en-US" sz="2800">
              <a:solidFill>
                <a:srgbClr val="008A41"/>
              </a:solidFill>
            </a:endParaRPr>
          </a:p>
        </p:txBody>
      </p:sp>
      <p:sp>
        <p:nvSpPr>
          <p:cNvPr id="8" name="TextBox 7"/>
          <p:cNvSpPr txBox="1"/>
          <p:nvPr/>
        </p:nvSpPr>
        <p:spPr>
          <a:xfrm>
            <a:off x="5720185" y="2611129"/>
            <a:ext cx="5893767" cy="523220"/>
          </a:xfrm>
          <a:prstGeom prst="rect">
            <a:avLst/>
          </a:prstGeom>
          <a:noFill/>
        </p:spPr>
        <p:txBody>
          <a:bodyPr wrap="square" rtlCol="0">
            <a:spAutoFit/>
          </a:bodyPr>
          <a:lstStyle/>
          <a:p>
            <a:pPr marL="342900" indent="-342900">
              <a:spcBef>
                <a:spcPct val="20000"/>
              </a:spcBef>
              <a:buClr>
                <a:srgbClr val="00B050"/>
              </a:buClr>
              <a:buFont typeface="Wingdings" panose="05000000000000000000" pitchFamily="2" charset="2"/>
              <a:buChar char="v"/>
            </a:pPr>
            <a:r>
              <a:rPr lang="en-US" altLang="zh-CN" sz="28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Following the laws of the universe</a:t>
            </a:r>
            <a:endParaRPr lang="en-US" sz="2800">
              <a:solidFill>
                <a:srgbClr val="008A4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圆角 3"/>
          <p:cNvSpPr/>
          <p:nvPr/>
        </p:nvSpPr>
        <p:spPr>
          <a:xfrm>
            <a:off x="3417329" y="2512393"/>
            <a:ext cx="1989056" cy="720692"/>
          </a:xfrm>
          <a:prstGeom prst="roundRect">
            <a:avLst/>
          </a:prstGeom>
          <a:noFill/>
          <a:ln w="38100">
            <a:solidFill>
              <a:srgbClr val="007F4D"/>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8A41"/>
              </a:solidFill>
            </a:endParaRPr>
          </a:p>
        </p:txBody>
      </p:sp>
      <p:sp>
        <p:nvSpPr>
          <p:cNvPr id="7" name="Rectangle 6"/>
          <p:cNvSpPr/>
          <p:nvPr/>
        </p:nvSpPr>
        <p:spPr>
          <a:xfrm>
            <a:off x="3582143" y="2611129"/>
            <a:ext cx="1659429" cy="523220"/>
          </a:xfrm>
          <a:prstGeom prst="rect">
            <a:avLst/>
          </a:prstGeom>
          <a:ln>
            <a:noFill/>
          </a:ln>
        </p:spPr>
        <p:txBody>
          <a:bodyPr wrap="none">
            <a:spAutoFit/>
          </a:bodyPr>
          <a:lstStyle/>
          <a:p>
            <a:r>
              <a:rPr lang="en-US" sz="2800" b="1">
                <a:solidFill>
                  <a:srgbClr val="008A41"/>
                </a:solidFill>
                <a:latin typeface="Times New Roman" panose="02020603050405020304" pitchFamily="18" charset="0"/>
                <a:cs typeface="Times New Roman" panose="02020603050405020304" pitchFamily="18" charset="0"/>
              </a:rPr>
              <a:t>Universal</a:t>
            </a:r>
            <a:endParaRPr lang="en-US" sz="2800">
              <a:solidFill>
                <a:srgbClr val="008A41"/>
              </a:solidFill>
            </a:endParaRPr>
          </a:p>
        </p:txBody>
      </p:sp>
      <p:sp>
        <p:nvSpPr>
          <p:cNvPr id="9" name="TextBox 8"/>
          <p:cNvSpPr txBox="1"/>
          <p:nvPr/>
        </p:nvSpPr>
        <p:spPr>
          <a:xfrm>
            <a:off x="5720185" y="3753356"/>
            <a:ext cx="6082126" cy="954107"/>
          </a:xfrm>
          <a:prstGeom prst="rect">
            <a:avLst/>
          </a:prstGeom>
          <a:noFill/>
        </p:spPr>
        <p:txBody>
          <a:bodyPr wrap="square" rtlCol="0">
            <a:spAutoFit/>
          </a:bodyPr>
          <a:lstStyle/>
          <a:p>
            <a:pPr marL="342900" indent="-342900">
              <a:spcBef>
                <a:spcPct val="20000"/>
              </a:spcBef>
              <a:buClr>
                <a:srgbClr val="00B050"/>
              </a:buClr>
              <a:buFont typeface="Wingdings" panose="05000000000000000000" pitchFamily="2" charset="2"/>
              <a:buChar char="v"/>
            </a:pPr>
            <a:r>
              <a:rPr lang="en-US" altLang="zh-CN" sz="28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Cities are not the only living environments</a:t>
            </a:r>
          </a:p>
        </p:txBody>
      </p:sp>
      <p:sp>
        <p:nvSpPr>
          <p:cNvPr id="15" name="矩形: 圆角 14"/>
          <p:cNvSpPr/>
          <p:nvPr/>
        </p:nvSpPr>
        <p:spPr>
          <a:xfrm>
            <a:off x="3414502" y="3620592"/>
            <a:ext cx="1989056" cy="720692"/>
          </a:xfrm>
          <a:prstGeom prst="roundRect">
            <a:avLst/>
          </a:prstGeom>
          <a:noFill/>
          <a:ln w="38100">
            <a:solidFill>
              <a:srgbClr val="007F4D"/>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8A41"/>
              </a:solidFill>
            </a:endParaRPr>
          </a:p>
        </p:txBody>
      </p:sp>
      <p:sp>
        <p:nvSpPr>
          <p:cNvPr id="5" name="Rectangle 4"/>
          <p:cNvSpPr/>
          <p:nvPr/>
        </p:nvSpPr>
        <p:spPr>
          <a:xfrm>
            <a:off x="3714242" y="3717466"/>
            <a:ext cx="1453187" cy="523220"/>
          </a:xfrm>
          <a:prstGeom prst="rect">
            <a:avLst/>
          </a:prstGeom>
          <a:ln>
            <a:noFill/>
          </a:ln>
        </p:spPr>
        <p:txBody>
          <a:bodyPr wrap="square">
            <a:spAutoFit/>
          </a:bodyPr>
          <a:lstStyle/>
          <a:p>
            <a:pPr algn="ctr"/>
            <a:r>
              <a:rPr lang="en-US" sz="2800" b="1">
                <a:solidFill>
                  <a:srgbClr val="008A41"/>
                </a:solidFill>
                <a:latin typeface="Times New Roman" panose="02020603050405020304" pitchFamily="18" charset="0"/>
                <a:cs typeface="Times New Roman" panose="02020603050405020304" pitchFamily="18" charset="0"/>
              </a:rPr>
              <a:t>Village</a:t>
            </a:r>
            <a:endParaRPr lang="en-US" sz="2800">
              <a:solidFill>
                <a:srgbClr val="008A41"/>
              </a:solidFill>
            </a:endParaRPr>
          </a:p>
        </p:txBody>
      </p:sp>
      <p:sp>
        <p:nvSpPr>
          <p:cNvPr id="17" name="Arrow: Down 16"/>
          <p:cNvSpPr/>
          <p:nvPr/>
        </p:nvSpPr>
        <p:spPr>
          <a:xfrm>
            <a:off x="4230574" y="4556292"/>
            <a:ext cx="356912" cy="390886"/>
          </a:xfrm>
          <a:prstGeom prst="downArrow">
            <a:avLst/>
          </a:prstGeom>
          <a:solidFill>
            <a:schemeClr val="accent6">
              <a:lumMod val="40000"/>
              <a:lumOff val="60000"/>
            </a:schemeClr>
          </a:solidFill>
          <a:ln>
            <a:solidFill>
              <a:srgbClr val="007F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8A41"/>
              </a:solidFill>
            </a:endParaRPr>
          </a:p>
        </p:txBody>
      </p:sp>
      <p:sp>
        <p:nvSpPr>
          <p:cNvPr id="26" name="文本占位符 25">
            <a:extLst>
              <a:ext uri="{FF2B5EF4-FFF2-40B4-BE49-F238E27FC236}">
                <a16:creationId xmlns:a16="http://schemas.microsoft.com/office/drawing/2014/main" id="{61D9B138-47AB-4EF6-A940-5ECF1AB5704A}"/>
              </a:ext>
            </a:extLst>
          </p:cNvPr>
          <p:cNvSpPr>
            <a:spLocks noGrp="1"/>
          </p:cNvSpPr>
          <p:nvPr>
            <p:ph type="body" sz="quarter" idx="10"/>
          </p:nvPr>
        </p:nvSpPr>
        <p:spPr/>
        <p:txBody>
          <a:bodyPr/>
          <a:lstStyle/>
          <a:p>
            <a:pPr>
              <a:lnSpc>
                <a:spcPct val="100000"/>
              </a:lnSpc>
            </a:pPr>
            <a:r>
              <a:rPr lang="en-US" altLang="zh-CN">
                <a:ea typeface="Adobe 黑体 Std R" panose="020B0400000000000000" pitchFamily="34" charset="-122"/>
              </a:rPr>
              <a:t>The UV Concept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500" fill="hold"/>
                                        <p:tgtEl>
                                          <p:spTgt spid="5"/>
                                        </p:tgtEl>
                                        <p:attrNameLst>
                                          <p:attrName>ppt_x</p:attrName>
                                        </p:attrNameLst>
                                      </p:cBhvr>
                                      <p:tavLst>
                                        <p:tav tm="0">
                                          <p:val>
                                            <p:strVal val="#ppt_x"/>
                                          </p:val>
                                        </p:tav>
                                        <p:tav tm="100000">
                                          <p:val>
                                            <p:strVal val="#ppt_x"/>
                                          </p:val>
                                        </p:tav>
                                      </p:tavLst>
                                    </p:anim>
                                    <p:anim calcmode="lin" valueType="num">
                                      <p:cBhvr additive="base">
                                        <p:cTn id="48" dur="500" fill="hold"/>
                                        <p:tgtEl>
                                          <p:spTgt spid="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p:bldP spid="19" grpId="0" animBg="1"/>
      <p:bldP spid="3" grpId="0"/>
      <p:bldP spid="8" grpId="0"/>
      <p:bldP spid="4" grpId="0" animBg="1"/>
      <p:bldP spid="7" grpId="0"/>
      <p:bldP spid="9" grpId="0"/>
      <p:bldP spid="15" grpId="0" animBg="1"/>
      <p:bldP spid="5" grpId="0"/>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932860" y="4371495"/>
            <a:ext cx="3569677" cy="1692627"/>
          </a:xfrm>
          <a:prstGeom prst="rect">
            <a:avLst/>
          </a:prstGeom>
          <a:solidFill>
            <a:schemeClr val="bg1">
              <a:lumMod val="95000"/>
            </a:schemeClr>
          </a:solidFill>
          <a:ln w="28575">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8A41"/>
              </a:solidFill>
              <a:latin typeface="Times New Roman" panose="02020603050405020304" pitchFamily="18" charset="0"/>
              <a:cs typeface="Times New Roman" panose="02020603050405020304" pitchFamily="18" charset="0"/>
            </a:endParaRPr>
          </a:p>
        </p:txBody>
      </p:sp>
      <p:sp>
        <p:nvSpPr>
          <p:cNvPr id="4" name="矩形 3"/>
          <p:cNvSpPr/>
          <p:nvPr/>
        </p:nvSpPr>
        <p:spPr>
          <a:xfrm>
            <a:off x="4987618" y="2412552"/>
            <a:ext cx="6929562" cy="3651570"/>
          </a:xfrm>
          <a:prstGeom prst="rect">
            <a:avLst/>
          </a:prstGeom>
          <a:solidFill>
            <a:schemeClr val="bg1">
              <a:lumMod val="95000"/>
            </a:schemeClr>
          </a:solidFill>
          <a:ln w="28575">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8A41"/>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type="body" sz="quarter" idx="10"/>
          </p:nvPr>
        </p:nvSpPr>
        <p:spPr>
          <a:noFill/>
        </p:spPr>
        <p:txBody>
          <a:bodyPr anchor="ctr">
            <a:noAutofit/>
          </a:bodyPr>
          <a:lstStyle/>
          <a:p>
            <a:pPr>
              <a:lnSpc>
                <a:spcPct val="100000"/>
              </a:lnSpc>
            </a:pPr>
            <a:r>
              <a:rPr lang="en-US" altLang="zh-CN"/>
              <a:t> </a:t>
            </a:r>
            <a:r>
              <a:rPr lang="en-US" altLang="zh-CN">
                <a:latin typeface="Times New Roman" panose="02020603050405020304" pitchFamily="18" charset="0"/>
                <a:cs typeface="Times New Roman" panose="02020603050405020304" pitchFamily="18" charset="0"/>
              </a:rPr>
              <a:t>UV Elements</a:t>
            </a:r>
          </a:p>
        </p:txBody>
      </p:sp>
      <p:sp>
        <p:nvSpPr>
          <p:cNvPr id="5" name="Title 1"/>
          <p:cNvSpPr txBox="1"/>
          <p:nvPr/>
        </p:nvSpPr>
        <p:spPr>
          <a:xfrm>
            <a:off x="6449568" y="1239307"/>
            <a:ext cx="3863526" cy="1281644"/>
          </a:xfrm>
          <a:prstGeom prst="rect">
            <a:avLst/>
          </a:prstGeom>
          <a:no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8 UV Sub-Systems</a:t>
            </a:r>
          </a:p>
        </p:txBody>
      </p:sp>
      <p:sp>
        <p:nvSpPr>
          <p:cNvPr id="10" name="内容占位符 2"/>
          <p:cNvSpPr txBox="1"/>
          <p:nvPr/>
        </p:nvSpPr>
        <p:spPr>
          <a:xfrm>
            <a:off x="860297" y="4200148"/>
            <a:ext cx="3642240" cy="1972373"/>
          </a:xfrm>
          <a:prstGeom prst="rect">
            <a:avLst/>
          </a:prstGeom>
          <a:noFill/>
        </p:spPr>
        <p:txBody>
          <a:bodyPr vert="horz" lIns="91440" tIns="45720" rIns="91440" bIns="45720" rtlCol="0" anchor="ctr">
            <a:norm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Clr>
                <a:srgbClr val="00B050"/>
              </a:buClr>
              <a:buFont typeface="Wingdings" panose="05000000000000000000" pitchFamily="2" charset="2"/>
              <a:buChar char="v"/>
            </a:pPr>
            <a:r>
              <a:rPr lang="en-US" altLang="zh-CN" sz="2400" b="1">
                <a:solidFill>
                  <a:srgbClr val="008A41"/>
                </a:solidFill>
                <a:latin typeface="Times New Roman" panose="02020603050405020304" pitchFamily="18" charset="0"/>
                <a:cs typeface="Times New Roman" panose="02020603050405020304" pitchFamily="18" charset="0"/>
              </a:rPr>
              <a:t>UV Information Flow</a:t>
            </a:r>
          </a:p>
          <a:p>
            <a:pPr>
              <a:buClr>
                <a:srgbClr val="00B050"/>
              </a:buClr>
              <a:buFont typeface="Wingdings" panose="05000000000000000000" pitchFamily="2" charset="2"/>
              <a:buChar char="v"/>
            </a:pPr>
            <a:r>
              <a:rPr lang="en-US" altLang="zh-CN" sz="2400" b="1">
                <a:solidFill>
                  <a:srgbClr val="008A41"/>
                </a:solidFill>
                <a:latin typeface="Times New Roman" panose="02020603050405020304" pitchFamily="18" charset="0"/>
                <a:cs typeface="Times New Roman" panose="02020603050405020304" pitchFamily="18" charset="0"/>
              </a:rPr>
              <a:t>UV Material Cycles</a:t>
            </a:r>
          </a:p>
          <a:p>
            <a:pPr>
              <a:buClr>
                <a:srgbClr val="00B050"/>
              </a:buClr>
              <a:buFont typeface="Wingdings" panose="05000000000000000000" pitchFamily="2" charset="2"/>
              <a:buChar char="v"/>
            </a:pPr>
            <a:r>
              <a:rPr lang="en-US" altLang="zh-CN" sz="2400" b="1">
                <a:solidFill>
                  <a:srgbClr val="008A41"/>
                </a:solidFill>
                <a:latin typeface="Times New Roman" panose="02020603050405020304" pitchFamily="18" charset="0"/>
                <a:cs typeface="Times New Roman" panose="02020603050405020304" pitchFamily="18" charset="0"/>
              </a:rPr>
              <a:t>UV Lifestyles</a:t>
            </a:r>
          </a:p>
          <a:p>
            <a:pPr>
              <a:buClr>
                <a:srgbClr val="00B050"/>
              </a:buClr>
              <a:buFont typeface="Wingdings" panose="05000000000000000000" pitchFamily="2" charset="2"/>
              <a:buChar char="v"/>
            </a:pPr>
            <a:r>
              <a:rPr lang="en-US" altLang="zh-CN" sz="2400" b="1">
                <a:solidFill>
                  <a:srgbClr val="008A41"/>
                </a:solidFill>
                <a:latin typeface="Times New Roman" panose="02020603050405020304" pitchFamily="18" charset="0"/>
                <a:cs typeface="Times New Roman" panose="02020603050405020304" pitchFamily="18" charset="0"/>
              </a:rPr>
              <a:t>UV Communities</a:t>
            </a:r>
          </a:p>
        </p:txBody>
      </p:sp>
      <p:graphicFrame>
        <p:nvGraphicFramePr>
          <p:cNvPr id="2" name="图示 1"/>
          <p:cNvGraphicFramePr/>
          <p:nvPr/>
        </p:nvGraphicFramePr>
        <p:xfrm>
          <a:off x="861542" y="1360664"/>
          <a:ext cx="3863526" cy="17690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内容占位符 2">
            <a:extLst>
              <a:ext uri="{FF2B5EF4-FFF2-40B4-BE49-F238E27FC236}">
                <a16:creationId xmlns:a16="http://schemas.microsoft.com/office/drawing/2014/main" id="{7984270C-DEC0-4E42-9B1B-49F15AB51F31}"/>
              </a:ext>
            </a:extLst>
          </p:cNvPr>
          <p:cNvSpPr txBox="1"/>
          <p:nvPr/>
        </p:nvSpPr>
        <p:spPr>
          <a:xfrm>
            <a:off x="5086639" y="2412552"/>
            <a:ext cx="7192112" cy="3651570"/>
          </a:xfrm>
          <a:prstGeom prst="rect">
            <a:avLst/>
          </a:prstGeom>
          <a:noFill/>
        </p:spPr>
        <p:txBody>
          <a:bodyPr vert="horz" lIns="91440" tIns="45720" rIns="91440" bIns="45720" rtlCol="0" anchor="ctr">
            <a:noAutofit/>
          </a:bodyPr>
          <a:lst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Clr>
                <a:srgbClr val="00B050"/>
              </a:buClr>
              <a:buFont typeface="+mj-lt"/>
              <a:buAutoNum type="arabicPeriod"/>
            </a:pPr>
            <a:r>
              <a:rPr lang="en-US" altLang="zh-CN" sz="24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Smart Home and Community</a:t>
            </a:r>
          </a:p>
          <a:p>
            <a:pPr>
              <a:buClr>
                <a:srgbClr val="00B050"/>
              </a:buClr>
              <a:buFont typeface="+mj-lt"/>
              <a:buAutoNum type="arabicPeriod"/>
            </a:pPr>
            <a:r>
              <a:rPr lang="en-US" altLang="zh-CN" sz="24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Smart Medicine and Healthcare</a:t>
            </a:r>
          </a:p>
          <a:p>
            <a:pPr>
              <a:buClr>
                <a:srgbClr val="00B050"/>
              </a:buClr>
              <a:buFont typeface="+mj-lt"/>
              <a:buAutoNum type="arabicPeriod"/>
            </a:pPr>
            <a:r>
              <a:rPr lang="en-US" altLang="zh-CN" sz="24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ITS, Urban Planning and Crowd Management</a:t>
            </a:r>
          </a:p>
          <a:p>
            <a:pPr>
              <a:buClr>
                <a:srgbClr val="00B050"/>
              </a:buClr>
              <a:buFont typeface="+mj-lt"/>
              <a:buAutoNum type="arabicPeriod"/>
            </a:pPr>
            <a:r>
              <a:rPr lang="en-US" altLang="zh-CN" sz="24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Smart Energy Management</a:t>
            </a:r>
          </a:p>
          <a:p>
            <a:pPr>
              <a:buClr>
                <a:srgbClr val="00B050"/>
              </a:buClr>
              <a:buFont typeface="+mj-lt"/>
              <a:buAutoNum type="arabicPeriod"/>
            </a:pPr>
            <a:r>
              <a:rPr lang="en-US" altLang="zh-CN" sz="24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Smart City Infrastructure</a:t>
            </a:r>
          </a:p>
          <a:p>
            <a:pPr>
              <a:buClr>
                <a:srgbClr val="00B050"/>
              </a:buClr>
              <a:buFont typeface="+mj-lt"/>
              <a:buAutoNum type="arabicPeriod"/>
            </a:pPr>
            <a:r>
              <a:rPr lang="en-US" altLang="zh-CN" sz="24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Smart Response System for City Emergencies</a:t>
            </a:r>
          </a:p>
          <a:p>
            <a:pPr>
              <a:buClr>
                <a:srgbClr val="00B050"/>
              </a:buClr>
              <a:buFont typeface="+mj-lt"/>
              <a:buAutoNum type="arabicPeriod"/>
            </a:pPr>
            <a:r>
              <a:rPr lang="en-US" altLang="zh-CN" sz="24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Smart Environmental Protection</a:t>
            </a:r>
          </a:p>
          <a:p>
            <a:pPr>
              <a:buClr>
                <a:srgbClr val="00B050"/>
              </a:buClr>
              <a:buFont typeface="+mj-lt"/>
              <a:buAutoNum type="arabicPeriod"/>
            </a:pPr>
            <a:r>
              <a:rPr lang="en-US" altLang="zh-CN" sz="24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Smart Humanity</a:t>
            </a:r>
          </a:p>
        </p:txBody>
      </p:sp>
      <p:sp>
        <p:nvSpPr>
          <p:cNvPr id="6" name="Google Shape;145;p5">
            <a:extLst>
              <a:ext uri="{FF2B5EF4-FFF2-40B4-BE49-F238E27FC236}">
                <a16:creationId xmlns:a16="http://schemas.microsoft.com/office/drawing/2014/main" id="{7225FBE4-6A70-CB23-48C0-4E62025512B6}"/>
              </a:ext>
            </a:extLst>
          </p:cNvPr>
          <p:cNvSpPr txBox="1"/>
          <p:nvPr/>
        </p:nvSpPr>
        <p:spPr>
          <a:xfrm>
            <a:off x="736786" y="3196439"/>
            <a:ext cx="3889262" cy="12816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8000"/>
              </a:buClr>
              <a:buSzPts val="3200"/>
              <a:buFont typeface="Arial"/>
              <a:buNone/>
            </a:pPr>
            <a:r>
              <a:rPr lang="en-US" sz="3200" b="1">
                <a:solidFill>
                  <a:srgbClr val="008000"/>
                </a:solidFill>
                <a:latin typeface="Times New Roman"/>
                <a:ea typeface="Times New Roman"/>
                <a:cs typeface="Times New Roman"/>
                <a:sym typeface="Times New Roman"/>
              </a:rPr>
              <a:t>4 Impacting Factors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a:srcRect t="857" b="2941"/>
          <a:stretch/>
        </p:blipFill>
        <p:spPr>
          <a:xfrm>
            <a:off x="1524000" y="1357070"/>
            <a:ext cx="9144000" cy="4911047"/>
          </a:xfrm>
          <a:prstGeom prst="rect">
            <a:avLst/>
          </a:prstGeom>
        </p:spPr>
      </p:pic>
      <p:sp>
        <p:nvSpPr>
          <p:cNvPr id="3" name="文本占位符 2">
            <a:extLst>
              <a:ext uri="{FF2B5EF4-FFF2-40B4-BE49-F238E27FC236}">
                <a16:creationId xmlns:a16="http://schemas.microsoft.com/office/drawing/2014/main" id="{C0A19228-62BD-4521-87A8-F41275BB0B2A}"/>
              </a:ext>
            </a:extLst>
          </p:cNvPr>
          <p:cNvSpPr>
            <a:spLocks noGrp="1"/>
          </p:cNvSpPr>
          <p:nvPr>
            <p:ph type="body" sz="quarter" idx="10"/>
          </p:nvPr>
        </p:nvSpPr>
        <p:spPr/>
        <p:txBody>
          <a:bodyPr/>
          <a:lstStyle/>
          <a:p>
            <a:r>
              <a:rPr lang="en-US" altLang="zh-CN"/>
              <a:t> UV Scope</a:t>
            </a: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cxnSp>
        <p:nvCxnSpPr>
          <p:cNvPr id="178" name="Google Shape;178;p7"/>
          <p:cNvCxnSpPr/>
          <p:nvPr/>
        </p:nvCxnSpPr>
        <p:spPr>
          <a:xfrm rot="10800000">
            <a:off x="1574383" y="4789595"/>
            <a:ext cx="0" cy="304005"/>
          </a:xfrm>
          <a:prstGeom prst="straightConnector1">
            <a:avLst/>
          </a:prstGeom>
          <a:noFill/>
          <a:ln w="57150" cap="flat" cmpd="sng">
            <a:solidFill>
              <a:srgbClr val="C9C9C9"/>
            </a:solidFill>
            <a:prstDash val="solid"/>
            <a:miter lim="800000"/>
            <a:headEnd type="none" w="sm" len="sm"/>
            <a:tailEnd type="triangle" w="med" len="med"/>
          </a:ln>
        </p:spPr>
      </p:cxnSp>
      <p:cxnSp>
        <p:nvCxnSpPr>
          <p:cNvPr id="179" name="Google Shape;179;p7"/>
          <p:cNvCxnSpPr/>
          <p:nvPr/>
        </p:nvCxnSpPr>
        <p:spPr>
          <a:xfrm rot="10800000">
            <a:off x="1574383" y="4304219"/>
            <a:ext cx="0" cy="377712"/>
          </a:xfrm>
          <a:prstGeom prst="straightConnector1">
            <a:avLst/>
          </a:prstGeom>
          <a:noFill/>
          <a:ln w="57150" cap="flat" cmpd="sng">
            <a:solidFill>
              <a:srgbClr val="C9C9C9"/>
            </a:solidFill>
            <a:prstDash val="solid"/>
            <a:miter lim="800000"/>
            <a:headEnd type="none" w="sm" len="sm"/>
            <a:tailEnd type="triangle" w="med" len="med"/>
          </a:ln>
        </p:spPr>
      </p:cxnSp>
      <p:cxnSp>
        <p:nvCxnSpPr>
          <p:cNvPr id="180" name="Google Shape;180;p7"/>
          <p:cNvCxnSpPr/>
          <p:nvPr/>
        </p:nvCxnSpPr>
        <p:spPr>
          <a:xfrm rot="10800000">
            <a:off x="1574383" y="3775256"/>
            <a:ext cx="0" cy="377711"/>
          </a:xfrm>
          <a:prstGeom prst="straightConnector1">
            <a:avLst/>
          </a:prstGeom>
          <a:noFill/>
          <a:ln w="57150" cap="flat" cmpd="sng">
            <a:solidFill>
              <a:srgbClr val="C9C9C9"/>
            </a:solidFill>
            <a:prstDash val="solid"/>
            <a:miter lim="800000"/>
            <a:headEnd type="none" w="sm" len="sm"/>
            <a:tailEnd type="triangle" w="med" len="med"/>
          </a:ln>
        </p:spPr>
      </p:cxnSp>
      <p:cxnSp>
        <p:nvCxnSpPr>
          <p:cNvPr id="181" name="Google Shape;181;p7"/>
          <p:cNvCxnSpPr/>
          <p:nvPr/>
        </p:nvCxnSpPr>
        <p:spPr>
          <a:xfrm rot="10800000">
            <a:off x="1574383" y="2738037"/>
            <a:ext cx="0" cy="377711"/>
          </a:xfrm>
          <a:prstGeom prst="straightConnector1">
            <a:avLst/>
          </a:prstGeom>
          <a:noFill/>
          <a:ln w="57150" cap="flat" cmpd="sng">
            <a:solidFill>
              <a:srgbClr val="C9C9C9"/>
            </a:solidFill>
            <a:prstDash val="solid"/>
            <a:miter lim="800000"/>
            <a:headEnd type="none" w="sm" len="sm"/>
            <a:tailEnd type="triangle" w="med" len="med"/>
          </a:ln>
        </p:spPr>
      </p:cxnSp>
      <p:cxnSp>
        <p:nvCxnSpPr>
          <p:cNvPr id="182" name="Google Shape;182;p7"/>
          <p:cNvCxnSpPr/>
          <p:nvPr/>
        </p:nvCxnSpPr>
        <p:spPr>
          <a:xfrm rot="10800000">
            <a:off x="1574383" y="5789326"/>
            <a:ext cx="0" cy="377711"/>
          </a:xfrm>
          <a:prstGeom prst="straightConnector1">
            <a:avLst/>
          </a:prstGeom>
          <a:noFill/>
          <a:ln w="57150" cap="flat" cmpd="sng">
            <a:solidFill>
              <a:srgbClr val="C9C9C9"/>
            </a:solidFill>
            <a:prstDash val="solid"/>
            <a:miter lim="800000"/>
            <a:headEnd type="none" w="sm" len="sm"/>
            <a:tailEnd type="triangle" w="med" len="med"/>
          </a:ln>
        </p:spPr>
      </p:cxnSp>
      <p:sp>
        <p:nvSpPr>
          <p:cNvPr id="183" name="Google Shape;183;p7"/>
          <p:cNvSpPr txBox="1"/>
          <p:nvPr/>
        </p:nvSpPr>
        <p:spPr>
          <a:xfrm>
            <a:off x="3725832" y="6028285"/>
            <a:ext cx="7651227" cy="677108"/>
          </a:xfrm>
          <a:prstGeom prst="rect">
            <a:avLst/>
          </a:prstGeom>
          <a:solidFill>
            <a:schemeClr val="lt1"/>
          </a:solidFill>
          <a:ln w="9525" cap="flat" cmpd="sng">
            <a:solidFill>
              <a:srgbClr val="92D05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900" b="1" cap="none">
                <a:solidFill>
                  <a:srgbClr val="009242"/>
                </a:solidFill>
                <a:latin typeface="Times New Roman"/>
                <a:ea typeface="Times New Roman"/>
                <a:cs typeface="Times New Roman"/>
                <a:sym typeface="Times New Roman"/>
              </a:rPr>
              <a:t>HUMANKIND</a:t>
            </a:r>
            <a:r>
              <a:rPr lang="en-US" sz="1900" b="1" cap="none">
                <a:solidFill>
                  <a:schemeClr val="dk1"/>
                </a:solidFill>
                <a:latin typeface="Times New Roman"/>
                <a:ea typeface="Times New Roman"/>
                <a:cs typeface="Times New Roman"/>
                <a:sym typeface="Times New Roman"/>
              </a:rPr>
              <a:t> IN HARMONY WITH </a:t>
            </a:r>
            <a:r>
              <a:rPr lang="en-US" sz="1900" b="1" cap="none">
                <a:solidFill>
                  <a:srgbClr val="009242"/>
                </a:solidFill>
                <a:latin typeface="Times New Roman"/>
                <a:ea typeface="Times New Roman"/>
                <a:cs typeface="Times New Roman"/>
                <a:sym typeface="Times New Roman"/>
              </a:rPr>
              <a:t>NATURE </a:t>
            </a:r>
            <a:r>
              <a:rPr lang="en-US" sz="1900" b="1" cap="none">
                <a:solidFill>
                  <a:schemeClr val="dk1"/>
                </a:solidFill>
                <a:latin typeface="Times New Roman"/>
                <a:ea typeface="Times New Roman"/>
                <a:cs typeface="Times New Roman"/>
                <a:sym typeface="Times New Roman"/>
              </a:rPr>
              <a:t>THROUGH WISE USE OF </a:t>
            </a:r>
            <a:r>
              <a:rPr lang="en-US" sz="1900" b="1" cap="none">
                <a:solidFill>
                  <a:srgbClr val="009242"/>
                </a:solidFill>
                <a:latin typeface="Times New Roman"/>
                <a:ea typeface="Times New Roman"/>
                <a:cs typeface="Times New Roman"/>
                <a:sym typeface="Times New Roman"/>
              </a:rPr>
              <a:t>TECHNOLOGY</a:t>
            </a:r>
            <a:endParaRPr/>
          </a:p>
        </p:txBody>
      </p:sp>
      <p:sp>
        <p:nvSpPr>
          <p:cNvPr id="184" name="Google Shape;184;p7"/>
          <p:cNvSpPr txBox="1"/>
          <p:nvPr/>
        </p:nvSpPr>
        <p:spPr>
          <a:xfrm>
            <a:off x="3739478" y="5285621"/>
            <a:ext cx="7883237" cy="384721"/>
          </a:xfrm>
          <a:prstGeom prst="rect">
            <a:avLst/>
          </a:prstGeom>
          <a:solidFill>
            <a:schemeClr val="lt1"/>
          </a:solidFill>
          <a:ln w="9525" cap="flat" cmpd="sng">
            <a:solidFill>
              <a:srgbClr val="92D05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900" b="1" cap="none">
                <a:solidFill>
                  <a:srgbClr val="009242"/>
                </a:solidFill>
                <a:latin typeface="Times New Roman"/>
                <a:ea typeface="Times New Roman"/>
                <a:cs typeface="Times New Roman"/>
                <a:sym typeface="Times New Roman"/>
              </a:rPr>
              <a:t>INNOVATE FUTURE LIFESTYLE </a:t>
            </a:r>
            <a:r>
              <a:rPr lang="en-US" sz="1900" b="1" cap="none">
                <a:solidFill>
                  <a:schemeClr val="dk1"/>
                </a:solidFill>
                <a:latin typeface="Times New Roman"/>
                <a:ea typeface="Times New Roman"/>
                <a:cs typeface="Times New Roman"/>
                <a:sym typeface="Times New Roman"/>
              </a:rPr>
              <a:t>FOR SUSTAINABLE HAPPINESS</a:t>
            </a:r>
            <a:endParaRPr/>
          </a:p>
        </p:txBody>
      </p:sp>
      <p:sp>
        <p:nvSpPr>
          <p:cNvPr id="185" name="Google Shape;185;p7"/>
          <p:cNvSpPr txBox="1"/>
          <p:nvPr/>
        </p:nvSpPr>
        <p:spPr>
          <a:xfrm>
            <a:off x="3725831" y="4048600"/>
            <a:ext cx="7017361" cy="969496"/>
          </a:xfrm>
          <a:prstGeom prst="rect">
            <a:avLst/>
          </a:prstGeom>
          <a:solidFill>
            <a:schemeClr val="lt1"/>
          </a:solidFill>
          <a:ln w="9525" cap="flat" cmpd="sng">
            <a:solidFill>
              <a:srgbClr val="92D05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900" b="1" cap="none">
                <a:solidFill>
                  <a:schemeClr val="dk1"/>
                </a:solidFill>
                <a:latin typeface="Times New Roman"/>
                <a:ea typeface="Times New Roman"/>
                <a:cs typeface="Times New Roman"/>
                <a:sym typeface="Times New Roman"/>
              </a:rPr>
              <a:t>UV FOR </a:t>
            </a:r>
            <a:r>
              <a:rPr lang="en-US" sz="1900" b="1" cap="none">
                <a:solidFill>
                  <a:srgbClr val="009242"/>
                </a:solidFill>
                <a:latin typeface="Times New Roman"/>
                <a:ea typeface="Times New Roman"/>
                <a:cs typeface="Times New Roman"/>
                <a:sym typeface="Times New Roman"/>
              </a:rPr>
              <a:t>REGIONS</a:t>
            </a:r>
            <a:r>
              <a:rPr lang="en-US" sz="1900" b="1" cap="none">
                <a:solidFill>
                  <a:schemeClr val="dk1"/>
                </a:solidFill>
                <a:latin typeface="Times New Roman"/>
                <a:ea typeface="Times New Roman"/>
                <a:cs typeface="Times New Roman"/>
                <a:sym typeface="Times New Roman"/>
              </a:rPr>
              <a:t> AT DIFFERENT </a:t>
            </a:r>
            <a:r>
              <a:rPr lang="en-US" sz="1900" b="1" cap="none">
                <a:solidFill>
                  <a:srgbClr val="009242"/>
                </a:solidFill>
                <a:latin typeface="Times New Roman"/>
                <a:ea typeface="Times New Roman"/>
                <a:cs typeface="Times New Roman"/>
                <a:sym typeface="Times New Roman"/>
              </a:rPr>
              <a:t>DEVELOPMENT</a:t>
            </a:r>
            <a:r>
              <a:rPr lang="en-US" sz="1900" b="1" cap="none">
                <a:solidFill>
                  <a:srgbClr val="92D050"/>
                </a:solidFill>
                <a:latin typeface="Times New Roman"/>
                <a:ea typeface="Times New Roman"/>
                <a:cs typeface="Times New Roman"/>
                <a:sym typeface="Times New Roman"/>
              </a:rPr>
              <a:t> </a:t>
            </a:r>
            <a:r>
              <a:rPr lang="en-US" sz="1900" b="1" cap="none">
                <a:solidFill>
                  <a:srgbClr val="009242"/>
                </a:solidFill>
                <a:latin typeface="Times New Roman"/>
                <a:ea typeface="Times New Roman"/>
                <a:cs typeface="Times New Roman"/>
                <a:sym typeface="Times New Roman"/>
              </a:rPr>
              <a:t>PHASES, PEOPLE </a:t>
            </a:r>
            <a:r>
              <a:rPr lang="en-US" sz="1900" b="1" cap="none">
                <a:solidFill>
                  <a:schemeClr val="dk1"/>
                </a:solidFill>
                <a:latin typeface="Times New Roman"/>
                <a:ea typeface="Times New Roman"/>
                <a:cs typeface="Times New Roman"/>
                <a:sym typeface="Times New Roman"/>
              </a:rPr>
              <a:t>AT DIFFERENT </a:t>
            </a:r>
            <a:r>
              <a:rPr lang="en-US" sz="1900" b="1" cap="none">
                <a:solidFill>
                  <a:srgbClr val="009242"/>
                </a:solidFill>
                <a:latin typeface="Times New Roman"/>
                <a:ea typeface="Times New Roman"/>
                <a:cs typeface="Times New Roman"/>
                <a:sym typeface="Times New Roman"/>
              </a:rPr>
              <a:t>AGES</a:t>
            </a:r>
            <a:r>
              <a:rPr lang="en-US" sz="1900" b="1" cap="none">
                <a:solidFill>
                  <a:schemeClr val="dk1"/>
                </a:solidFill>
                <a:latin typeface="Times New Roman"/>
                <a:ea typeface="Times New Roman"/>
                <a:cs typeface="Times New Roman"/>
                <a:sym typeface="Times New Roman"/>
              </a:rPr>
              <a:t> WITH VARIOUS </a:t>
            </a:r>
            <a:r>
              <a:rPr lang="en-US" sz="1900" b="1" cap="none">
                <a:solidFill>
                  <a:srgbClr val="009242"/>
                </a:solidFill>
                <a:latin typeface="Times New Roman"/>
                <a:ea typeface="Times New Roman"/>
                <a:cs typeface="Times New Roman"/>
                <a:sym typeface="Times New Roman"/>
              </a:rPr>
              <a:t>TECHNOLOGY</a:t>
            </a:r>
            <a:r>
              <a:rPr lang="en-US" sz="1900" b="1" cap="none">
                <a:solidFill>
                  <a:schemeClr val="dk1"/>
                </a:solidFill>
                <a:latin typeface="Times New Roman"/>
                <a:ea typeface="Times New Roman"/>
                <a:cs typeface="Times New Roman"/>
                <a:sym typeface="Times New Roman"/>
              </a:rPr>
              <a:t> &amp; </a:t>
            </a:r>
            <a:r>
              <a:rPr lang="en-US" sz="1900" b="1" cap="none">
                <a:solidFill>
                  <a:srgbClr val="009242"/>
                </a:solidFill>
                <a:latin typeface="Times New Roman"/>
                <a:ea typeface="Times New Roman"/>
                <a:cs typeface="Times New Roman"/>
                <a:sym typeface="Times New Roman"/>
              </a:rPr>
              <a:t>CULTURAL</a:t>
            </a:r>
            <a:r>
              <a:rPr lang="en-US" sz="1900" b="1" cap="none">
                <a:solidFill>
                  <a:schemeClr val="dk1"/>
                </a:solidFill>
                <a:latin typeface="Times New Roman"/>
                <a:ea typeface="Times New Roman"/>
                <a:cs typeface="Times New Roman"/>
                <a:sym typeface="Times New Roman"/>
              </a:rPr>
              <a:t> BACKGROUNDS</a:t>
            </a:r>
            <a:endParaRPr/>
          </a:p>
        </p:txBody>
      </p:sp>
      <p:sp>
        <p:nvSpPr>
          <p:cNvPr id="186" name="Google Shape;186;p7"/>
          <p:cNvSpPr txBox="1"/>
          <p:nvPr/>
        </p:nvSpPr>
        <p:spPr>
          <a:xfrm>
            <a:off x="3725831" y="3148605"/>
            <a:ext cx="7017361" cy="677108"/>
          </a:xfrm>
          <a:prstGeom prst="rect">
            <a:avLst/>
          </a:prstGeom>
          <a:solidFill>
            <a:schemeClr val="lt1"/>
          </a:solidFill>
          <a:ln w="9525" cap="flat" cmpd="sng">
            <a:solidFill>
              <a:srgbClr val="92D05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900" b="1" cap="none">
                <a:solidFill>
                  <a:srgbClr val="009242"/>
                </a:solidFill>
                <a:latin typeface="Times New Roman"/>
                <a:ea typeface="Times New Roman"/>
                <a:cs typeface="Times New Roman"/>
                <a:sym typeface="Times New Roman"/>
              </a:rPr>
              <a:t>DIVERSITY, MOBILITY</a:t>
            </a:r>
            <a:r>
              <a:rPr lang="en-US" sz="1900" b="1" cap="none">
                <a:solidFill>
                  <a:schemeClr val="dk1"/>
                </a:solidFill>
                <a:latin typeface="Times New Roman"/>
                <a:ea typeface="Times New Roman"/>
                <a:cs typeface="Times New Roman"/>
                <a:sym typeface="Times New Roman"/>
              </a:rPr>
              <a:t> AND </a:t>
            </a:r>
            <a:r>
              <a:rPr lang="en-US" sz="1900" b="1" cap="none">
                <a:solidFill>
                  <a:srgbClr val="009242"/>
                </a:solidFill>
                <a:latin typeface="Times New Roman"/>
                <a:ea typeface="Times New Roman"/>
                <a:cs typeface="Times New Roman"/>
                <a:sym typeface="Times New Roman"/>
              </a:rPr>
              <a:t>CONNECTIVITY</a:t>
            </a:r>
            <a:r>
              <a:rPr lang="en-US" sz="1900" b="1" cap="none">
                <a:solidFill>
                  <a:schemeClr val="dk1"/>
                </a:solidFill>
                <a:latin typeface="Times New Roman"/>
                <a:ea typeface="Times New Roman"/>
                <a:cs typeface="Times New Roman"/>
                <a:sym typeface="Times New Roman"/>
              </a:rPr>
              <a:t> FOR EMERGENCE OF HARMONY IN UNIVERSAL VILLAGE</a:t>
            </a:r>
            <a:endParaRPr/>
          </a:p>
        </p:txBody>
      </p:sp>
      <p:sp>
        <p:nvSpPr>
          <p:cNvPr id="187" name="Google Shape;187;p7"/>
          <p:cNvSpPr txBox="1"/>
          <p:nvPr/>
        </p:nvSpPr>
        <p:spPr>
          <a:xfrm>
            <a:off x="3725832" y="2321024"/>
            <a:ext cx="8161367" cy="677108"/>
          </a:xfrm>
          <a:prstGeom prst="rect">
            <a:avLst/>
          </a:prstGeom>
          <a:solidFill>
            <a:schemeClr val="lt1"/>
          </a:solidFill>
          <a:ln w="9525" cap="flat" cmpd="sng">
            <a:solidFill>
              <a:srgbClr val="92D05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900" b="1" cap="none">
                <a:solidFill>
                  <a:srgbClr val="009242"/>
                </a:solidFill>
                <a:latin typeface="Times New Roman"/>
                <a:ea typeface="Times New Roman"/>
                <a:cs typeface="Times New Roman"/>
                <a:sym typeface="Times New Roman"/>
              </a:rPr>
              <a:t>INTEGRATED, </a:t>
            </a:r>
            <a:r>
              <a:rPr lang="en-US" sz="1900" b="1" cap="none">
                <a:solidFill>
                  <a:srgbClr val="009E42"/>
                </a:solidFill>
                <a:latin typeface="Times New Roman"/>
                <a:ea typeface="Times New Roman"/>
                <a:cs typeface="Times New Roman"/>
                <a:sym typeface="Times New Roman"/>
              </a:rPr>
              <a:t>SYSTEMATIC</a:t>
            </a:r>
            <a:r>
              <a:rPr lang="en-US" sz="1900" b="1" cap="none">
                <a:solidFill>
                  <a:srgbClr val="009242"/>
                </a:solidFill>
                <a:latin typeface="Times New Roman"/>
                <a:ea typeface="Times New Roman"/>
                <a:cs typeface="Times New Roman"/>
                <a:sym typeface="Times New Roman"/>
              </a:rPr>
              <a:t>, UV-ORIENTED</a:t>
            </a:r>
            <a:r>
              <a:rPr lang="en-US" sz="1900" b="1" cap="none">
                <a:solidFill>
                  <a:schemeClr val="dk1"/>
                </a:solidFill>
                <a:latin typeface="Times New Roman"/>
                <a:ea typeface="Times New Roman"/>
                <a:cs typeface="Times New Roman"/>
                <a:sym typeface="Times New Roman"/>
              </a:rPr>
              <a:t>, SOLUTIONS FOR </a:t>
            </a:r>
            <a:r>
              <a:rPr lang="en-US" sz="1900" b="1" cap="none">
                <a:solidFill>
                  <a:srgbClr val="009242"/>
                </a:solidFill>
                <a:latin typeface="Times New Roman"/>
                <a:ea typeface="Times New Roman"/>
                <a:cs typeface="Times New Roman"/>
                <a:sym typeface="Times New Roman"/>
              </a:rPr>
              <a:t>HARMONY, RESILIENCE</a:t>
            </a:r>
            <a:r>
              <a:rPr lang="en-US" sz="1900" b="1" cap="none">
                <a:solidFill>
                  <a:schemeClr val="dk1"/>
                </a:solidFill>
                <a:latin typeface="Times New Roman"/>
                <a:ea typeface="Times New Roman"/>
                <a:cs typeface="Times New Roman"/>
                <a:sym typeface="Times New Roman"/>
              </a:rPr>
              <a:t>, </a:t>
            </a:r>
            <a:r>
              <a:rPr lang="en-US" sz="1900" b="1" cap="none">
                <a:solidFill>
                  <a:srgbClr val="009242"/>
                </a:solidFill>
                <a:latin typeface="Times New Roman"/>
                <a:ea typeface="Times New Roman"/>
                <a:cs typeface="Times New Roman"/>
                <a:sym typeface="Times New Roman"/>
              </a:rPr>
              <a:t>INCLUSIVENESS </a:t>
            </a:r>
            <a:r>
              <a:rPr lang="en-US" sz="1900" b="1" cap="none">
                <a:solidFill>
                  <a:schemeClr val="dk1"/>
                </a:solidFill>
                <a:latin typeface="Times New Roman"/>
                <a:ea typeface="Times New Roman"/>
                <a:cs typeface="Times New Roman"/>
                <a:sym typeface="Times New Roman"/>
              </a:rPr>
              <a:t>AND </a:t>
            </a:r>
            <a:r>
              <a:rPr lang="en-US" sz="1900" b="1" cap="none">
                <a:solidFill>
                  <a:srgbClr val="009242"/>
                </a:solidFill>
                <a:latin typeface="Times New Roman"/>
                <a:ea typeface="Times New Roman"/>
                <a:cs typeface="Times New Roman"/>
                <a:sym typeface="Times New Roman"/>
              </a:rPr>
              <a:t>SUSTAINABILITY</a:t>
            </a:r>
            <a:endParaRPr/>
          </a:p>
        </p:txBody>
      </p:sp>
      <p:sp>
        <p:nvSpPr>
          <p:cNvPr id="188" name="Google Shape;188;p7"/>
          <p:cNvSpPr/>
          <p:nvPr/>
        </p:nvSpPr>
        <p:spPr>
          <a:xfrm>
            <a:off x="569280" y="2062559"/>
            <a:ext cx="2010205" cy="725908"/>
          </a:xfrm>
          <a:prstGeom prst="roundRect">
            <a:avLst>
              <a:gd name="adj" fmla="val 28740"/>
            </a:avLst>
          </a:prstGeom>
          <a:solidFill>
            <a:srgbClr val="DBDB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UV2020</a:t>
            </a:r>
            <a:endParaRPr/>
          </a:p>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Boston</a:t>
            </a:r>
            <a:endParaRPr/>
          </a:p>
        </p:txBody>
      </p:sp>
      <p:sp>
        <p:nvSpPr>
          <p:cNvPr id="189" name="Google Shape;189;p7"/>
          <p:cNvSpPr/>
          <p:nvPr/>
        </p:nvSpPr>
        <p:spPr>
          <a:xfrm>
            <a:off x="569280" y="3072987"/>
            <a:ext cx="2010205" cy="725908"/>
          </a:xfrm>
          <a:prstGeom prst="roundRect">
            <a:avLst>
              <a:gd name="adj" fmla="val 26083"/>
            </a:avLst>
          </a:prstGeom>
          <a:solidFill>
            <a:srgbClr val="DBDB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UV2018</a:t>
            </a:r>
            <a:endParaRPr/>
          </a:p>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Boston</a:t>
            </a:r>
            <a:endParaRPr/>
          </a:p>
        </p:txBody>
      </p:sp>
      <p:sp>
        <p:nvSpPr>
          <p:cNvPr id="190" name="Google Shape;190;p7"/>
          <p:cNvSpPr/>
          <p:nvPr/>
        </p:nvSpPr>
        <p:spPr>
          <a:xfrm>
            <a:off x="569280" y="4056691"/>
            <a:ext cx="2010205" cy="725908"/>
          </a:xfrm>
          <a:prstGeom prst="roundRect">
            <a:avLst>
              <a:gd name="adj" fmla="val 23425"/>
            </a:avLst>
          </a:prstGeom>
          <a:solidFill>
            <a:srgbClr val="DBDB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UV2016</a:t>
            </a:r>
            <a:endParaRPr/>
          </a:p>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Nagoya</a:t>
            </a:r>
            <a:endParaRPr/>
          </a:p>
        </p:txBody>
      </p:sp>
      <p:sp>
        <p:nvSpPr>
          <p:cNvPr id="191" name="Google Shape;191;p7"/>
          <p:cNvSpPr/>
          <p:nvPr/>
        </p:nvSpPr>
        <p:spPr>
          <a:xfrm>
            <a:off x="569280" y="5093275"/>
            <a:ext cx="2010205" cy="725908"/>
          </a:xfrm>
          <a:prstGeom prst="roundRect">
            <a:avLst>
              <a:gd name="adj" fmla="val 24754"/>
            </a:avLst>
          </a:prstGeom>
          <a:solidFill>
            <a:srgbClr val="DBDB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UV2014</a:t>
            </a:r>
            <a:endParaRPr/>
          </a:p>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Boston</a:t>
            </a:r>
            <a:endParaRPr/>
          </a:p>
        </p:txBody>
      </p:sp>
      <p:sp>
        <p:nvSpPr>
          <p:cNvPr id="192" name="Google Shape;192;p7"/>
          <p:cNvSpPr/>
          <p:nvPr/>
        </p:nvSpPr>
        <p:spPr>
          <a:xfrm>
            <a:off x="569280" y="6041289"/>
            <a:ext cx="2010205" cy="725908"/>
          </a:xfrm>
          <a:prstGeom prst="roundRect">
            <a:avLst>
              <a:gd name="adj" fmla="val 23425"/>
            </a:avLst>
          </a:prstGeom>
          <a:solidFill>
            <a:srgbClr val="DBDB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UV2013</a:t>
            </a:r>
            <a:endParaRPr/>
          </a:p>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Beijing</a:t>
            </a:r>
            <a:endParaRPr/>
          </a:p>
        </p:txBody>
      </p:sp>
      <p:sp>
        <p:nvSpPr>
          <p:cNvPr id="193" name="Google Shape;193;p7"/>
          <p:cNvSpPr/>
          <p:nvPr/>
        </p:nvSpPr>
        <p:spPr>
          <a:xfrm>
            <a:off x="569280" y="1009435"/>
            <a:ext cx="2010205" cy="725908"/>
          </a:xfrm>
          <a:prstGeom prst="roundRect">
            <a:avLst>
              <a:gd name="adj" fmla="val 28740"/>
            </a:avLst>
          </a:prstGeom>
          <a:solidFill>
            <a:srgbClr val="DBDB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UV2022</a:t>
            </a:r>
            <a:endParaRPr/>
          </a:p>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Virtual</a:t>
            </a:r>
            <a:endParaRPr/>
          </a:p>
        </p:txBody>
      </p:sp>
      <p:sp>
        <p:nvSpPr>
          <p:cNvPr id="194" name="Google Shape;194;p7"/>
          <p:cNvSpPr txBox="1"/>
          <p:nvPr/>
        </p:nvSpPr>
        <p:spPr>
          <a:xfrm>
            <a:off x="3725831" y="944493"/>
            <a:ext cx="8161368" cy="1261884"/>
          </a:xfrm>
          <a:prstGeom prst="rect">
            <a:avLst/>
          </a:prstGeom>
          <a:solidFill>
            <a:schemeClr val="lt1"/>
          </a:solidFill>
          <a:ln w="9525" cap="flat" cmpd="sng">
            <a:solidFill>
              <a:srgbClr val="92D05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900" b="1">
                <a:solidFill>
                  <a:schemeClr val="dk1"/>
                </a:solidFill>
                <a:latin typeface="Times New Roman"/>
                <a:ea typeface="Times New Roman"/>
                <a:cs typeface="Times New Roman"/>
                <a:sym typeface="Times New Roman"/>
              </a:rPr>
              <a:t>POST-PANDEMIC REFLECTION ON HEALTH, HARMONY, AND SUSTAINABILITY</a:t>
            </a:r>
            <a:r>
              <a:rPr lang="en-US" sz="1900" b="1">
                <a:solidFill>
                  <a:srgbClr val="009E42"/>
                </a:solidFill>
                <a:latin typeface="Times New Roman"/>
                <a:ea typeface="Times New Roman"/>
                <a:cs typeface="Times New Roman"/>
                <a:sym typeface="Times New Roman"/>
              </a:rPr>
              <a:t>: MOBILITY &amp; VIRTUAL CONNECTION; DIVERSITY &amp; SYSTEM EFFICIENCY; RESPONSIVENESS &amp; RESILIENCE; INCLUSIVENESS &amp; INTEGRATION</a:t>
            </a:r>
            <a:endParaRPr sz="1900" b="1">
              <a:solidFill>
                <a:srgbClr val="009E42"/>
              </a:solidFill>
              <a:latin typeface="Times New Roman"/>
              <a:ea typeface="Times New Roman"/>
              <a:cs typeface="Times New Roman"/>
              <a:sym typeface="Times New Roman"/>
            </a:endParaRPr>
          </a:p>
        </p:txBody>
      </p:sp>
      <p:grpSp>
        <p:nvGrpSpPr>
          <p:cNvPr id="195" name="Google Shape;195;p7"/>
          <p:cNvGrpSpPr/>
          <p:nvPr/>
        </p:nvGrpSpPr>
        <p:grpSpPr>
          <a:xfrm>
            <a:off x="2674763" y="983218"/>
            <a:ext cx="909822" cy="5883267"/>
            <a:chOff x="3302567" y="988382"/>
            <a:chExt cx="1181352" cy="5883267"/>
          </a:xfrm>
        </p:grpSpPr>
        <p:pic>
          <p:nvPicPr>
            <p:cNvPr id="196" name="Google Shape;196;p7"/>
            <p:cNvPicPr preferRelativeResize="0"/>
            <p:nvPr/>
          </p:nvPicPr>
          <p:blipFill rotWithShape="1">
            <a:blip r:embed="rId3">
              <a:alphaModFix/>
            </a:blip>
            <a:srcRect/>
            <a:stretch/>
          </p:blipFill>
          <p:spPr>
            <a:xfrm>
              <a:off x="3308115" y="5974464"/>
              <a:ext cx="1170256" cy="897185"/>
            </a:xfrm>
            <a:prstGeom prst="rect">
              <a:avLst/>
            </a:prstGeom>
            <a:noFill/>
            <a:ln>
              <a:noFill/>
            </a:ln>
          </p:spPr>
        </p:pic>
        <p:pic>
          <p:nvPicPr>
            <p:cNvPr id="197" name="Google Shape;197;p7"/>
            <p:cNvPicPr preferRelativeResize="0"/>
            <p:nvPr/>
          </p:nvPicPr>
          <p:blipFill rotWithShape="1">
            <a:blip r:embed="rId4">
              <a:alphaModFix/>
            </a:blip>
            <a:srcRect/>
            <a:stretch/>
          </p:blipFill>
          <p:spPr>
            <a:xfrm>
              <a:off x="3309249" y="4997884"/>
              <a:ext cx="1167987" cy="945716"/>
            </a:xfrm>
            <a:prstGeom prst="rect">
              <a:avLst/>
            </a:prstGeom>
            <a:noFill/>
            <a:ln>
              <a:noFill/>
            </a:ln>
          </p:spPr>
        </p:pic>
        <p:pic>
          <p:nvPicPr>
            <p:cNvPr id="198" name="Google Shape;198;p7"/>
            <p:cNvPicPr preferRelativeResize="0"/>
            <p:nvPr/>
          </p:nvPicPr>
          <p:blipFill rotWithShape="1">
            <a:blip r:embed="rId5">
              <a:alphaModFix/>
            </a:blip>
            <a:srcRect/>
            <a:stretch/>
          </p:blipFill>
          <p:spPr>
            <a:xfrm>
              <a:off x="3304970" y="2073196"/>
              <a:ext cx="1176544" cy="933860"/>
            </a:xfrm>
            <a:prstGeom prst="rect">
              <a:avLst/>
            </a:prstGeom>
            <a:noFill/>
            <a:ln>
              <a:noFill/>
            </a:ln>
          </p:spPr>
        </p:pic>
        <p:pic>
          <p:nvPicPr>
            <p:cNvPr id="199" name="Google Shape;199;p7"/>
            <p:cNvPicPr preferRelativeResize="0"/>
            <p:nvPr/>
          </p:nvPicPr>
          <p:blipFill rotWithShape="1">
            <a:blip r:embed="rId6">
              <a:alphaModFix/>
            </a:blip>
            <a:srcRect/>
            <a:stretch/>
          </p:blipFill>
          <p:spPr>
            <a:xfrm>
              <a:off x="3306719" y="3083256"/>
              <a:ext cx="1173048" cy="901970"/>
            </a:xfrm>
            <a:prstGeom prst="rect">
              <a:avLst/>
            </a:prstGeom>
            <a:noFill/>
            <a:ln>
              <a:noFill/>
            </a:ln>
          </p:spPr>
        </p:pic>
        <p:pic>
          <p:nvPicPr>
            <p:cNvPr id="200" name="Google Shape;200;p7"/>
            <p:cNvPicPr preferRelativeResize="0"/>
            <p:nvPr/>
          </p:nvPicPr>
          <p:blipFill rotWithShape="1">
            <a:blip r:embed="rId7">
              <a:alphaModFix/>
            </a:blip>
            <a:srcRect/>
            <a:stretch/>
          </p:blipFill>
          <p:spPr>
            <a:xfrm>
              <a:off x="3306719" y="4046128"/>
              <a:ext cx="1173048" cy="893224"/>
            </a:xfrm>
            <a:prstGeom prst="rect">
              <a:avLst/>
            </a:prstGeom>
            <a:noFill/>
            <a:ln>
              <a:noFill/>
            </a:ln>
          </p:spPr>
        </p:pic>
        <p:pic>
          <p:nvPicPr>
            <p:cNvPr id="201" name="Google Shape;201;p7"/>
            <p:cNvPicPr preferRelativeResize="0"/>
            <p:nvPr/>
          </p:nvPicPr>
          <p:blipFill rotWithShape="1">
            <a:blip r:embed="rId8">
              <a:alphaModFix/>
            </a:blip>
            <a:srcRect/>
            <a:stretch/>
          </p:blipFill>
          <p:spPr>
            <a:xfrm>
              <a:off x="3302567" y="988382"/>
              <a:ext cx="1181352" cy="1006467"/>
            </a:xfrm>
            <a:prstGeom prst="rect">
              <a:avLst/>
            </a:prstGeom>
            <a:noFill/>
            <a:ln>
              <a:noFill/>
            </a:ln>
          </p:spPr>
        </p:pic>
      </p:grpSp>
      <p:cxnSp>
        <p:nvCxnSpPr>
          <p:cNvPr id="202" name="Google Shape;202;p7"/>
          <p:cNvCxnSpPr/>
          <p:nvPr/>
        </p:nvCxnSpPr>
        <p:spPr>
          <a:xfrm rot="10800000">
            <a:off x="1607396" y="1671237"/>
            <a:ext cx="0" cy="377711"/>
          </a:xfrm>
          <a:prstGeom prst="straightConnector1">
            <a:avLst/>
          </a:prstGeom>
          <a:noFill/>
          <a:ln w="57150" cap="flat" cmpd="sng">
            <a:solidFill>
              <a:srgbClr val="C9C9C9"/>
            </a:solidFill>
            <a:prstDash val="solid"/>
            <a:miter lim="800000"/>
            <a:headEnd type="none" w="sm" len="sm"/>
            <a:tailEnd type="triangle" w="med" len="med"/>
          </a:ln>
        </p:spPr>
      </p:cxnSp>
      <p:sp>
        <p:nvSpPr>
          <p:cNvPr id="5" name="文本占位符 21">
            <a:extLst>
              <a:ext uri="{FF2B5EF4-FFF2-40B4-BE49-F238E27FC236}">
                <a16:creationId xmlns:a16="http://schemas.microsoft.com/office/drawing/2014/main" id="{F57D3E25-9DDB-CCE8-C63E-639861DE16B8}"/>
              </a:ext>
            </a:extLst>
          </p:cNvPr>
          <p:cNvSpPr>
            <a:spLocks noGrp="1"/>
          </p:cNvSpPr>
          <p:nvPr>
            <p:ph type="body" sz="quarter" idx="10"/>
          </p:nvPr>
        </p:nvSpPr>
        <p:spPr>
          <a:xfrm>
            <a:off x="223286" y="75219"/>
            <a:ext cx="8760075" cy="727947"/>
          </a:xfrm>
        </p:spPr>
        <p:txBody>
          <a:bodyPr/>
          <a:lstStyle/>
          <a:p>
            <a:r>
              <a:rPr lang="en-US" altLang="zh-CN"/>
              <a:t>Previous UV Conferences </a:t>
            </a:r>
            <a:r>
              <a:rPr lang="en-US" altLang="zh-CN" sz="3200"/>
              <a:t>(</a:t>
            </a:r>
            <a:r>
              <a:rPr lang="en-US" altLang="zh-CN" sz="2800" b="0"/>
              <a:t>UV2013-UV2022</a:t>
            </a:r>
            <a:r>
              <a:rPr lang="en-US" altLang="zh-CN" sz="3200"/>
              <a:t>)</a:t>
            </a:r>
            <a:endParaRPr lang="en-US" altLang="zh-CN"/>
          </a:p>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p8" descr="C:\Users\Owner\Desktop\World Map.png"/>
          <p:cNvPicPr preferRelativeResize="0"/>
          <p:nvPr/>
        </p:nvPicPr>
        <p:blipFill rotWithShape="1">
          <a:blip r:embed="rId3">
            <a:alphaModFix/>
          </a:blip>
          <a:srcRect/>
          <a:stretch/>
        </p:blipFill>
        <p:spPr>
          <a:xfrm>
            <a:off x="809466" y="1775120"/>
            <a:ext cx="10549820" cy="4340434"/>
          </a:xfrm>
          <a:prstGeom prst="rect">
            <a:avLst/>
          </a:prstGeom>
          <a:noFill/>
          <a:ln>
            <a:noFill/>
          </a:ln>
        </p:spPr>
      </p:pic>
      <p:pic>
        <p:nvPicPr>
          <p:cNvPr id="212" name="Google Shape;212;p8" descr="A person and person talking to each other&#10;&#10;AI-generated content may be incorrect."/>
          <p:cNvPicPr preferRelativeResize="0"/>
          <p:nvPr/>
        </p:nvPicPr>
        <p:blipFill rotWithShape="1">
          <a:blip r:embed="rId4">
            <a:alphaModFix/>
          </a:blip>
          <a:srcRect/>
          <a:stretch/>
        </p:blipFill>
        <p:spPr>
          <a:xfrm>
            <a:off x="2168210" y="1170709"/>
            <a:ext cx="7855580" cy="5593881"/>
          </a:xfrm>
          <a:prstGeom prst="rect">
            <a:avLst/>
          </a:prstGeom>
          <a:noFill/>
          <a:ln>
            <a:noFill/>
          </a:ln>
        </p:spPr>
      </p:pic>
      <p:sp>
        <p:nvSpPr>
          <p:cNvPr id="213" name="Google Shape;213;p8"/>
          <p:cNvSpPr/>
          <p:nvPr/>
        </p:nvSpPr>
        <p:spPr>
          <a:xfrm>
            <a:off x="2130240" y="4478034"/>
            <a:ext cx="7855582" cy="1015663"/>
          </a:xfrm>
          <a:prstGeom prst="rect">
            <a:avLst/>
          </a:prstGeom>
          <a:solidFill>
            <a:srgbClr val="00B050">
              <a:alpha val="42745"/>
            </a:srgbClr>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1">
                <a:solidFill>
                  <a:schemeClr val="lt1"/>
                </a:solidFill>
                <a:latin typeface="Times New Roman"/>
                <a:ea typeface="Times New Roman"/>
                <a:cs typeface="Times New Roman"/>
                <a:sym typeface="Times New Roman"/>
              </a:rPr>
              <a:t>Human-centricity, Explainable AI, </a:t>
            </a:r>
            <a:br>
              <a:rPr lang="en-US" sz="2000" b="1" i="1">
                <a:solidFill>
                  <a:schemeClr val="lt1"/>
                </a:solidFill>
                <a:latin typeface="Times New Roman"/>
                <a:ea typeface="Times New Roman"/>
                <a:cs typeface="Times New Roman"/>
                <a:sym typeface="Times New Roman"/>
              </a:rPr>
            </a:br>
            <a:r>
              <a:rPr lang="en-US" sz="2000" b="1" i="1">
                <a:solidFill>
                  <a:schemeClr val="lt1"/>
                </a:solidFill>
                <a:latin typeface="Times New Roman"/>
                <a:ea typeface="Times New Roman"/>
                <a:cs typeface="Times New Roman"/>
                <a:sym typeface="Times New Roman"/>
              </a:rPr>
              <a:t>and Intent &amp; Behavior Understanding </a:t>
            </a:r>
            <a:br>
              <a:rPr lang="en-US" sz="2000" b="1" i="1">
                <a:solidFill>
                  <a:schemeClr val="lt1"/>
                </a:solidFill>
                <a:latin typeface="Times New Roman"/>
                <a:ea typeface="Times New Roman"/>
                <a:cs typeface="Times New Roman"/>
                <a:sym typeface="Times New Roman"/>
              </a:rPr>
            </a:br>
            <a:r>
              <a:rPr lang="en-US" sz="2000" b="1" i="1">
                <a:solidFill>
                  <a:schemeClr val="lt1"/>
                </a:solidFill>
                <a:latin typeface="Times New Roman"/>
                <a:ea typeface="Times New Roman"/>
                <a:cs typeface="Times New Roman"/>
                <a:sym typeface="Times New Roman"/>
              </a:rPr>
              <a:t>for Integration, Resilience, Inclusiveness, and Sustainability</a:t>
            </a:r>
            <a:r>
              <a:rPr lang="en-US" sz="1100" b="1">
                <a:solidFill>
                  <a:schemeClr val="lt1"/>
                </a:solidFill>
                <a:latin typeface="Times New Roman"/>
                <a:ea typeface="Times New Roman"/>
                <a:cs typeface="Times New Roman"/>
                <a:sym typeface="Times New Roman"/>
              </a:rPr>
              <a:t> </a:t>
            </a:r>
            <a:endParaRPr sz="1100" b="1">
              <a:solidFill>
                <a:schemeClr val="lt1"/>
              </a:solidFill>
              <a:latin typeface="Times New Roman"/>
              <a:ea typeface="Times New Roman"/>
              <a:cs typeface="Times New Roman"/>
              <a:sym typeface="Times New Roman"/>
            </a:endParaRPr>
          </a:p>
        </p:txBody>
      </p:sp>
      <p:sp>
        <p:nvSpPr>
          <p:cNvPr id="214" name="Google Shape;214;p8"/>
          <p:cNvSpPr/>
          <p:nvPr/>
        </p:nvSpPr>
        <p:spPr>
          <a:xfrm>
            <a:off x="2130241" y="3647037"/>
            <a:ext cx="7893550" cy="830997"/>
          </a:xfrm>
          <a:prstGeom prst="rect">
            <a:avLst/>
          </a:prstGeom>
          <a:solidFill>
            <a:srgbClr val="00B050">
              <a:alpha val="47450"/>
            </a:srgbClr>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FFFF00"/>
                </a:solidFill>
                <a:latin typeface="Times New Roman"/>
                <a:ea typeface="Times New Roman"/>
                <a:cs typeface="Times New Roman"/>
                <a:sym typeface="Times New Roman"/>
              </a:rPr>
              <a:t>Reflection of Human - AI Relationship and </a:t>
            </a:r>
            <a:br>
              <a:rPr lang="en-US" sz="2400" b="1">
                <a:solidFill>
                  <a:srgbClr val="FFFF00"/>
                </a:solidFill>
                <a:latin typeface="Times New Roman"/>
                <a:ea typeface="Times New Roman"/>
                <a:cs typeface="Times New Roman"/>
                <a:sym typeface="Times New Roman"/>
              </a:rPr>
            </a:br>
            <a:r>
              <a:rPr lang="en-US" sz="2400" b="1">
                <a:solidFill>
                  <a:srgbClr val="FFFF00"/>
                </a:solidFill>
                <a:latin typeface="Times New Roman"/>
                <a:ea typeface="Times New Roman"/>
                <a:cs typeface="Times New Roman"/>
                <a:sym typeface="Times New Roman"/>
              </a:rPr>
              <a:t>AI-Pervasive Society Transformation:  </a:t>
            </a:r>
            <a:endParaRPr sz="2400" b="1">
              <a:solidFill>
                <a:srgbClr val="FFFF00"/>
              </a:solidFill>
              <a:latin typeface="Times New Roman"/>
              <a:ea typeface="Times New Roman"/>
              <a:cs typeface="Times New Roman"/>
              <a:sym typeface="Times New Roman"/>
            </a:endParaRPr>
          </a:p>
        </p:txBody>
      </p:sp>
      <p:pic>
        <p:nvPicPr>
          <p:cNvPr id="219" name="Google Shape;219;p8" descr="A logo for a conference&#10;&#10;Description automatically generated"/>
          <p:cNvPicPr preferRelativeResize="0"/>
          <p:nvPr/>
        </p:nvPicPr>
        <p:blipFill rotWithShape="1">
          <a:blip r:embed="rId5">
            <a:alphaModFix/>
          </a:blip>
          <a:srcRect/>
          <a:stretch/>
        </p:blipFill>
        <p:spPr>
          <a:xfrm>
            <a:off x="4457868" y="5979945"/>
            <a:ext cx="3447075" cy="765251"/>
          </a:xfrm>
          <a:prstGeom prst="rect">
            <a:avLst/>
          </a:prstGeom>
          <a:noFill/>
          <a:ln>
            <a:noFill/>
          </a:ln>
        </p:spPr>
      </p:pic>
      <p:sp>
        <p:nvSpPr>
          <p:cNvPr id="3" name="文本占位符 21">
            <a:extLst>
              <a:ext uri="{FF2B5EF4-FFF2-40B4-BE49-F238E27FC236}">
                <a16:creationId xmlns:a16="http://schemas.microsoft.com/office/drawing/2014/main" id="{172D27DB-7F4E-E878-472E-36BA250CD64C}"/>
              </a:ext>
            </a:extLst>
          </p:cNvPr>
          <p:cNvSpPr txBox="1">
            <a:spLocks/>
          </p:cNvSpPr>
          <p:nvPr/>
        </p:nvSpPr>
        <p:spPr>
          <a:xfrm>
            <a:off x="567415" y="177093"/>
            <a:ext cx="7219733" cy="7279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1000"/>
              </a:spcBef>
              <a:spcAft>
                <a:spcPts val="0"/>
              </a:spcAft>
              <a:buClr>
                <a:schemeClr val="dk1"/>
              </a:buClr>
              <a:buSzPts val="2800"/>
              <a:buFont typeface="Arial"/>
              <a:buNone/>
              <a:defRPr sz="3800" b="1" i="0" u="none" strike="noStrike" cap="none">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Arial"/>
              </a:defRPr>
            </a:lvl1pPr>
            <a:lvl2pPr marL="914400" marR="0" lvl="1" indent="-381000" algn="l" rtl="0">
              <a:lnSpc>
                <a:spcPct val="90000"/>
              </a:lnSpc>
              <a:spcBef>
                <a:spcPts val="500"/>
              </a:spcBef>
              <a:spcAft>
                <a:spcPts val="0"/>
              </a:spcAft>
              <a:buClr>
                <a:schemeClr val="dk1"/>
              </a:buClr>
              <a:buSzPts val="24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2pPr>
            <a:lvl3pPr marL="1371600" marR="0" lvl="2" indent="-355600" algn="l" rtl="0">
              <a:lnSpc>
                <a:spcPct val="90000"/>
              </a:lnSpc>
              <a:spcBef>
                <a:spcPts val="500"/>
              </a:spcBef>
              <a:spcAft>
                <a:spcPts val="0"/>
              </a:spcAft>
              <a:buClr>
                <a:schemeClr val="dk1"/>
              </a:buClr>
              <a:buSzPts val="20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3pPr>
            <a:lvl4pPr marL="1828800" marR="0" lvl="3" indent="-342900" algn="l" rtl="0">
              <a:lnSpc>
                <a:spcPct val="90000"/>
              </a:lnSpc>
              <a:spcBef>
                <a:spcPts val="500"/>
              </a:spcBef>
              <a:spcAft>
                <a:spcPts val="0"/>
              </a:spcAft>
              <a:buClr>
                <a:schemeClr val="dk1"/>
              </a:buClr>
              <a:buSzPts val="18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4pPr>
            <a:lvl5pPr marL="2286000" marR="0" lvl="4" indent="-342900" algn="l" rtl="0">
              <a:lnSpc>
                <a:spcPct val="90000"/>
              </a:lnSpc>
              <a:spcBef>
                <a:spcPts val="500"/>
              </a:spcBef>
              <a:spcAft>
                <a:spcPts val="0"/>
              </a:spcAft>
              <a:buClr>
                <a:schemeClr val="dk1"/>
              </a:buClr>
              <a:buSzPts val="18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r>
              <a:rPr lang="en-US" altLang="zh-CN"/>
              <a:t>Previous UV Conferences </a:t>
            </a:r>
            <a:r>
              <a:rPr lang="en-US" altLang="zh-CN" sz="3200"/>
              <a:t>(</a:t>
            </a:r>
            <a:r>
              <a:rPr lang="en-US" altLang="zh-CN" sz="2800" b="0"/>
              <a:t>UV2024</a:t>
            </a:r>
            <a:r>
              <a:rPr lang="en-US" altLang="zh-CN" sz="3200"/>
              <a:t>)</a:t>
            </a:r>
            <a:endParaRPr lang="en-US" altLang="zh-CN"/>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63597" y="1662272"/>
            <a:ext cx="5764140" cy="4130354"/>
          </a:xfrm>
          <a:prstGeom prst="rect">
            <a:avLst/>
          </a:prstGeom>
          <a:solidFill>
            <a:schemeClr val="bg1"/>
          </a:solidFill>
        </p:spPr>
      </p:pic>
      <p:sp>
        <p:nvSpPr>
          <p:cNvPr id="6" name="文本占位符 5">
            <a:extLst>
              <a:ext uri="{FF2B5EF4-FFF2-40B4-BE49-F238E27FC236}">
                <a16:creationId xmlns:a16="http://schemas.microsoft.com/office/drawing/2014/main" id="{BFC73FFB-991A-427F-B888-8CC3F6C5FCD3}"/>
              </a:ext>
            </a:extLst>
          </p:cNvPr>
          <p:cNvSpPr>
            <a:spLocks noGrp="1"/>
          </p:cNvSpPr>
          <p:nvPr>
            <p:ph type="body" sz="quarter" idx="10"/>
          </p:nvPr>
        </p:nvSpPr>
        <p:spPr>
          <a:xfrm>
            <a:off x="558671" y="188816"/>
            <a:ext cx="7006900" cy="727947"/>
          </a:xfrm>
        </p:spPr>
        <p:txBody>
          <a:bodyPr/>
          <a:lstStyle/>
          <a:p>
            <a:r>
              <a:rPr lang="en-US" altLang="zh-CN" sz="5400">
                <a:solidFill>
                  <a:srgbClr val="008A41"/>
                </a:solidFill>
              </a:rPr>
              <a:t>IEEE UV2026 Themes</a:t>
            </a:r>
            <a:endParaRPr lang="zh-CN" altLang="en-US" sz="5400">
              <a:solidFill>
                <a:srgbClr val="008A41"/>
              </a:solidFill>
            </a:endParaRPr>
          </a:p>
        </p:txBody>
      </p:sp>
      <p:sp>
        <p:nvSpPr>
          <p:cNvPr id="15" name="Title 1"/>
          <p:cNvSpPr>
            <a:spLocks noGrp="1"/>
          </p:cNvSpPr>
          <p:nvPr>
            <p:ph type="title" idx="4294967295"/>
          </p:nvPr>
        </p:nvSpPr>
        <p:spPr>
          <a:xfrm>
            <a:off x="6686550" y="1763713"/>
            <a:ext cx="5505450" cy="1963737"/>
          </a:xfrm>
          <a:noFill/>
        </p:spPr>
        <p:txBody>
          <a:bodyPr vert="horz" lIns="91440" tIns="45720" rIns="91440" bIns="45720" rtlCol="0" anchor="ctr">
            <a:noAutofit/>
          </a:bodyPr>
          <a:lstStyle/>
          <a:p>
            <a:pPr>
              <a:lnSpc>
                <a:spcPct val="120000"/>
              </a:lnSpc>
            </a:pPr>
            <a:r>
              <a:rPr lang="en-US" altLang="zh-CN" sz="3000" b="1">
                <a:solidFill>
                  <a:srgbClr val="008A41"/>
                </a:solidFill>
                <a:latin typeface="Times New Roman" panose="02020603050405020304" pitchFamily="18" charset="0"/>
                <a:ea typeface="黑体" panose="02010609060101010101" pitchFamily="49" charset="-122"/>
                <a:cs typeface="Times New Roman" panose="02020603050405020304" pitchFamily="18" charset="0"/>
              </a:rPr>
              <a:t>Human-Centered AI Transformation for Future Empowerment:</a:t>
            </a:r>
            <a:br>
              <a:rPr lang="en-US" altLang="zh-CN" sz="40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br>
            <a:endParaRPr lang="zh-CN" altLang="en-US" sz="4000" b="1">
              <a:solidFill>
                <a:srgbClr val="008A4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D56C4FD3-9BC3-4833-9581-7FE001294B51}"/>
              </a:ext>
            </a:extLst>
          </p:cNvPr>
          <p:cNvSpPr/>
          <p:nvPr/>
        </p:nvSpPr>
        <p:spPr>
          <a:xfrm>
            <a:off x="6686550" y="3429000"/>
            <a:ext cx="5273588" cy="2640705"/>
          </a:xfrm>
          <a:prstGeom prst="rect">
            <a:avLst/>
          </a:prstGeom>
          <a:solidFill>
            <a:schemeClr val="bg1">
              <a:lumMod val="95000"/>
            </a:schemeClr>
          </a:solidFill>
          <a:ln w="28575">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6547785" y="3392488"/>
            <a:ext cx="5412353" cy="2635991"/>
          </a:xfrm>
          <a:prstGeom prst="rect">
            <a:avLst/>
          </a:prstGeom>
          <a:noFill/>
        </p:spPr>
        <p:txBody>
          <a:bodyPr vert="horz" lIns="91440" tIns="45720" rIns="91440" bIns="45720" rtlCol="0" anchor="ctr" anchorCtr="1">
            <a:normAutofit/>
          </a:bodyPr>
          <a:lstStyle/>
          <a:p>
            <a:pPr marL="342900" indent="-342900">
              <a:lnSpc>
                <a:spcPct val="120000"/>
              </a:lnSpc>
              <a:spcBef>
                <a:spcPct val="20000"/>
              </a:spcBef>
              <a:spcAft>
                <a:spcPts val="100"/>
              </a:spcAft>
              <a:buClr>
                <a:srgbClr val="00B050"/>
              </a:buClr>
              <a:buFont typeface="Wingdings" panose="05000000000000000000" pitchFamily="2" charset="2"/>
              <a:buChar char="v"/>
            </a:pPr>
            <a:r>
              <a:rPr lang="en-US" altLang="zh-CN" sz="2000" b="1"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Explainable &amp; Human-Intelligible Understanding</a:t>
            </a:r>
          </a:p>
          <a:p>
            <a:pPr marL="342900" indent="-342900">
              <a:lnSpc>
                <a:spcPct val="120000"/>
              </a:lnSpc>
              <a:spcBef>
                <a:spcPct val="20000"/>
              </a:spcBef>
              <a:spcAft>
                <a:spcPts val="100"/>
              </a:spcAft>
              <a:buClr>
                <a:srgbClr val="00B050"/>
              </a:buClr>
              <a:buFont typeface="Wingdings" panose="05000000000000000000" pitchFamily="2" charset="2"/>
              <a:buChar char="v"/>
            </a:pPr>
            <a:r>
              <a:rPr lang="en-US" altLang="zh-CN" sz="2000" b="1"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Intent-Aware Reasoning &amp; Accountable Decision-Making</a:t>
            </a:r>
          </a:p>
          <a:p>
            <a:pPr marL="342900" indent="-342900">
              <a:lnSpc>
                <a:spcPct val="120000"/>
              </a:lnSpc>
              <a:spcBef>
                <a:spcPct val="20000"/>
              </a:spcBef>
              <a:spcAft>
                <a:spcPts val="100"/>
              </a:spcAft>
              <a:buClr>
                <a:srgbClr val="00B050"/>
              </a:buClr>
              <a:buFont typeface="Wingdings" panose="05000000000000000000" pitchFamily="2" charset="2"/>
              <a:buChar char="v"/>
            </a:pPr>
            <a:r>
              <a:rPr lang="en-US" altLang="zh-CN" sz="2000" b="1"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Human-Authorized AI Action</a:t>
            </a:r>
          </a:p>
          <a:p>
            <a:pPr marL="342900" indent="-342900">
              <a:lnSpc>
                <a:spcPct val="120000"/>
              </a:lnSpc>
              <a:spcBef>
                <a:spcPct val="20000"/>
              </a:spcBef>
              <a:spcAft>
                <a:spcPts val="100"/>
              </a:spcAft>
              <a:buClr>
                <a:srgbClr val="00B050"/>
              </a:buClr>
              <a:buFont typeface="Wingdings" panose="05000000000000000000" pitchFamily="2" charset="2"/>
              <a:buChar char="v"/>
            </a:pPr>
            <a:r>
              <a:rPr lang="en-US" altLang="zh-CN" sz="2000" b="1"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Human-Supervised Reflective Learning</a:t>
            </a:r>
          </a:p>
        </p:txBody>
      </p:sp>
    </p:spTree>
    <p:extLst>
      <p:ext uri="{BB962C8B-B14F-4D97-AF65-F5344CB8AC3E}">
        <p14:creationId xmlns:p14="http://schemas.microsoft.com/office/powerpoint/2010/main" val="1912545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23C7B706-3A2F-4D72-AE40-BE96B7D8D10F}"/>
              </a:ext>
            </a:extLst>
          </p:cNvPr>
          <p:cNvSpPr>
            <a:spLocks noGrp="1"/>
          </p:cNvSpPr>
          <p:nvPr>
            <p:ph type="body" sz="quarter" idx="10"/>
          </p:nvPr>
        </p:nvSpPr>
        <p:spPr/>
        <p:txBody>
          <a:bodyPr/>
          <a:lstStyle/>
          <a:p>
            <a:r>
              <a:rPr lang="en-US" altLang="zh-CN"/>
              <a:t>Introduction to IEEE UV2026</a:t>
            </a:r>
            <a:endParaRPr lang="zh-CN" altLang="en-US"/>
          </a:p>
        </p:txBody>
      </p:sp>
      <p:sp>
        <p:nvSpPr>
          <p:cNvPr id="6" name="Rectangle 5"/>
          <p:cNvSpPr/>
          <p:nvPr/>
        </p:nvSpPr>
        <p:spPr>
          <a:xfrm>
            <a:off x="679269" y="1222485"/>
            <a:ext cx="11133318" cy="1862048"/>
          </a:xfrm>
          <a:prstGeom prst="rect">
            <a:avLst/>
          </a:prstGeom>
        </p:spPr>
        <p:txBody>
          <a:bodyPr wrap="square">
            <a:spAutoFit/>
          </a:bodyPr>
          <a:lstStyle/>
          <a:p>
            <a:pPr algn="just"/>
            <a:r>
              <a:rPr lang="en-US" altLang="zh-CN" sz="22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After the great success of </a:t>
            </a:r>
            <a:r>
              <a:rPr lang="en-US" altLang="zh-CN" sz="22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IEEE UV2024 </a:t>
            </a:r>
            <a:r>
              <a:rPr lang="en-US" altLang="zh-CN" sz="22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and </a:t>
            </a:r>
            <a:r>
              <a:rPr lang="en-US" altLang="zh-CN" sz="22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IEEE UV2022</a:t>
            </a:r>
            <a:r>
              <a:rPr lang="en-US" altLang="zh-CN" sz="22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the 8th International Conference on Universal Village (IEEE UV2026) </a:t>
            </a:r>
            <a:r>
              <a:rPr lang="en-US" altLang="zh-CN" sz="22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will be held both </a:t>
            </a:r>
            <a:r>
              <a:rPr lang="en-US" altLang="zh-CN" sz="22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Virtually</a:t>
            </a:r>
            <a:r>
              <a:rPr lang="en-US" altLang="zh-CN" sz="22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 and </a:t>
            </a:r>
            <a:r>
              <a:rPr lang="en-US" altLang="zh-CN" sz="2200" b="1">
                <a:solidFill>
                  <a:srgbClr val="008A41"/>
                </a:solidFill>
                <a:latin typeface="Times New Roman" panose="02020603050405020304" pitchFamily="18" charset="0"/>
                <a:ea typeface="宋体" panose="02010600030101010101" pitchFamily="2" charset="-122"/>
                <a:cs typeface="Times New Roman" panose="02020603050405020304" pitchFamily="18" charset="0"/>
              </a:rPr>
              <a:t>Locally</a:t>
            </a:r>
            <a:r>
              <a:rPr lang="en-US" altLang="zh-CN" sz="22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 from October 17-20, 2026. </a:t>
            </a:r>
          </a:p>
          <a:p>
            <a:pPr algn="just"/>
            <a:endParaRPr lang="en-US" altLang="zh-CN" sz="2400">
              <a:solidFill>
                <a:srgbClr val="008A41"/>
              </a:solidFill>
              <a:latin typeface="Times New Roman" panose="02020603050405020304" pitchFamily="18" charset="0"/>
              <a:ea typeface="宋体" panose="02010600030101010101" pitchFamily="2" charset="-122"/>
              <a:cs typeface="Times New Roman" panose="02020603050405020304" pitchFamily="18" charset="0"/>
            </a:endParaRPr>
          </a:p>
          <a:p>
            <a:pPr algn="just"/>
            <a:endParaRPr lang="en-US" sz="2300">
              <a:solidFill>
                <a:srgbClr val="008A41"/>
              </a:solidFill>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762C6F2E-1E34-4323-AEC4-9644080E01C6}"/>
              </a:ext>
            </a:extLst>
          </p:cNvPr>
          <p:cNvSpPr txBox="1"/>
          <p:nvPr/>
        </p:nvSpPr>
        <p:spPr>
          <a:xfrm>
            <a:off x="1384663" y="2340778"/>
            <a:ext cx="9967548" cy="430887"/>
          </a:xfrm>
          <a:prstGeom prst="rect">
            <a:avLst/>
          </a:prstGeom>
          <a:noFill/>
        </p:spPr>
        <p:txBody>
          <a:bodyPr wrap="square" rtlCol="0">
            <a:spAutoFit/>
          </a:bodyPr>
          <a:lstStyle/>
          <a:p>
            <a:pPr algn="just"/>
            <a:r>
              <a:rPr lang="en-US" altLang="zh-CN" sz="2200">
                <a:solidFill>
                  <a:srgbClr val="008A41"/>
                </a:solidFill>
                <a:latin typeface="Times New Roman" panose="02020603050405020304" pitchFamily="18" charset="0"/>
                <a:cs typeface="Times New Roman" panose="02020603050405020304" pitchFamily="18" charset="0"/>
              </a:rPr>
              <a:t>Subjects for IEEE UV2026 include but are not limited to the following topics:</a:t>
            </a:r>
          </a:p>
        </p:txBody>
      </p:sp>
      <p:sp>
        <p:nvSpPr>
          <p:cNvPr id="23" name="文本框 22">
            <a:extLst>
              <a:ext uri="{FF2B5EF4-FFF2-40B4-BE49-F238E27FC236}">
                <a16:creationId xmlns:a16="http://schemas.microsoft.com/office/drawing/2014/main" id="{2A116838-2D7D-4FB9-BCC3-E73E27E68384}"/>
              </a:ext>
            </a:extLst>
          </p:cNvPr>
          <p:cNvSpPr txBox="1"/>
          <p:nvPr/>
        </p:nvSpPr>
        <p:spPr>
          <a:xfrm>
            <a:off x="875210" y="2872377"/>
            <a:ext cx="10714809" cy="3979038"/>
          </a:xfrm>
          <a:prstGeom prst="rect">
            <a:avLst/>
          </a:prstGeom>
          <a:noFill/>
        </p:spPr>
        <p:txBody>
          <a:bodyPr wrap="square" rtlCol="0">
            <a:spAutoFit/>
          </a:bodyPr>
          <a:lstStyle/>
          <a:p>
            <a:pPr marL="800100" lvl="1" indent="-342900">
              <a:spcBef>
                <a:spcPct val="20000"/>
              </a:spcBef>
              <a:spcAft>
                <a:spcPts val="100"/>
              </a:spcAft>
              <a:buClr>
                <a:srgbClr val="00B050"/>
              </a:buClr>
              <a:buFont typeface="Wingdings" panose="05000000000000000000" pitchFamily="2" charset="2"/>
              <a:buChar char="v"/>
            </a:pPr>
            <a:r>
              <a:rPr lang="en-US" altLang="zh-CN" sz="18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The Human - AI Relationship and AI-Pervasive Societal Transformation </a:t>
            </a:r>
          </a:p>
          <a:p>
            <a:pPr marL="800100" lvl="1" indent="-342900">
              <a:spcBef>
                <a:spcPct val="20000"/>
              </a:spcBef>
              <a:spcAft>
                <a:spcPts val="100"/>
              </a:spcAft>
              <a:buClr>
                <a:srgbClr val="00B050"/>
              </a:buClr>
              <a:buFont typeface="Wingdings" panose="05000000000000000000" pitchFamily="2" charset="2"/>
              <a:buChar char="v"/>
            </a:pPr>
            <a:r>
              <a:rPr lang="en-US" altLang="zh-CN" sz="18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Developing systematic methodologies to advance UV technologies and to develop UV systems, including Intelligent Transportation Systems, Urban Planning and Crowd Management, Smart Infrastructure, Smart Response Systems for Emergencies, Smart Energy Management, Smart Environmental Protection, Smart Home and Community, Smart Medicine and Healthcare, and Smart Humanity</a:t>
            </a:r>
          </a:p>
          <a:p>
            <a:pPr marL="800100" lvl="1" indent="-342900">
              <a:spcBef>
                <a:spcPct val="20000"/>
              </a:spcBef>
              <a:spcAft>
                <a:spcPts val="100"/>
              </a:spcAft>
              <a:buClr>
                <a:srgbClr val="00B050"/>
              </a:buClr>
              <a:buFont typeface="Wingdings" panose="05000000000000000000" pitchFamily="2" charset="2"/>
              <a:buChar char="v"/>
            </a:pPr>
            <a:r>
              <a:rPr lang="en-US" altLang="zh-CN" sz="18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New lifestyles enabled by IT / New energy sources / New materials / Effective microorganism technology and environmental protection</a:t>
            </a:r>
          </a:p>
          <a:p>
            <a:pPr marL="800100" lvl="1" indent="-342900">
              <a:spcBef>
                <a:spcPct val="20000"/>
              </a:spcBef>
              <a:spcAft>
                <a:spcPts val="100"/>
              </a:spcAft>
              <a:buClr>
                <a:srgbClr val="00B050"/>
              </a:buClr>
              <a:buFont typeface="Wingdings" panose="05000000000000000000" pitchFamily="2" charset="2"/>
              <a:buChar char="v"/>
            </a:pPr>
            <a:r>
              <a:rPr lang="en-US" altLang="zh-CN" sz="18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Exploring UV development paths that are appropriate for different regions at different development phases, from theoretical exploration, research development, framework design, implementation, engineering, to integration.</a:t>
            </a:r>
          </a:p>
          <a:p>
            <a:pPr marL="800100" lvl="1" indent="-342900">
              <a:spcBef>
                <a:spcPct val="20000"/>
              </a:spcBef>
              <a:spcAft>
                <a:spcPts val="100"/>
              </a:spcAft>
              <a:buClr>
                <a:srgbClr val="00B050"/>
              </a:buClr>
              <a:buFont typeface="Wingdings" panose="05000000000000000000" pitchFamily="2" charset="2"/>
              <a:buChar char="v"/>
            </a:pPr>
            <a:r>
              <a:rPr lang="en-US" altLang="zh-CN" sz="18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Inspiring successful collaboration among governments, academia, industries, and civil society to address different UV challenges and seek practical UV solutions</a:t>
            </a:r>
          </a:p>
          <a:p>
            <a:endParaRPr lang="zh-CN" altLang="en-US" sz="1800">
              <a:solidFill>
                <a:srgbClr val="008A4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81986-EE8A-DE23-A6BB-77B9AE3312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EF3F5-77EA-2E46-1D5F-4CA493D9643B}"/>
              </a:ext>
            </a:extLst>
          </p:cNvPr>
          <p:cNvSpPr>
            <a:spLocks noGrp="1"/>
          </p:cNvSpPr>
          <p:nvPr>
            <p:ph type="title"/>
          </p:nvPr>
        </p:nvSpPr>
        <p:spPr>
          <a:xfrm>
            <a:off x="2057400" y="304800"/>
            <a:ext cx="8229600" cy="1143000"/>
          </a:xfrm>
          <a:solidFill>
            <a:srgbClr val="00B247"/>
          </a:solidFill>
        </p:spPr>
        <p:txBody>
          <a:bodyPr>
            <a:normAutofit fontScale="90000"/>
          </a:bodyPr>
          <a:lstStyle/>
          <a:p>
            <a:r>
              <a:rPr lang="en-US">
                <a:solidFill>
                  <a:schemeClr val="bg1"/>
                </a:solidFill>
                <a:latin typeface="Times New Roman" pitchFamily="18" charset="0"/>
                <a:cs typeface="Times New Roman" pitchFamily="18" charset="0"/>
              </a:rPr>
              <a:t>UV2026 Program Committees (TBD)</a:t>
            </a:r>
          </a:p>
        </p:txBody>
      </p:sp>
      <p:pic>
        <p:nvPicPr>
          <p:cNvPr id="6" name="Picture 2" descr="C:\Users\Owner\Desktop\World Map.png">
            <a:extLst>
              <a:ext uri="{FF2B5EF4-FFF2-40B4-BE49-F238E27FC236}">
                <a16:creationId xmlns:a16="http://schemas.microsoft.com/office/drawing/2014/main" id="{EFC86750-1273-8E1A-8E41-E9109343F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1798320"/>
            <a:ext cx="8792305" cy="4572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99E74534-4B73-B580-9248-11837802C4E1}"/>
              </a:ext>
            </a:extLst>
          </p:cNvPr>
          <p:cNvSpPr/>
          <p:nvPr/>
        </p:nvSpPr>
        <p:spPr>
          <a:xfrm>
            <a:off x="2275114" y="2309307"/>
            <a:ext cx="7641772" cy="3550023"/>
          </a:xfrm>
          <a:prstGeom prst="roundRect">
            <a:avLst/>
          </a:prstGeom>
          <a:solidFill>
            <a:srgbClr val="F6F8FC">
              <a:alpha val="3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02B1BFE-A72A-34B7-C4C6-9DFE3E298593}"/>
              </a:ext>
            </a:extLst>
          </p:cNvPr>
          <p:cNvSpPr/>
          <p:nvPr/>
        </p:nvSpPr>
        <p:spPr>
          <a:xfrm>
            <a:off x="6255139" y="2724747"/>
            <a:ext cx="3578807" cy="2662267"/>
          </a:xfrm>
          <a:prstGeom prst="rect">
            <a:avLst/>
          </a:prstGeom>
        </p:spPr>
        <p:txBody>
          <a:bodyPr wrap="square">
            <a:spAutoFit/>
          </a:bodyPr>
          <a:lstStyle/>
          <a:p>
            <a:r>
              <a:rPr lang="en-US" altLang="zh-CN" sz="2000" b="1">
                <a:latin typeface="Times New Roman" pitchFamily="18" charset="0"/>
                <a:cs typeface="Times New Roman" pitchFamily="18" charset="0"/>
              </a:rPr>
              <a:t>Publication Chairs</a:t>
            </a:r>
            <a:endParaRPr lang="en-US" altLang="zh-CN" b="1">
              <a:latin typeface="Times New Roman" pitchFamily="18" charset="0"/>
              <a:cs typeface="Times New Roman" pitchFamily="18" charset="0"/>
            </a:endParaRPr>
          </a:p>
          <a:p>
            <a:pPr>
              <a:spcBef>
                <a:spcPts val="600"/>
              </a:spcBef>
            </a:pPr>
            <a:r>
              <a:rPr lang="en-US" altLang="zh-CN" sz="1600" i="1" err="1">
                <a:latin typeface="Times New Roman" pitchFamily="18" charset="0"/>
                <a:cs typeface="Times New Roman" pitchFamily="18" charset="0"/>
              </a:rPr>
              <a:t>HaoYuan</a:t>
            </a:r>
            <a:r>
              <a:rPr lang="zh-CN" altLang="en-US" sz="1600" i="1">
                <a:latin typeface="Times New Roman" pitchFamily="18" charset="0"/>
                <a:cs typeface="Times New Roman" pitchFamily="18" charset="0"/>
              </a:rPr>
              <a:t> </a:t>
            </a:r>
            <a:r>
              <a:rPr lang="en-US" altLang="zh-CN" sz="1600" i="1">
                <a:latin typeface="Times New Roman" pitchFamily="18" charset="0"/>
                <a:cs typeface="Times New Roman" pitchFamily="18" charset="0"/>
              </a:rPr>
              <a:t>(Stephen</a:t>
            </a:r>
            <a:r>
              <a:rPr lang="zh-CN" altLang="en-US" sz="1600" i="1">
                <a:latin typeface="Times New Roman" pitchFamily="18" charset="0"/>
                <a:cs typeface="Times New Roman" pitchFamily="18" charset="0"/>
              </a:rPr>
              <a:t> </a:t>
            </a:r>
            <a:r>
              <a:rPr lang="en-US" altLang="zh-CN" sz="1600" i="1">
                <a:latin typeface="Times New Roman" pitchFamily="18" charset="0"/>
                <a:cs typeface="Times New Roman" pitchFamily="18" charset="0"/>
              </a:rPr>
              <a:t>Inst.</a:t>
            </a:r>
            <a:r>
              <a:rPr lang="zh-CN" altLang="en-US" sz="1600" i="1">
                <a:latin typeface="Times New Roman" pitchFamily="18" charset="0"/>
                <a:cs typeface="Times New Roman" pitchFamily="18" charset="0"/>
              </a:rPr>
              <a:t> </a:t>
            </a:r>
            <a:r>
              <a:rPr lang="en-US" altLang="zh-CN" sz="1600" i="1">
                <a:latin typeface="Times New Roman" pitchFamily="18" charset="0"/>
                <a:cs typeface="Times New Roman" pitchFamily="18" charset="0"/>
              </a:rPr>
              <a:t>of</a:t>
            </a:r>
            <a:r>
              <a:rPr lang="zh-CN" altLang="en-US" sz="1600" i="1">
                <a:latin typeface="Times New Roman" pitchFamily="18" charset="0"/>
                <a:cs typeface="Times New Roman" pitchFamily="18" charset="0"/>
              </a:rPr>
              <a:t> </a:t>
            </a:r>
            <a:r>
              <a:rPr lang="en-US" altLang="zh-CN" sz="1600" i="1">
                <a:latin typeface="Times New Roman" pitchFamily="18" charset="0"/>
                <a:cs typeface="Times New Roman" pitchFamily="18" charset="0"/>
              </a:rPr>
              <a:t>Tech.,</a:t>
            </a:r>
            <a:r>
              <a:rPr lang="zh-CN" altLang="en-US" sz="1600" i="1">
                <a:latin typeface="Times New Roman" pitchFamily="18" charset="0"/>
                <a:cs typeface="Times New Roman" pitchFamily="18" charset="0"/>
              </a:rPr>
              <a:t> </a:t>
            </a:r>
            <a:r>
              <a:rPr lang="en-US" altLang="zh-CN" sz="1600" i="1">
                <a:latin typeface="Times New Roman" pitchFamily="18" charset="0"/>
                <a:cs typeface="Times New Roman" pitchFamily="18" charset="0"/>
              </a:rPr>
              <a:t>USA)</a:t>
            </a:r>
            <a:endParaRPr lang="en-US" sz="1600" i="1">
              <a:latin typeface="Times New Roman" pitchFamily="18" charset="0"/>
              <a:cs typeface="Times New Roman" pitchFamily="18" charset="0"/>
            </a:endParaRPr>
          </a:p>
          <a:p>
            <a:r>
              <a:rPr lang="en-US" sz="1600" i="1">
                <a:latin typeface="Times New Roman" pitchFamily="18" charset="0"/>
                <a:cs typeface="Times New Roman" pitchFamily="18" charset="0"/>
              </a:rPr>
              <a:t>Hongyan Cui (MIT&amp;BUPT, USA)</a:t>
            </a:r>
          </a:p>
          <a:p>
            <a:r>
              <a:rPr lang="en-US" sz="1600" i="1">
                <a:latin typeface="Times New Roman" pitchFamily="18" charset="0"/>
                <a:cs typeface="Times New Roman" pitchFamily="18" charset="0"/>
              </a:rPr>
              <a:t>Lifeng Zhang (BJMU, China)</a:t>
            </a:r>
            <a:endParaRPr lang="en-US" b="1">
              <a:latin typeface="Times New Roman" pitchFamily="18" charset="0"/>
              <a:cs typeface="Times New Roman" pitchFamily="18" charset="0"/>
            </a:endParaRPr>
          </a:p>
          <a:p>
            <a:pPr>
              <a:spcBef>
                <a:spcPts val="1200"/>
              </a:spcBef>
            </a:pPr>
            <a:r>
              <a:rPr lang="en-US" sz="2000" b="1">
                <a:latin typeface="Times New Roman" pitchFamily="18" charset="0"/>
                <a:cs typeface="Times New Roman" pitchFamily="18" charset="0"/>
              </a:rPr>
              <a:t>I</a:t>
            </a:r>
            <a:r>
              <a:rPr lang="en-US" altLang="zh-CN" sz="2000" b="1">
                <a:latin typeface="Times New Roman" pitchFamily="18" charset="0"/>
                <a:cs typeface="Times New Roman" pitchFamily="18" charset="0"/>
              </a:rPr>
              <a:t>T Chairs</a:t>
            </a:r>
            <a:endParaRPr lang="en-US" sz="2000" b="1">
              <a:latin typeface="Times New Roman" pitchFamily="18" charset="0"/>
              <a:cs typeface="Times New Roman" pitchFamily="18" charset="0"/>
            </a:endParaRPr>
          </a:p>
          <a:p>
            <a:r>
              <a:rPr lang="en-US" altLang="zh-CN" sz="1600" i="1" err="1">
                <a:latin typeface="Times New Roman" pitchFamily="18" charset="0"/>
                <a:cs typeface="Times New Roman" pitchFamily="18" charset="0"/>
              </a:rPr>
              <a:t>Jieren</a:t>
            </a:r>
            <a:r>
              <a:rPr lang="en-US" altLang="zh-CN" sz="1600" i="1">
                <a:latin typeface="Times New Roman" pitchFamily="18" charset="0"/>
                <a:cs typeface="Times New Roman" pitchFamily="18" charset="0"/>
              </a:rPr>
              <a:t> Kou</a:t>
            </a:r>
            <a:r>
              <a:rPr lang="en-US" sz="1600" i="1">
                <a:latin typeface="Times New Roman" pitchFamily="18" charset="0"/>
                <a:cs typeface="Times New Roman" pitchFamily="18" charset="0"/>
              </a:rPr>
              <a:t> (NYU, USA)  </a:t>
            </a:r>
          </a:p>
          <a:p>
            <a:r>
              <a:rPr lang="en-US" sz="1600" i="1" err="1">
                <a:latin typeface="Times New Roman" panose="02020603050405020304" pitchFamily="18" charset="0"/>
                <a:cs typeface="Times New Roman" pitchFamily="18" charset="0"/>
              </a:rPr>
              <a:t>Hanxia</a:t>
            </a:r>
            <a:r>
              <a:rPr lang="en-US" sz="1600" i="1">
                <a:latin typeface="Times New Roman" panose="02020603050405020304" pitchFamily="18" charset="0"/>
                <a:cs typeface="Times New Roman" pitchFamily="18" charset="0"/>
              </a:rPr>
              <a:t> Li (UVS, USA)     </a:t>
            </a:r>
          </a:p>
          <a:p>
            <a:r>
              <a:rPr lang="en-US" sz="1600" i="1" err="1">
                <a:latin typeface="Times New Roman" panose="02020603050405020304" pitchFamily="18" charset="0"/>
                <a:cs typeface="Times New Roman" pitchFamily="18" charset="0"/>
              </a:rPr>
              <a:t>Zhenqian</a:t>
            </a:r>
            <a:r>
              <a:rPr lang="en-US" sz="1600" i="1">
                <a:latin typeface="Times New Roman" panose="02020603050405020304" pitchFamily="18" charset="0"/>
                <a:cs typeface="Times New Roman" pitchFamily="18" charset="0"/>
              </a:rPr>
              <a:t> Huang (</a:t>
            </a:r>
            <a:r>
              <a:rPr lang="en-US" sz="1600" i="1" err="1">
                <a:latin typeface="Times New Roman" panose="02020603050405020304" pitchFamily="18" charset="0"/>
                <a:cs typeface="Times New Roman" pitchFamily="18" charset="0"/>
              </a:rPr>
              <a:t>Hohai</a:t>
            </a:r>
            <a:r>
              <a:rPr lang="en-US" sz="1600" i="1">
                <a:latin typeface="Times New Roman" panose="02020603050405020304" pitchFamily="18" charset="0"/>
                <a:cs typeface="Times New Roman" pitchFamily="18" charset="0"/>
              </a:rPr>
              <a:t> Univ., China)</a:t>
            </a:r>
          </a:p>
          <a:p>
            <a:r>
              <a:rPr lang="en-US" sz="1600" i="1" err="1">
                <a:latin typeface="Times New Roman" panose="02020603050405020304" pitchFamily="18" charset="0"/>
                <a:cs typeface="Times New Roman" pitchFamily="18" charset="0"/>
              </a:rPr>
              <a:t>Chuqiao</a:t>
            </a:r>
            <a:r>
              <a:rPr lang="en-US" sz="1600" i="1">
                <a:latin typeface="Times New Roman" panose="02020603050405020304" pitchFamily="18" charset="0"/>
                <a:cs typeface="Times New Roman" pitchFamily="18" charset="0"/>
              </a:rPr>
              <a:t> Gu (Google, USA)</a:t>
            </a:r>
          </a:p>
        </p:txBody>
      </p:sp>
      <p:sp>
        <p:nvSpPr>
          <p:cNvPr id="5" name="TextBox 4">
            <a:extLst>
              <a:ext uri="{FF2B5EF4-FFF2-40B4-BE49-F238E27FC236}">
                <a16:creationId xmlns:a16="http://schemas.microsoft.com/office/drawing/2014/main" id="{4E4A19D9-8968-D4C8-2FFE-CFF9C8831B70}"/>
              </a:ext>
            </a:extLst>
          </p:cNvPr>
          <p:cNvSpPr txBox="1"/>
          <p:nvPr/>
        </p:nvSpPr>
        <p:spPr>
          <a:xfrm>
            <a:off x="2578118" y="2632415"/>
            <a:ext cx="3358744" cy="2985433"/>
          </a:xfrm>
          <a:prstGeom prst="rect">
            <a:avLst/>
          </a:prstGeom>
          <a:noFill/>
        </p:spPr>
        <p:txBody>
          <a:bodyPr wrap="square">
            <a:spAutoFit/>
          </a:bodyPr>
          <a:lstStyle/>
          <a:p>
            <a:pPr>
              <a:spcBef>
                <a:spcPts val="600"/>
              </a:spcBef>
            </a:pPr>
            <a:r>
              <a:rPr lang="en-US" sz="2000" b="1">
                <a:latin typeface="Times New Roman" pitchFamily="18" charset="0"/>
                <a:cs typeface="Times New Roman" pitchFamily="18" charset="0"/>
              </a:rPr>
              <a:t>Program Chairs</a:t>
            </a:r>
          </a:p>
          <a:p>
            <a:pPr>
              <a:spcBef>
                <a:spcPts val="600"/>
              </a:spcBef>
            </a:pPr>
            <a:r>
              <a:rPr lang="en-US" sz="1600" i="1" err="1">
                <a:latin typeface="Times New Roman" pitchFamily="18" charset="0"/>
                <a:cs typeface="Times New Roman" pitchFamily="18" charset="0"/>
              </a:rPr>
              <a:t>Shengsheng</a:t>
            </a:r>
            <a:r>
              <a:rPr lang="en-US" sz="1600" i="1">
                <a:latin typeface="Times New Roman" pitchFamily="18" charset="0"/>
                <a:cs typeface="Times New Roman" pitchFamily="18" charset="0"/>
              </a:rPr>
              <a:t> Cao </a:t>
            </a:r>
            <a:r>
              <a:rPr lang="en-US" sz="1600" i="1" spc="-100">
                <a:latin typeface="Times New Roman" pitchFamily="18" charset="0"/>
                <a:cs typeface="Times New Roman" pitchFamily="18" charset="0"/>
              </a:rPr>
              <a:t>(Ningbo Univ., China)</a:t>
            </a:r>
            <a:r>
              <a:rPr lang="en-US" sz="1600" i="1">
                <a:latin typeface="Times New Roman" pitchFamily="18" charset="0"/>
                <a:cs typeface="Times New Roman" pitchFamily="18" charset="0"/>
              </a:rPr>
              <a:t> </a:t>
            </a:r>
          </a:p>
          <a:p>
            <a:pPr>
              <a:spcBef>
                <a:spcPts val="600"/>
              </a:spcBef>
            </a:pPr>
            <a:r>
              <a:rPr lang="en-US" sz="1600" i="1">
                <a:latin typeface="Times New Roman" pitchFamily="18" charset="0"/>
                <a:cs typeface="Times New Roman" pitchFamily="18" charset="0"/>
              </a:rPr>
              <a:t>Zili Li (MIT, USA)</a:t>
            </a:r>
          </a:p>
          <a:p>
            <a:pPr>
              <a:spcBef>
                <a:spcPts val="600"/>
              </a:spcBef>
            </a:pPr>
            <a:r>
              <a:rPr lang="en-US" sz="1600" i="1">
                <a:latin typeface="Times New Roman" pitchFamily="18" charset="0"/>
                <a:cs typeface="Times New Roman" pitchFamily="18" charset="0"/>
              </a:rPr>
              <a:t>Hao Sheng (</a:t>
            </a:r>
            <a:r>
              <a:rPr lang="en-US" sz="1600" i="1" err="1">
                <a:latin typeface="Times New Roman" pitchFamily="18" charset="0"/>
                <a:cs typeface="Times New Roman" pitchFamily="18" charset="0"/>
              </a:rPr>
              <a:t>Beihang</a:t>
            </a:r>
            <a:r>
              <a:rPr lang="en-US" sz="1600" i="1">
                <a:latin typeface="Times New Roman" pitchFamily="18" charset="0"/>
                <a:cs typeface="Times New Roman" pitchFamily="18" charset="0"/>
              </a:rPr>
              <a:t> Univ., China) </a:t>
            </a:r>
          </a:p>
          <a:p>
            <a:pPr>
              <a:spcBef>
                <a:spcPts val="600"/>
              </a:spcBef>
            </a:pPr>
            <a:r>
              <a:rPr lang="en-US" sz="1600" i="1">
                <a:latin typeface="Times New Roman" pitchFamily="18" charset="0"/>
                <a:cs typeface="Times New Roman" pitchFamily="18" charset="0"/>
              </a:rPr>
              <a:t>Hiro Aoki (Nagoya Univ., Japan)</a:t>
            </a:r>
          </a:p>
          <a:p>
            <a:pPr>
              <a:spcBef>
                <a:spcPts val="600"/>
              </a:spcBef>
            </a:pPr>
            <a:r>
              <a:rPr lang="en-US" sz="1600" i="1">
                <a:latin typeface="Times New Roman" pitchFamily="18" charset="0"/>
                <a:cs typeface="Times New Roman" pitchFamily="18" charset="0"/>
              </a:rPr>
              <a:t>Wenya Du (UVS, USA)</a:t>
            </a:r>
          </a:p>
          <a:p>
            <a:pPr>
              <a:spcBef>
                <a:spcPts val="600"/>
              </a:spcBef>
            </a:pPr>
            <a:r>
              <a:rPr lang="en-US" sz="1600" i="1">
                <a:latin typeface="Times New Roman" pitchFamily="18" charset="0"/>
                <a:cs typeface="Times New Roman" pitchFamily="18" charset="0"/>
              </a:rPr>
              <a:t>Yi Tao (UVS, USA)</a:t>
            </a:r>
          </a:p>
          <a:p>
            <a:pPr>
              <a:spcBef>
                <a:spcPts val="600"/>
              </a:spcBef>
            </a:pPr>
            <a:r>
              <a:rPr lang="en-US" sz="1600" i="1">
                <a:latin typeface="Times New Roman" pitchFamily="18" charset="0"/>
                <a:cs typeface="Times New Roman" pitchFamily="18" charset="0"/>
              </a:rPr>
              <a:t>Juntao Jiang (Zhejiang Univ., China)</a:t>
            </a:r>
          </a:p>
          <a:p>
            <a:pPr>
              <a:spcBef>
                <a:spcPts val="600"/>
              </a:spcBef>
            </a:pPr>
            <a:r>
              <a:rPr lang="en-US" sz="1600" i="1" err="1">
                <a:latin typeface="Times New Roman" pitchFamily="18" charset="0"/>
                <a:cs typeface="Times New Roman" pitchFamily="18" charset="0"/>
              </a:rPr>
              <a:t>Zhenyao</a:t>
            </a:r>
            <a:r>
              <a:rPr lang="en-US" sz="1600" i="1">
                <a:latin typeface="Times New Roman" pitchFamily="18" charset="0"/>
                <a:cs typeface="Times New Roman" pitchFamily="18" charset="0"/>
              </a:rPr>
              <a:t> Liu (U</a:t>
            </a:r>
            <a:r>
              <a:rPr lang="en-US" altLang="zh-CN" sz="1600" i="1">
                <a:latin typeface="Times New Roman" pitchFamily="18" charset="0"/>
                <a:cs typeface="Times New Roman" pitchFamily="18" charset="0"/>
              </a:rPr>
              <a:t>Pe</a:t>
            </a:r>
            <a:r>
              <a:rPr lang="en-US" sz="1600" i="1">
                <a:latin typeface="Times New Roman" pitchFamily="18" charset="0"/>
                <a:cs typeface="Times New Roman" pitchFamily="18" charset="0"/>
              </a:rPr>
              <a:t>nn, USA)</a:t>
            </a:r>
          </a:p>
        </p:txBody>
      </p:sp>
    </p:spTree>
    <p:extLst>
      <p:ext uri="{BB962C8B-B14F-4D97-AF65-F5344CB8AC3E}">
        <p14:creationId xmlns:p14="http://schemas.microsoft.com/office/powerpoint/2010/main" val="1382175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304800"/>
            <a:ext cx="8229600" cy="1143000"/>
          </a:xfrm>
          <a:solidFill>
            <a:srgbClr val="00B247"/>
          </a:solidFill>
        </p:spPr>
        <p:txBody>
          <a:bodyPr>
            <a:normAutofit fontScale="90000"/>
          </a:bodyPr>
          <a:lstStyle/>
          <a:p>
            <a:r>
              <a:rPr lang="en-US">
                <a:solidFill>
                  <a:schemeClr val="bg1"/>
                </a:solidFill>
                <a:latin typeface="Times New Roman" pitchFamily="18" charset="0"/>
                <a:cs typeface="Times New Roman" pitchFamily="18" charset="0"/>
              </a:rPr>
              <a:t>UV2026 Executive Committees (TBD)</a:t>
            </a:r>
          </a:p>
        </p:txBody>
      </p:sp>
      <p:pic>
        <p:nvPicPr>
          <p:cNvPr id="6" name="Picture 2" descr="C:\Users\Owner\Desktop\World Map.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1798320"/>
            <a:ext cx="8792305" cy="4572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1BA02A4C-0EDD-BCBF-2407-88664AA5F487}"/>
              </a:ext>
            </a:extLst>
          </p:cNvPr>
          <p:cNvSpPr/>
          <p:nvPr/>
        </p:nvSpPr>
        <p:spPr>
          <a:xfrm>
            <a:off x="2367643" y="1970314"/>
            <a:ext cx="7668986" cy="4093029"/>
          </a:xfrm>
          <a:prstGeom prst="roundRect">
            <a:avLst/>
          </a:prstGeom>
          <a:solidFill>
            <a:srgbClr val="F6F8FC">
              <a:alpha val="3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a:spLocks noGrp="1"/>
          </p:cNvSpPr>
          <p:nvPr>
            <p:ph idx="1"/>
          </p:nvPr>
        </p:nvSpPr>
        <p:spPr>
          <a:xfrm>
            <a:off x="2469381" y="2604612"/>
            <a:ext cx="3797940" cy="3612219"/>
          </a:xfrm>
        </p:spPr>
        <p:txBody>
          <a:bodyPr>
            <a:noAutofit/>
          </a:bodyPr>
          <a:lstStyle/>
          <a:p>
            <a:pPr marL="0" indent="0">
              <a:spcBef>
                <a:spcPts val="600"/>
              </a:spcBef>
              <a:buNone/>
            </a:pPr>
            <a:r>
              <a:rPr lang="en-US" sz="2000" b="1">
                <a:latin typeface="Times New Roman" pitchFamily="18" charset="0"/>
                <a:cs typeface="Times New Roman" pitchFamily="18" charset="0"/>
              </a:rPr>
              <a:t>General Chairs</a:t>
            </a:r>
          </a:p>
          <a:p>
            <a:pPr marL="0" indent="0">
              <a:lnSpc>
                <a:spcPct val="100000"/>
              </a:lnSpc>
              <a:spcBef>
                <a:spcPts val="0"/>
              </a:spcBef>
              <a:buNone/>
            </a:pPr>
            <a:r>
              <a:rPr lang="en-US" sz="1600" i="1">
                <a:latin typeface="Times New Roman" pitchFamily="18" charset="0"/>
                <a:cs typeface="Times New Roman" pitchFamily="18" charset="0"/>
              </a:rPr>
              <a:t>Roy E. </a:t>
            </a:r>
            <a:r>
              <a:rPr lang="en-US" sz="1600" i="1" err="1">
                <a:latin typeface="Times New Roman" pitchFamily="18" charset="0"/>
                <a:cs typeface="Times New Roman" pitchFamily="18" charset="0"/>
              </a:rPr>
              <a:t>Welsch</a:t>
            </a:r>
            <a:r>
              <a:rPr lang="en-US" sz="1600" i="1">
                <a:latin typeface="Times New Roman" pitchFamily="18" charset="0"/>
                <a:cs typeface="Times New Roman" pitchFamily="18" charset="0"/>
              </a:rPr>
              <a:t> </a:t>
            </a:r>
            <a:r>
              <a:rPr lang="en-US" sz="1600" b="1" i="1">
                <a:latin typeface="Times New Roman" pitchFamily="18" charset="0"/>
                <a:cs typeface="Times New Roman" pitchFamily="18" charset="0"/>
              </a:rPr>
              <a:t>(</a:t>
            </a:r>
            <a:r>
              <a:rPr lang="en-US" sz="1600" i="1">
                <a:latin typeface="Times New Roman" pitchFamily="18" charset="0"/>
                <a:cs typeface="Times New Roman" pitchFamily="18" charset="0"/>
              </a:rPr>
              <a:t>(MIT, USA)</a:t>
            </a:r>
            <a:endParaRPr lang="en-US" sz="1600" b="1">
              <a:latin typeface="Times New Roman" pitchFamily="18" charset="0"/>
              <a:cs typeface="Times New Roman" pitchFamily="18" charset="0"/>
            </a:endParaRPr>
          </a:p>
          <a:p>
            <a:pPr marL="0" indent="0">
              <a:lnSpc>
                <a:spcPct val="100000"/>
              </a:lnSpc>
              <a:spcBef>
                <a:spcPts val="0"/>
              </a:spcBef>
              <a:buNone/>
            </a:pPr>
            <a:r>
              <a:rPr lang="en-US" sz="1600" i="1">
                <a:latin typeface="Times New Roman" pitchFamily="18" charset="0"/>
                <a:cs typeface="Times New Roman" pitchFamily="18" charset="0"/>
              </a:rPr>
              <a:t>Kazuya Takeda (Nagoya Univ., Japan)</a:t>
            </a:r>
          </a:p>
          <a:p>
            <a:pPr marL="0" indent="0">
              <a:lnSpc>
                <a:spcPct val="100000"/>
              </a:lnSpc>
              <a:spcBef>
                <a:spcPts val="0"/>
              </a:spcBef>
              <a:buNone/>
            </a:pPr>
            <a:r>
              <a:rPr lang="en-US" sz="1600" i="1">
                <a:latin typeface="Times New Roman" pitchFamily="18" charset="0"/>
                <a:cs typeface="Times New Roman" pitchFamily="18" charset="0"/>
              </a:rPr>
              <a:t>Ahmad Hussein (IAV GmbH , Germany)</a:t>
            </a:r>
          </a:p>
          <a:p>
            <a:pPr marL="0" indent="0">
              <a:spcBef>
                <a:spcPts val="0"/>
              </a:spcBef>
              <a:buNone/>
            </a:pPr>
            <a:r>
              <a:rPr lang="en-US" sz="1600" i="1">
                <a:latin typeface="Times New Roman" pitchFamily="18" charset="0"/>
                <a:cs typeface="Times New Roman" pitchFamily="18" charset="0"/>
              </a:rPr>
              <a:t>Ozaki Nobuyuki (Nagoya Univ., Japan)</a:t>
            </a:r>
          </a:p>
          <a:p>
            <a:pPr marL="0" indent="0">
              <a:lnSpc>
                <a:spcPct val="100000"/>
              </a:lnSpc>
              <a:spcBef>
                <a:spcPts val="0"/>
              </a:spcBef>
              <a:buNone/>
            </a:pPr>
            <a:r>
              <a:rPr lang="en-US" sz="1600" i="1">
                <a:latin typeface="Times New Roman" pitchFamily="18" charset="0"/>
                <a:cs typeface="Times New Roman" pitchFamily="18" charset="0"/>
              </a:rPr>
              <a:t>Ji Li (Tsinghua Univ., China) </a:t>
            </a:r>
          </a:p>
          <a:p>
            <a:pPr marL="0" indent="0">
              <a:lnSpc>
                <a:spcPct val="100000"/>
              </a:lnSpc>
              <a:spcBef>
                <a:spcPts val="0"/>
              </a:spcBef>
              <a:buNone/>
            </a:pPr>
            <a:r>
              <a:rPr lang="en-US" sz="1600" i="1">
                <a:latin typeface="Times New Roman" pitchFamily="18" charset="0"/>
                <a:cs typeface="Times New Roman" pitchFamily="18" charset="0"/>
              </a:rPr>
              <a:t>Lionel C. </a:t>
            </a:r>
            <a:r>
              <a:rPr lang="en-US" sz="1600" i="1" err="1">
                <a:latin typeface="Times New Roman" pitchFamily="18" charset="0"/>
                <a:cs typeface="Times New Roman" pitchFamily="18" charset="0"/>
              </a:rPr>
              <a:t>Kimerling</a:t>
            </a:r>
            <a:r>
              <a:rPr lang="en-US" sz="1600" i="1">
                <a:latin typeface="Times New Roman" pitchFamily="18" charset="0"/>
                <a:cs typeface="Times New Roman" pitchFamily="18" charset="0"/>
              </a:rPr>
              <a:t> (MIT, USA)</a:t>
            </a:r>
          </a:p>
          <a:p>
            <a:pPr marL="0" indent="0">
              <a:lnSpc>
                <a:spcPct val="100000"/>
              </a:lnSpc>
              <a:spcBef>
                <a:spcPts val="0"/>
              </a:spcBef>
              <a:buNone/>
            </a:pPr>
            <a:r>
              <a:rPr lang="en-US" sz="1600" i="1">
                <a:latin typeface="Times New Roman" pitchFamily="18" charset="0"/>
                <a:cs typeface="Times New Roman" pitchFamily="18" charset="0"/>
              </a:rPr>
              <a:t>Shuguang Zhang (MIT, USA) </a:t>
            </a:r>
          </a:p>
          <a:p>
            <a:pPr marL="0" indent="0">
              <a:spcBef>
                <a:spcPts val="600"/>
              </a:spcBef>
              <a:buNone/>
            </a:pPr>
            <a:r>
              <a:rPr lang="en-US" sz="2000" b="1">
                <a:latin typeface="Times New Roman" pitchFamily="18" charset="0"/>
                <a:cs typeface="Times New Roman" pitchFamily="18" charset="0"/>
              </a:rPr>
              <a:t>Technology Chairs</a:t>
            </a:r>
          </a:p>
          <a:p>
            <a:pPr marL="0" indent="0">
              <a:spcBef>
                <a:spcPts val="0"/>
              </a:spcBef>
              <a:buNone/>
            </a:pPr>
            <a:r>
              <a:rPr lang="en-US" sz="1600" i="1" err="1">
                <a:latin typeface="Times New Roman" pitchFamily="18" charset="0"/>
                <a:cs typeface="Times New Roman" pitchFamily="18" charset="0"/>
              </a:rPr>
              <a:t>Yajun</a:t>
            </a:r>
            <a:r>
              <a:rPr lang="en-US" sz="1600" i="1">
                <a:latin typeface="Times New Roman" pitchFamily="18" charset="0"/>
                <a:cs typeface="Times New Roman" pitchFamily="18" charset="0"/>
              </a:rPr>
              <a:t> Fang (UVS, USA)</a:t>
            </a:r>
          </a:p>
          <a:p>
            <a:pPr marL="0" indent="0">
              <a:spcBef>
                <a:spcPts val="0"/>
              </a:spcBef>
              <a:buNone/>
            </a:pPr>
            <a:r>
              <a:rPr lang="en-US" sz="1600" i="1" err="1">
                <a:latin typeface="Times New Roman" pitchFamily="18" charset="0"/>
                <a:cs typeface="Times New Roman" pitchFamily="18" charset="0"/>
              </a:rPr>
              <a:t>Xiaoman</a:t>
            </a:r>
            <a:r>
              <a:rPr lang="en-US" sz="1600" i="1">
                <a:latin typeface="Times New Roman" pitchFamily="18" charset="0"/>
                <a:cs typeface="Times New Roman" pitchFamily="18" charset="0"/>
              </a:rPr>
              <a:t> Duan (UVS, USA) </a:t>
            </a:r>
          </a:p>
          <a:p>
            <a:pPr marL="0" indent="0">
              <a:spcBef>
                <a:spcPts val="0"/>
              </a:spcBef>
              <a:buNone/>
            </a:pPr>
            <a:r>
              <a:rPr lang="en-US" sz="1600" i="1">
                <a:latin typeface="Times New Roman" pitchFamily="18" charset="0"/>
                <a:cs typeface="Times New Roman" pitchFamily="18" charset="0"/>
              </a:rPr>
              <a:t>Yasha Yi (UWM, USA) </a:t>
            </a:r>
            <a:endParaRPr lang="en-US" sz="1800" b="1" i="1">
              <a:latin typeface="Times New Roman" pitchFamily="18" charset="0"/>
              <a:cs typeface="Times New Roman" pitchFamily="18" charset="0"/>
            </a:endParaRPr>
          </a:p>
          <a:p>
            <a:pPr marL="0" indent="0">
              <a:spcBef>
                <a:spcPts val="0"/>
              </a:spcBef>
              <a:buNone/>
            </a:pPr>
            <a:endParaRPr lang="en-US" sz="1800" i="1">
              <a:latin typeface="Times New Roman" pitchFamily="18" charset="0"/>
              <a:cs typeface="Times New Roman" pitchFamily="18" charset="0"/>
            </a:endParaRPr>
          </a:p>
        </p:txBody>
      </p:sp>
      <p:sp>
        <p:nvSpPr>
          <p:cNvPr id="8" name="Rectangle 7"/>
          <p:cNvSpPr/>
          <p:nvPr/>
        </p:nvSpPr>
        <p:spPr>
          <a:xfrm>
            <a:off x="6156788" y="2618424"/>
            <a:ext cx="4095879" cy="3139321"/>
          </a:xfrm>
          <a:prstGeom prst="rect">
            <a:avLst/>
          </a:prstGeom>
        </p:spPr>
        <p:txBody>
          <a:bodyPr wrap="square">
            <a:spAutoFit/>
          </a:bodyPr>
          <a:lstStyle/>
          <a:p>
            <a:r>
              <a:rPr lang="en-US" sz="2000" b="1">
                <a:latin typeface="Times New Roman" pitchFamily="18" charset="0"/>
                <a:cs typeface="Times New Roman" pitchFamily="18" charset="0"/>
              </a:rPr>
              <a:t>Conference Chairs</a:t>
            </a:r>
          </a:p>
          <a:p>
            <a:r>
              <a:rPr lang="en-US" sz="1600" i="1">
                <a:latin typeface="Times New Roman" pitchFamily="18" charset="0"/>
                <a:cs typeface="Times New Roman" pitchFamily="18" charset="0"/>
              </a:rPr>
              <a:t>Lin Zhang (</a:t>
            </a:r>
            <a:r>
              <a:rPr lang="en-US" sz="1600" i="1" err="1">
                <a:latin typeface="Times New Roman" pitchFamily="18" charset="0"/>
                <a:cs typeface="Times New Roman" pitchFamily="18" charset="0"/>
              </a:rPr>
              <a:t>Beihang</a:t>
            </a:r>
            <a:r>
              <a:rPr lang="en-US" sz="1600" i="1">
                <a:latin typeface="Times New Roman" pitchFamily="18" charset="0"/>
                <a:cs typeface="Times New Roman" pitchFamily="18" charset="0"/>
              </a:rPr>
              <a:t> Univ., China) </a:t>
            </a:r>
          </a:p>
          <a:p>
            <a:r>
              <a:rPr lang="en-US" sz="1600" i="1">
                <a:latin typeface="Times New Roman" pitchFamily="18" charset="0"/>
                <a:cs typeface="Times New Roman" pitchFamily="18" charset="0"/>
              </a:rPr>
              <a:t>Clinton J. Andrews (Rutgers Univ., USA)</a:t>
            </a:r>
          </a:p>
          <a:p>
            <a:r>
              <a:rPr lang="en-US" sz="1600" i="1" err="1">
                <a:latin typeface="Times New Roman" pitchFamily="18" charset="0"/>
                <a:cs typeface="Times New Roman" pitchFamily="18" charset="0"/>
              </a:rPr>
              <a:t>Juejun</a:t>
            </a:r>
            <a:r>
              <a:rPr lang="en-US" sz="1600" i="1">
                <a:latin typeface="Times New Roman" pitchFamily="18" charset="0"/>
                <a:cs typeface="Times New Roman" pitchFamily="18" charset="0"/>
              </a:rPr>
              <a:t> Hu (MIT, USA)</a:t>
            </a:r>
          </a:p>
          <a:p>
            <a:r>
              <a:rPr lang="it-IT" sz="1600" i="1" spc="-100">
                <a:latin typeface="Times New Roman" panose="02020603050405020304" pitchFamily="18" charset="0"/>
                <a:cs typeface="Times New Roman" panose="02020603050405020304" pitchFamily="18" charset="0"/>
              </a:rPr>
              <a:t>Francisco B. Barnes (Tenure&amp;Ecology LLC, Spain)</a:t>
            </a:r>
            <a:endParaRPr lang="en-US" sz="1600" i="1">
              <a:latin typeface="Times New Roman" pitchFamily="18" charset="0"/>
              <a:cs typeface="Times New Roman" pitchFamily="18" charset="0"/>
            </a:endParaRPr>
          </a:p>
          <a:p>
            <a:pPr>
              <a:spcBef>
                <a:spcPts val="600"/>
              </a:spcBef>
            </a:pPr>
            <a:r>
              <a:rPr lang="en-US" sz="2000" b="1">
                <a:latin typeface="Times New Roman" pitchFamily="18" charset="0"/>
                <a:cs typeface="Times New Roman" pitchFamily="18" charset="0"/>
              </a:rPr>
              <a:t>Executive Conference Chairs</a:t>
            </a:r>
          </a:p>
          <a:p>
            <a:r>
              <a:rPr lang="en-US" sz="1600" i="1">
                <a:latin typeface="Times New Roman" pitchFamily="18" charset="0"/>
                <a:cs typeface="Times New Roman" pitchFamily="18" charset="0"/>
              </a:rPr>
              <a:t>Lin Zhang (Univ. at Buffalo, USA)  </a:t>
            </a:r>
          </a:p>
          <a:p>
            <a:r>
              <a:rPr lang="en-US" sz="1600" i="1" err="1">
                <a:latin typeface="Times New Roman" panose="02020603050405020304" pitchFamily="18" charset="0"/>
                <a:cs typeface="Times New Roman" pitchFamily="18" charset="0"/>
              </a:rPr>
              <a:t>Longfei</a:t>
            </a:r>
            <a:r>
              <a:rPr lang="en-US" sz="1600" i="1">
                <a:latin typeface="Times New Roman" panose="02020603050405020304" pitchFamily="18" charset="0"/>
                <a:cs typeface="Times New Roman" pitchFamily="18" charset="0"/>
              </a:rPr>
              <a:t> Zhou (UNF, USA)      </a:t>
            </a:r>
          </a:p>
          <a:p>
            <a:r>
              <a:rPr lang="en-US" sz="1600" i="1">
                <a:latin typeface="Times New Roman" panose="02020603050405020304" pitchFamily="18" charset="0"/>
                <a:cs typeface="Times New Roman" pitchFamily="18" charset="0"/>
              </a:rPr>
              <a:t>Viksit Kumar (</a:t>
            </a:r>
            <a:r>
              <a:rPr lang="en-US" sz="1600" i="1" err="1">
                <a:latin typeface="Times New Roman" pitchFamily="18" charset="0"/>
                <a:cs typeface="Times New Roman" pitchFamily="18" charset="0"/>
              </a:rPr>
              <a:t>Novateur</a:t>
            </a:r>
            <a:r>
              <a:rPr lang="en-US" sz="1600" i="1">
                <a:latin typeface="Times New Roman" pitchFamily="18" charset="0"/>
                <a:cs typeface="Times New Roman" pitchFamily="18" charset="0"/>
              </a:rPr>
              <a:t>, USA)</a:t>
            </a:r>
          </a:p>
          <a:p>
            <a:pPr>
              <a:spcBef>
                <a:spcPts val="600"/>
              </a:spcBef>
            </a:pPr>
            <a:r>
              <a:rPr lang="en-US" sz="2000" b="1" i="1">
                <a:latin typeface="Times New Roman" pitchFamily="18" charset="0"/>
                <a:cs typeface="Times New Roman" pitchFamily="18" charset="0"/>
              </a:rPr>
              <a:t>Local Chair</a:t>
            </a:r>
          </a:p>
          <a:p>
            <a:r>
              <a:rPr lang="en-US" sz="1600" i="1">
                <a:latin typeface="Times New Roman" pitchFamily="18" charset="0"/>
                <a:cs typeface="Times New Roman" pitchFamily="18" charset="0"/>
              </a:rPr>
              <a:t>Wei Wang (UVS, USA)    </a:t>
            </a:r>
            <a:endParaRPr lang="en-US">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65D82FCB-A2EE-D58C-7370-CC5A7AA99A74}"/>
              </a:ext>
            </a:extLst>
          </p:cNvPr>
          <p:cNvSpPr txBox="1"/>
          <p:nvPr/>
        </p:nvSpPr>
        <p:spPr>
          <a:xfrm>
            <a:off x="4232984" y="1938650"/>
            <a:ext cx="3230992" cy="697627"/>
          </a:xfrm>
          <a:prstGeom prst="rect">
            <a:avLst/>
          </a:prstGeom>
          <a:noFill/>
        </p:spPr>
        <p:txBody>
          <a:bodyPr wrap="square">
            <a:spAutoFit/>
          </a:bodyPr>
          <a:lstStyle/>
          <a:p>
            <a:pPr marL="0" indent="0" algn="ctr">
              <a:spcBef>
                <a:spcPts val="0"/>
              </a:spcBef>
              <a:spcAft>
                <a:spcPts val="400"/>
              </a:spcAft>
              <a:buNone/>
            </a:pPr>
            <a:r>
              <a:rPr lang="en-US" sz="2000" b="1">
                <a:latin typeface="Times New Roman" pitchFamily="18" charset="0"/>
                <a:cs typeface="Times New Roman" pitchFamily="18" charset="0"/>
              </a:rPr>
              <a:t>   Honorary Chair </a:t>
            </a:r>
          </a:p>
          <a:p>
            <a:pPr marL="0" indent="0" algn="ctr">
              <a:spcBef>
                <a:spcPts val="0"/>
              </a:spcBef>
              <a:spcAft>
                <a:spcPts val="400"/>
              </a:spcAft>
              <a:buNone/>
            </a:pPr>
            <a:r>
              <a:rPr lang="en-US" sz="1600" i="1">
                <a:latin typeface="Times New Roman" pitchFamily="18" charset="0"/>
                <a:cs typeface="Times New Roman" pitchFamily="18" charset="0"/>
              </a:rPr>
              <a:t>Berthold K.P. Horn (MIT, USA)</a:t>
            </a:r>
          </a:p>
        </p:txBody>
      </p:sp>
    </p:spTree>
    <p:extLst>
      <p:ext uri="{BB962C8B-B14F-4D97-AF65-F5344CB8AC3E}">
        <p14:creationId xmlns:p14="http://schemas.microsoft.com/office/powerpoint/2010/main" val="3386955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1"/>
          <p:cNvSpPr/>
          <p:nvPr/>
        </p:nvSpPr>
        <p:spPr>
          <a:xfrm>
            <a:off x="3826248" y="1307107"/>
            <a:ext cx="7866380" cy="4936490"/>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10" name="Rectangle: Rounded Corners 9"/>
          <p:cNvSpPr/>
          <p:nvPr/>
        </p:nvSpPr>
        <p:spPr>
          <a:xfrm>
            <a:off x="378097" y="2475404"/>
            <a:ext cx="2279091" cy="2870055"/>
          </a:xfrm>
          <a:prstGeom prst="roundRect">
            <a:avLst>
              <a:gd name="adj" fmla="val 6412"/>
            </a:avLst>
          </a:prstGeom>
          <a:solidFill>
            <a:srgbClr val="E1F0E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pic>
        <p:nvPicPr>
          <p:cNvPr id="3" name="Picture 2" descr="A person with a beard and glasses&#10;&#10;Description automatically generated with low confiden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936" y="2700919"/>
            <a:ext cx="1683413" cy="1796492"/>
          </a:xfrm>
          <a:prstGeom prst="rect">
            <a:avLst/>
          </a:prstGeom>
          <a:solidFill>
            <a:srgbClr val="F3FFF5"/>
          </a:solidFill>
        </p:spPr>
      </p:pic>
      <p:pic>
        <p:nvPicPr>
          <p:cNvPr id="15" name="Picture 14" descr="A person wearing glasses&#10;&#10;Description automatically generated with low confidence"/>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8790" y="1553169"/>
            <a:ext cx="1663200" cy="1663200"/>
          </a:xfrm>
          <a:prstGeom prst="rect">
            <a:avLst/>
          </a:prstGeom>
          <a:solidFill>
            <a:srgbClr val="F5F8F6"/>
          </a:solidFill>
        </p:spPr>
      </p:pic>
      <p:pic>
        <p:nvPicPr>
          <p:cNvPr id="17" name="Picture 16" descr="A person wearing glasses&#10;&#10;Description automatically generated with low confidenc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72299" y="1553169"/>
            <a:ext cx="1663200" cy="1663200"/>
          </a:xfrm>
          <a:prstGeom prst="rect">
            <a:avLst/>
          </a:prstGeom>
          <a:solidFill>
            <a:srgbClr val="F5F8F6"/>
          </a:solidFill>
        </p:spPr>
      </p:pic>
      <p:pic>
        <p:nvPicPr>
          <p:cNvPr id="19" name="Picture 18" descr="A close-up of a person smiling&#10;&#10;Description automatically generated"/>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48726" y="3979577"/>
            <a:ext cx="1663200" cy="1663200"/>
          </a:xfrm>
          <a:prstGeom prst="rect">
            <a:avLst/>
          </a:prstGeom>
          <a:solidFill>
            <a:srgbClr val="F5F8F6"/>
          </a:solidFill>
        </p:spPr>
      </p:pic>
      <p:pic>
        <p:nvPicPr>
          <p:cNvPr id="23" name="Picture 22" descr="A person in a suit&#10;&#10;Description automatically generated with medium confidence"/>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02094" y="3948451"/>
            <a:ext cx="1663200" cy="1663200"/>
          </a:xfrm>
          <a:prstGeom prst="rect">
            <a:avLst/>
          </a:prstGeom>
          <a:solidFill>
            <a:srgbClr val="F5F8F6"/>
          </a:solidFill>
        </p:spPr>
      </p:pic>
      <p:sp>
        <p:nvSpPr>
          <p:cNvPr id="25" name="TextBox 24"/>
          <p:cNvSpPr txBox="1"/>
          <p:nvPr/>
        </p:nvSpPr>
        <p:spPr>
          <a:xfrm>
            <a:off x="4055625" y="3229312"/>
            <a:ext cx="1709530" cy="584775"/>
          </a:xfrm>
          <a:prstGeom prst="rect">
            <a:avLst/>
          </a:prstGeom>
          <a:solidFill>
            <a:srgbClr val="F5F8F6"/>
          </a:solidFill>
        </p:spPr>
        <p:txBody>
          <a:bodyPr wrap="square">
            <a:spAutoFit/>
          </a:bodyPr>
          <a:lstStyle/>
          <a:p>
            <a:pPr algn="ctr"/>
            <a:r>
              <a:rPr lang="en-US" sz="1600" b="1" i="1">
                <a:solidFill>
                  <a:srgbClr val="008A41"/>
                </a:solidFill>
                <a:latin typeface="Times New Roman" panose="02020603050405020304" pitchFamily="18" charset="0"/>
                <a:cs typeface="Times New Roman" panose="02020603050405020304" pitchFamily="18" charset="0"/>
              </a:rPr>
              <a:t>Roy E. Welsch </a:t>
            </a:r>
            <a:br>
              <a:rPr lang="en-US" sz="1600" b="1" i="1">
                <a:solidFill>
                  <a:srgbClr val="008A41"/>
                </a:solidFill>
                <a:latin typeface="Times New Roman" panose="02020603050405020304" pitchFamily="18" charset="0"/>
                <a:cs typeface="Times New Roman" panose="02020603050405020304" pitchFamily="18" charset="0"/>
              </a:rPr>
            </a:br>
            <a:r>
              <a:rPr lang="en-US" sz="1600" b="1" i="1">
                <a:solidFill>
                  <a:srgbClr val="008A41"/>
                </a:solidFill>
                <a:latin typeface="Times New Roman" panose="02020603050405020304" pitchFamily="18" charset="0"/>
                <a:cs typeface="Times New Roman" panose="02020603050405020304" pitchFamily="18" charset="0"/>
              </a:rPr>
              <a:t>(MIT, USA)</a:t>
            </a:r>
          </a:p>
        </p:txBody>
      </p:sp>
      <p:sp>
        <p:nvSpPr>
          <p:cNvPr id="26" name="TextBox 25"/>
          <p:cNvSpPr txBox="1"/>
          <p:nvPr/>
        </p:nvSpPr>
        <p:spPr>
          <a:xfrm>
            <a:off x="5627925" y="3229312"/>
            <a:ext cx="2351948" cy="584775"/>
          </a:xfrm>
          <a:prstGeom prst="rect">
            <a:avLst/>
          </a:prstGeom>
          <a:solidFill>
            <a:srgbClr val="F5F8F6"/>
          </a:solidFill>
        </p:spPr>
        <p:txBody>
          <a:bodyPr wrap="square">
            <a:spAutoFit/>
          </a:bodyPr>
          <a:lstStyle/>
          <a:p>
            <a:pPr algn="ctr"/>
            <a:r>
              <a:rPr lang="en-US" sz="1600" b="1" i="1">
                <a:solidFill>
                  <a:srgbClr val="008A41"/>
                </a:solidFill>
                <a:latin typeface="Times New Roman" panose="02020603050405020304" pitchFamily="18" charset="0"/>
                <a:cs typeface="Times New Roman" panose="02020603050405020304" pitchFamily="18" charset="0"/>
              </a:rPr>
              <a:t>Kazuya Takeda </a:t>
            </a:r>
            <a:br>
              <a:rPr lang="en-US" sz="1600" b="1" i="1">
                <a:solidFill>
                  <a:srgbClr val="008A41"/>
                </a:solidFill>
                <a:latin typeface="Times New Roman" panose="02020603050405020304" pitchFamily="18" charset="0"/>
                <a:cs typeface="Times New Roman" panose="02020603050405020304" pitchFamily="18" charset="0"/>
              </a:rPr>
            </a:br>
            <a:r>
              <a:rPr lang="en-US" sz="1600" b="1" i="1">
                <a:solidFill>
                  <a:srgbClr val="008A41"/>
                </a:solidFill>
                <a:latin typeface="Times New Roman" panose="02020603050405020304" pitchFamily="18" charset="0"/>
                <a:cs typeface="Times New Roman" panose="02020603050405020304" pitchFamily="18" charset="0"/>
              </a:rPr>
              <a:t>(Nagoya Univ., Japan)</a:t>
            </a:r>
          </a:p>
        </p:txBody>
      </p:sp>
      <p:sp>
        <p:nvSpPr>
          <p:cNvPr id="27" name="TextBox 26"/>
          <p:cNvSpPr txBox="1"/>
          <p:nvPr/>
        </p:nvSpPr>
        <p:spPr>
          <a:xfrm>
            <a:off x="6723503" y="5643907"/>
            <a:ext cx="2070100" cy="526415"/>
          </a:xfrm>
          <a:prstGeom prst="rect">
            <a:avLst/>
          </a:prstGeom>
          <a:solidFill>
            <a:srgbClr val="F5F8F6"/>
          </a:solidFill>
        </p:spPr>
        <p:txBody>
          <a:bodyPr wrap="square">
            <a:noAutofit/>
          </a:bodyPr>
          <a:lstStyle/>
          <a:p>
            <a:pPr algn="ctr"/>
            <a:r>
              <a:rPr lang="de-DE" sz="1600" b="1" i="1">
                <a:solidFill>
                  <a:srgbClr val="008A41"/>
                </a:solidFill>
                <a:latin typeface="Times New Roman" panose="02020603050405020304" pitchFamily="18" charset="0"/>
                <a:cs typeface="Times New Roman" panose="02020603050405020304" pitchFamily="18" charset="0"/>
              </a:rPr>
              <a:t> Lionel C. Kimerling (MIT, USA)</a:t>
            </a:r>
            <a:endParaRPr lang="en-US" sz="1600" b="1" i="1">
              <a:solidFill>
                <a:srgbClr val="008A41"/>
              </a:solidFill>
              <a:latin typeface="Times New Roman" panose="02020603050405020304" pitchFamily="18" charset="0"/>
              <a:cs typeface="Times New Roman" panose="02020603050405020304" pitchFamily="18" charset="0"/>
            </a:endParaRPr>
          </a:p>
        </p:txBody>
      </p:sp>
      <p:sp>
        <p:nvSpPr>
          <p:cNvPr id="28" name="Content Placeholder 2"/>
          <p:cNvSpPr txBox="1"/>
          <p:nvPr/>
        </p:nvSpPr>
        <p:spPr>
          <a:xfrm>
            <a:off x="7836" y="1937302"/>
            <a:ext cx="3019611" cy="56223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400" b="1">
                <a:solidFill>
                  <a:srgbClr val="008A41"/>
                </a:solidFill>
                <a:latin typeface="Times New Roman" panose="02020603050405020304" pitchFamily="18" charset="0"/>
                <a:cs typeface="Times New Roman" panose="02020603050405020304" pitchFamily="18" charset="0"/>
              </a:rPr>
              <a:t>Honorary Chair</a:t>
            </a:r>
          </a:p>
        </p:txBody>
      </p:sp>
      <p:sp>
        <p:nvSpPr>
          <p:cNvPr id="29" name="Content Placeholder 2"/>
          <p:cNvSpPr txBox="1"/>
          <p:nvPr/>
        </p:nvSpPr>
        <p:spPr>
          <a:xfrm>
            <a:off x="1819469" y="3498148"/>
            <a:ext cx="2817179" cy="92725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400" b="1">
                <a:solidFill>
                  <a:srgbClr val="008A41"/>
                </a:solidFill>
                <a:latin typeface="Times New Roman" panose="02020603050405020304" pitchFamily="18" charset="0"/>
                <a:cs typeface="Times New Roman" panose="02020603050405020304" pitchFamily="18" charset="0"/>
              </a:rPr>
              <a:t>General</a:t>
            </a:r>
          </a:p>
          <a:p>
            <a:pPr marL="0" indent="0" algn="ctr">
              <a:spcBef>
                <a:spcPts val="0"/>
              </a:spcBef>
              <a:buNone/>
            </a:pPr>
            <a:r>
              <a:rPr lang="en-US" altLang="zh-CN" sz="2400" b="1">
                <a:solidFill>
                  <a:srgbClr val="008A41"/>
                </a:solidFill>
                <a:latin typeface="Times New Roman" panose="02020603050405020304" pitchFamily="18" charset="0"/>
                <a:cs typeface="Times New Roman" panose="02020603050405020304" pitchFamily="18" charset="0"/>
              </a:rPr>
              <a:t>Chairs</a:t>
            </a:r>
          </a:p>
        </p:txBody>
      </p:sp>
      <p:sp>
        <p:nvSpPr>
          <p:cNvPr id="30" name="TextBox 29"/>
          <p:cNvSpPr txBox="1"/>
          <p:nvPr/>
        </p:nvSpPr>
        <p:spPr>
          <a:xfrm>
            <a:off x="8792968" y="5643907"/>
            <a:ext cx="2814955" cy="479425"/>
          </a:xfrm>
          <a:prstGeom prst="rect">
            <a:avLst/>
          </a:prstGeom>
          <a:solidFill>
            <a:srgbClr val="F5F8F6"/>
          </a:solidFill>
        </p:spPr>
        <p:txBody>
          <a:bodyPr wrap="square">
            <a:noAutofit/>
          </a:bodyPr>
          <a:lstStyle/>
          <a:p>
            <a:pPr algn="ctr"/>
            <a:r>
              <a:rPr lang="en-US" sz="1600" b="1" i="1" err="1">
                <a:solidFill>
                  <a:srgbClr val="008A41"/>
                </a:solidFill>
                <a:latin typeface="Times New Roman" panose="02020603050405020304" pitchFamily="18" charset="0"/>
                <a:cs typeface="Times New Roman" panose="02020603050405020304" pitchFamily="18" charset="0"/>
              </a:rPr>
              <a:t>Shuguang</a:t>
            </a:r>
            <a:r>
              <a:rPr lang="en-US" sz="1600" b="1" i="1">
                <a:solidFill>
                  <a:srgbClr val="008A41"/>
                </a:solidFill>
                <a:latin typeface="Times New Roman" panose="02020603050405020304" pitchFamily="18" charset="0"/>
                <a:cs typeface="Times New Roman" panose="02020603050405020304" pitchFamily="18" charset="0"/>
              </a:rPr>
              <a:t> Zhang </a:t>
            </a:r>
          </a:p>
          <a:p>
            <a:pPr algn="ctr"/>
            <a:r>
              <a:rPr lang="en-US" sz="1600" b="1" i="1">
                <a:solidFill>
                  <a:srgbClr val="008A41"/>
                </a:solidFill>
                <a:latin typeface="Times New Roman" panose="02020603050405020304" pitchFamily="18" charset="0"/>
                <a:cs typeface="Times New Roman" panose="02020603050405020304" pitchFamily="18" charset="0"/>
              </a:rPr>
              <a:t>(MIT, USA)</a:t>
            </a:r>
          </a:p>
        </p:txBody>
      </p:sp>
      <p:sp>
        <p:nvSpPr>
          <p:cNvPr id="2" name="Rectangle 1"/>
          <p:cNvSpPr/>
          <p:nvPr/>
        </p:nvSpPr>
        <p:spPr>
          <a:xfrm>
            <a:off x="9566178" y="3229312"/>
            <a:ext cx="2103846" cy="584775"/>
          </a:xfrm>
          <a:prstGeom prst="rect">
            <a:avLst/>
          </a:prstGeom>
          <a:solidFill>
            <a:srgbClr val="F5F8F6"/>
          </a:solidFill>
        </p:spPr>
        <p:txBody>
          <a:bodyPr wrap="none">
            <a:spAutoFit/>
          </a:bodyPr>
          <a:lstStyle/>
          <a:p>
            <a:pPr algn="ctr"/>
            <a:r>
              <a:rPr lang="en-US" sz="1600" b="1" i="1">
                <a:solidFill>
                  <a:srgbClr val="008A41"/>
                </a:solidFill>
                <a:latin typeface="Times New Roman" panose="02020603050405020304" pitchFamily="18" charset="0"/>
                <a:cs typeface="Times New Roman" panose="02020603050405020304" pitchFamily="18" charset="0"/>
              </a:rPr>
              <a:t>Ozaki Nobuyuki</a:t>
            </a:r>
          </a:p>
          <a:p>
            <a:pPr algn="ctr"/>
            <a:r>
              <a:rPr lang="en-US" sz="1600" b="1" i="1">
                <a:solidFill>
                  <a:srgbClr val="008A41"/>
                </a:solidFill>
                <a:latin typeface="Times New Roman" panose="02020603050405020304" pitchFamily="18" charset="0"/>
                <a:cs typeface="Times New Roman" panose="02020603050405020304" pitchFamily="18" charset="0"/>
              </a:rPr>
              <a:t>(Nagoya Univ., Japan)</a:t>
            </a:r>
          </a:p>
        </p:txBody>
      </p:sp>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53291" y="1519960"/>
            <a:ext cx="1729619" cy="1729619"/>
          </a:xfrm>
          <a:prstGeom prst="rect">
            <a:avLst/>
          </a:prstGeom>
          <a:solidFill>
            <a:srgbClr val="F5F8F6"/>
          </a:solidFill>
        </p:spPr>
      </p:pic>
      <p:pic>
        <p:nvPicPr>
          <p:cNvPr id="24" name="Picture 2" descr="http://www.hcdw.net/uploadfile/2019/0130/20190130044850769.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31393" y="3937427"/>
            <a:ext cx="1280692" cy="1736643"/>
          </a:xfrm>
          <a:prstGeom prst="rect">
            <a:avLst/>
          </a:prstGeom>
          <a:solidFill>
            <a:srgbClr val="F5F8F6"/>
          </a:solidFill>
        </p:spPr>
      </p:pic>
      <p:sp>
        <p:nvSpPr>
          <p:cNvPr id="34" name="TextBox 33"/>
          <p:cNvSpPr txBox="1"/>
          <p:nvPr/>
        </p:nvSpPr>
        <p:spPr>
          <a:xfrm>
            <a:off x="4789952" y="5650291"/>
            <a:ext cx="1729619" cy="584775"/>
          </a:xfrm>
          <a:prstGeom prst="rect">
            <a:avLst/>
          </a:prstGeom>
          <a:solidFill>
            <a:srgbClr val="F5F8F6"/>
          </a:solidFill>
        </p:spPr>
        <p:txBody>
          <a:bodyPr wrap="square" anchor="ctr">
            <a:spAutoFit/>
          </a:bodyPr>
          <a:lstStyle/>
          <a:p>
            <a:pPr algn="ctr"/>
            <a:r>
              <a:rPr lang="en-US" sz="1600" b="1" i="1">
                <a:solidFill>
                  <a:srgbClr val="008A41"/>
                </a:solidFill>
                <a:latin typeface="Times New Roman" panose="02020603050405020304" pitchFamily="18" charset="0"/>
                <a:cs typeface="Times New Roman" panose="02020603050405020304" pitchFamily="18" charset="0"/>
              </a:rPr>
              <a:t>Ji Li </a:t>
            </a:r>
            <a:br>
              <a:rPr lang="en-US" sz="1600" b="1" i="1">
                <a:solidFill>
                  <a:srgbClr val="008A41"/>
                </a:solidFill>
                <a:latin typeface="Times New Roman" panose="02020603050405020304" pitchFamily="18" charset="0"/>
                <a:cs typeface="Times New Roman" panose="02020603050405020304" pitchFamily="18" charset="0"/>
              </a:rPr>
            </a:br>
            <a:r>
              <a:rPr lang="en-US" sz="1600" b="1" i="1">
                <a:solidFill>
                  <a:srgbClr val="008A41"/>
                </a:solidFill>
                <a:latin typeface="Times New Roman" panose="02020603050405020304" pitchFamily="18" charset="0"/>
                <a:cs typeface="Times New Roman" panose="02020603050405020304" pitchFamily="18" charset="0"/>
              </a:rPr>
              <a:t>(</a:t>
            </a:r>
            <a:r>
              <a:rPr lang="en-US" sz="1600" b="1" i="1" err="1">
                <a:solidFill>
                  <a:srgbClr val="008A41"/>
                </a:solidFill>
                <a:latin typeface="Times New Roman" panose="02020603050405020304" pitchFamily="18" charset="0"/>
                <a:cs typeface="Times New Roman" panose="02020603050405020304" pitchFamily="18" charset="0"/>
              </a:rPr>
              <a:t>Tsingda</a:t>
            </a:r>
            <a:r>
              <a:rPr lang="en-US" sz="1600" b="1" i="1">
                <a:solidFill>
                  <a:srgbClr val="008A41"/>
                </a:solidFill>
                <a:latin typeface="Times New Roman" panose="02020603050405020304" pitchFamily="18" charset="0"/>
                <a:cs typeface="Times New Roman" panose="02020603050405020304" pitchFamily="18" charset="0"/>
              </a:rPr>
              <a:t>, China)</a:t>
            </a:r>
          </a:p>
        </p:txBody>
      </p:sp>
      <p:sp>
        <p:nvSpPr>
          <p:cNvPr id="35" name="TextBox 30">
            <a:extLst>
              <a:ext uri="{FF2B5EF4-FFF2-40B4-BE49-F238E27FC236}">
                <a16:creationId xmlns:a16="http://schemas.microsoft.com/office/drawing/2014/main" id="{083DB43C-9FB3-4808-91A6-161C3BBBC081}"/>
              </a:ext>
            </a:extLst>
          </p:cNvPr>
          <p:cNvSpPr txBox="1"/>
          <p:nvPr/>
        </p:nvSpPr>
        <p:spPr>
          <a:xfrm>
            <a:off x="464485" y="4593044"/>
            <a:ext cx="2073232" cy="584775"/>
          </a:xfrm>
          <a:prstGeom prst="rect">
            <a:avLst/>
          </a:prstGeom>
          <a:solidFill>
            <a:srgbClr val="E1F0E6"/>
          </a:solidFill>
        </p:spPr>
        <p:txBody>
          <a:bodyPr wrap="square">
            <a:spAutoFit/>
          </a:bodyPr>
          <a:lstStyle/>
          <a:p>
            <a:pPr marL="0" indent="0" algn="ctr">
              <a:spcBef>
                <a:spcPts val="0"/>
              </a:spcBef>
              <a:buNone/>
            </a:pPr>
            <a:r>
              <a:rPr lang="en-US" altLang="zh-CN" sz="1600" b="1" i="1">
                <a:solidFill>
                  <a:srgbClr val="008A41"/>
                </a:solidFill>
                <a:latin typeface="Times New Roman" panose="02020603050405020304" pitchFamily="18" charset="0"/>
                <a:cs typeface="Times New Roman" panose="02020603050405020304" pitchFamily="18" charset="0"/>
              </a:rPr>
              <a:t>Berthold K.P. Horn (MIT, USA)</a:t>
            </a:r>
            <a:endParaRPr lang="en-US" altLang="zh-CN" sz="1600" b="1">
              <a:solidFill>
                <a:srgbClr val="008A41"/>
              </a:solidFill>
              <a:latin typeface="Times New Roman" panose="02020603050405020304" pitchFamily="18" charset="0"/>
              <a:cs typeface="Times New Roman" panose="02020603050405020304" pitchFamily="18" charset="0"/>
            </a:endParaRPr>
          </a:p>
        </p:txBody>
      </p:sp>
      <p:sp>
        <p:nvSpPr>
          <p:cNvPr id="36" name="文本占位符 2">
            <a:extLst>
              <a:ext uri="{FF2B5EF4-FFF2-40B4-BE49-F238E27FC236}">
                <a16:creationId xmlns:a16="http://schemas.microsoft.com/office/drawing/2014/main" id="{B3AAEC95-00E6-430B-A044-2877F83EAC55}"/>
              </a:ext>
            </a:extLst>
          </p:cNvPr>
          <p:cNvSpPr>
            <a:spLocks noGrp="1"/>
          </p:cNvSpPr>
          <p:nvPr>
            <p:ph type="body" sz="quarter" idx="10"/>
          </p:nvPr>
        </p:nvSpPr>
        <p:spPr>
          <a:xfrm>
            <a:off x="558670" y="378407"/>
            <a:ext cx="7866379" cy="727947"/>
          </a:xfrm>
        </p:spPr>
        <p:txBody>
          <a:bodyPr/>
          <a:lstStyle/>
          <a:p>
            <a:r>
              <a:rPr lang="en-US" altLang="zh-CN"/>
              <a:t>IEEE UV2026 General Committee</a:t>
            </a:r>
            <a:endParaRPr lang="zh-CN" altLang="en-US"/>
          </a:p>
        </p:txBody>
      </p:sp>
      <p:pic>
        <p:nvPicPr>
          <p:cNvPr id="5" name="Picture 4">
            <a:extLst>
              <a:ext uri="{FF2B5EF4-FFF2-40B4-BE49-F238E27FC236}">
                <a16:creationId xmlns:a16="http://schemas.microsoft.com/office/drawing/2014/main" id="{7D3016DA-FF43-4425-9B34-68341D7420B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859500" y="1569798"/>
            <a:ext cx="1716495" cy="1707913"/>
          </a:xfrm>
          <a:prstGeom prst="rect">
            <a:avLst/>
          </a:prstGeom>
        </p:spPr>
      </p:pic>
      <p:sp>
        <p:nvSpPr>
          <p:cNvPr id="7" name="TextBox 6">
            <a:extLst>
              <a:ext uri="{FF2B5EF4-FFF2-40B4-BE49-F238E27FC236}">
                <a16:creationId xmlns:a16="http://schemas.microsoft.com/office/drawing/2014/main" id="{BB03946A-8587-0D99-1118-5293C039E9E5}"/>
              </a:ext>
            </a:extLst>
          </p:cNvPr>
          <p:cNvSpPr txBox="1"/>
          <p:nvPr/>
        </p:nvSpPr>
        <p:spPr>
          <a:xfrm>
            <a:off x="7674258" y="3244020"/>
            <a:ext cx="2201835" cy="584775"/>
          </a:xfrm>
          <a:prstGeom prst="rect">
            <a:avLst/>
          </a:prstGeom>
          <a:noFill/>
        </p:spPr>
        <p:txBody>
          <a:bodyPr wrap="square" anchor="ctr">
            <a:spAutoFit/>
          </a:bodyPr>
          <a:lstStyle/>
          <a:p>
            <a:pPr algn="ctr"/>
            <a:r>
              <a:rPr lang="en-US" altLang="zh-CN" sz="1600" b="1" i="1">
                <a:solidFill>
                  <a:srgbClr val="008A41"/>
                </a:solidFill>
                <a:latin typeface="Times New Roman" panose="02020603050405020304" pitchFamily="18" charset="0"/>
                <a:cs typeface="Times New Roman" panose="02020603050405020304" pitchFamily="18" charset="0"/>
              </a:rPr>
              <a:t>Ahmed Hussein</a:t>
            </a:r>
            <a:br>
              <a:rPr lang="en-US" sz="1600" b="1" i="1">
                <a:solidFill>
                  <a:srgbClr val="008A41"/>
                </a:solidFill>
                <a:latin typeface="Times New Roman" panose="02020603050405020304" pitchFamily="18" charset="0"/>
                <a:cs typeface="Times New Roman" panose="02020603050405020304" pitchFamily="18" charset="0"/>
              </a:rPr>
            </a:br>
            <a:r>
              <a:rPr lang="en-US" sz="1600" b="1" i="1">
                <a:solidFill>
                  <a:srgbClr val="008A41"/>
                </a:solidFill>
                <a:latin typeface="Times New Roman" panose="02020603050405020304" pitchFamily="18" charset="0"/>
                <a:cs typeface="Times New Roman" panose="02020603050405020304" pitchFamily="18" charset="0"/>
              </a:rPr>
              <a:t>(</a:t>
            </a:r>
            <a:r>
              <a:rPr lang="en-US" altLang="zh-CN" sz="1600" b="1" i="1">
                <a:solidFill>
                  <a:srgbClr val="008A41"/>
                </a:solidFill>
                <a:latin typeface="Times New Roman" panose="02020603050405020304" pitchFamily="18" charset="0"/>
                <a:cs typeface="Times New Roman" panose="02020603050405020304" pitchFamily="18" charset="0"/>
              </a:rPr>
              <a:t>IEEE ITSS</a:t>
            </a:r>
            <a:r>
              <a:rPr lang="zh-CN" altLang="en-US" sz="1600" b="1" i="1">
                <a:solidFill>
                  <a:srgbClr val="008A41"/>
                </a:solidFill>
                <a:latin typeface="Times New Roman" panose="02020603050405020304" pitchFamily="18" charset="0"/>
                <a:cs typeface="Times New Roman" panose="02020603050405020304" pitchFamily="18" charset="0"/>
              </a:rPr>
              <a:t>，</a:t>
            </a:r>
            <a:r>
              <a:rPr lang="en-US" altLang="zh-CN" sz="1600" b="1" i="1">
                <a:solidFill>
                  <a:srgbClr val="008A41"/>
                </a:solidFill>
                <a:latin typeface="Times New Roman" panose="02020603050405020304" pitchFamily="18" charset="0"/>
                <a:cs typeface="Times New Roman" panose="02020603050405020304" pitchFamily="18" charset="0"/>
              </a:rPr>
              <a:t>USA</a:t>
            </a:r>
            <a:r>
              <a:rPr lang="en-US" sz="1600" b="1" i="1">
                <a:solidFill>
                  <a:srgbClr val="008A41"/>
                </a:solidFill>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1">
            <a:extLst>
              <a:ext uri="{FF2B5EF4-FFF2-40B4-BE49-F238E27FC236}">
                <a16:creationId xmlns:a16="http://schemas.microsoft.com/office/drawing/2014/main" id="{F749C694-7856-431A-8960-7B7E35EA93AC}"/>
              </a:ext>
            </a:extLst>
          </p:cNvPr>
          <p:cNvSpPr/>
          <p:nvPr/>
        </p:nvSpPr>
        <p:spPr>
          <a:xfrm>
            <a:off x="2233749" y="1546341"/>
            <a:ext cx="7844245" cy="4640609"/>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18" name="Content Placeholder 2"/>
          <p:cNvSpPr txBox="1"/>
          <p:nvPr/>
        </p:nvSpPr>
        <p:spPr>
          <a:xfrm>
            <a:off x="3182018" y="1793113"/>
            <a:ext cx="6008062" cy="52647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International Chairs</a:t>
            </a:r>
          </a:p>
        </p:txBody>
      </p:sp>
      <p:grpSp>
        <p:nvGrpSpPr>
          <p:cNvPr id="3" name="组合 2">
            <a:extLst>
              <a:ext uri="{FF2B5EF4-FFF2-40B4-BE49-F238E27FC236}">
                <a16:creationId xmlns:a16="http://schemas.microsoft.com/office/drawing/2014/main" id="{2B25AF5F-6A4F-4D10-8BD7-E494763F2EAE}"/>
              </a:ext>
            </a:extLst>
          </p:cNvPr>
          <p:cNvGrpSpPr/>
          <p:nvPr/>
        </p:nvGrpSpPr>
        <p:grpSpPr>
          <a:xfrm>
            <a:off x="3182018" y="2670747"/>
            <a:ext cx="1709530" cy="2841545"/>
            <a:chOff x="3182018" y="2670747"/>
            <a:chExt cx="1709530" cy="2841545"/>
          </a:xfrm>
        </p:grpSpPr>
        <p:sp>
          <p:nvSpPr>
            <p:cNvPr id="15" name="TextBox 14"/>
            <p:cNvSpPr txBox="1"/>
            <p:nvPr/>
          </p:nvSpPr>
          <p:spPr>
            <a:xfrm>
              <a:off x="3182018" y="4927517"/>
              <a:ext cx="1709530" cy="584775"/>
            </a:xfrm>
            <a:prstGeom prst="rect">
              <a:avLst/>
            </a:prstGeom>
            <a:noFill/>
          </p:spPr>
          <p:txBody>
            <a:bodyPr wrap="square">
              <a:spAutoFit/>
            </a:bodyPr>
            <a:lstStyle/>
            <a:p>
              <a:pPr algn="ctr"/>
              <a:r>
                <a:rPr lang="en-US" sz="1600" b="1" i="1" err="1">
                  <a:solidFill>
                    <a:srgbClr val="008A41"/>
                  </a:solidFill>
                  <a:latin typeface="Times New Roman" panose="02020603050405020304" pitchFamily="18" charset="0"/>
                  <a:cs typeface="Times New Roman" panose="02020603050405020304" pitchFamily="18" charset="0"/>
                </a:rPr>
                <a:t>Yajun</a:t>
              </a:r>
              <a:r>
                <a:rPr lang="en-US" sz="1600" b="1" i="1">
                  <a:solidFill>
                    <a:srgbClr val="008A41"/>
                  </a:solidFill>
                  <a:latin typeface="Times New Roman" panose="02020603050405020304" pitchFamily="18" charset="0"/>
                  <a:cs typeface="Times New Roman" panose="02020603050405020304" pitchFamily="18" charset="0"/>
                </a:rPr>
                <a:t> Fang </a:t>
              </a:r>
              <a:br>
                <a:rPr lang="en-US" sz="1600" b="1" i="1">
                  <a:solidFill>
                    <a:srgbClr val="008A41"/>
                  </a:solidFill>
                  <a:latin typeface="Times New Roman" panose="02020603050405020304" pitchFamily="18" charset="0"/>
                  <a:cs typeface="Times New Roman" panose="02020603050405020304" pitchFamily="18" charset="0"/>
                </a:rPr>
              </a:br>
              <a:r>
                <a:rPr lang="en-US" sz="1600" b="1" i="1">
                  <a:solidFill>
                    <a:srgbClr val="008A41"/>
                  </a:solidFill>
                  <a:latin typeface="Times New Roman" panose="02020603050405020304" pitchFamily="18" charset="0"/>
                  <a:cs typeface="Times New Roman" panose="02020603050405020304" pitchFamily="18" charset="0"/>
                </a:rPr>
                <a:t>(UVS, USA)</a:t>
              </a:r>
            </a:p>
          </p:txBody>
        </p:sp>
        <p:pic>
          <p:nvPicPr>
            <p:cNvPr id="24" name="Picture 23" descr="C:\Users\Owner\Desktop\fang-2743985-small.gif"/>
            <p:cNvPicPr/>
            <p:nvPr/>
          </p:nvPicPr>
          <p:blipFill>
            <a:blip r:embed="rId3">
              <a:extLst>
                <a:ext uri="{28A0092B-C50C-407E-A947-70E740481C1C}">
                  <a14:useLocalDpi xmlns:a14="http://schemas.microsoft.com/office/drawing/2010/main" val="0"/>
                </a:ext>
              </a:extLst>
            </a:blip>
            <a:stretch>
              <a:fillRect/>
            </a:stretch>
          </p:blipFill>
          <p:spPr>
            <a:xfrm>
              <a:off x="3182018" y="2670747"/>
              <a:ext cx="1709530" cy="2067482"/>
            </a:xfrm>
            <a:prstGeom prst="rect">
              <a:avLst/>
            </a:prstGeom>
          </p:spPr>
        </p:pic>
      </p:grpSp>
      <p:grpSp>
        <p:nvGrpSpPr>
          <p:cNvPr id="5" name="组合 4">
            <a:extLst>
              <a:ext uri="{FF2B5EF4-FFF2-40B4-BE49-F238E27FC236}">
                <a16:creationId xmlns:a16="http://schemas.microsoft.com/office/drawing/2014/main" id="{4AE9F3BE-F464-4DE6-AA7D-3EE6D9E54902}"/>
              </a:ext>
            </a:extLst>
          </p:cNvPr>
          <p:cNvGrpSpPr/>
          <p:nvPr/>
        </p:nvGrpSpPr>
        <p:grpSpPr>
          <a:xfrm>
            <a:off x="7260066" y="2664491"/>
            <a:ext cx="2097017" cy="2847801"/>
            <a:chOff x="7207818" y="2664491"/>
            <a:chExt cx="2097017" cy="2847801"/>
          </a:xfrm>
        </p:grpSpPr>
        <p:sp>
          <p:nvSpPr>
            <p:cNvPr id="17" name="TextBox 16"/>
            <p:cNvSpPr txBox="1"/>
            <p:nvPr/>
          </p:nvSpPr>
          <p:spPr>
            <a:xfrm>
              <a:off x="7207818" y="4927517"/>
              <a:ext cx="2097017" cy="584775"/>
            </a:xfrm>
            <a:prstGeom prst="rect">
              <a:avLst/>
            </a:prstGeom>
            <a:noFill/>
          </p:spPr>
          <p:txBody>
            <a:bodyPr wrap="square">
              <a:spAutoFit/>
            </a:bodyPr>
            <a:lstStyle/>
            <a:p>
              <a:pPr algn="ctr"/>
              <a:r>
                <a:rPr lang="de-DE" sz="1600" b="1" i="1">
                  <a:solidFill>
                    <a:srgbClr val="008A41"/>
                  </a:solidFill>
                  <a:latin typeface="Times New Roman" panose="02020603050405020304" pitchFamily="18" charset="0"/>
                  <a:cs typeface="Times New Roman" panose="02020603050405020304" pitchFamily="18" charset="0"/>
                </a:rPr>
                <a:t> Yahsa Yi</a:t>
              </a:r>
            </a:p>
            <a:p>
              <a:pPr algn="ctr"/>
              <a:r>
                <a:rPr lang="de-DE" sz="1600" b="1" i="1">
                  <a:solidFill>
                    <a:srgbClr val="008A41"/>
                  </a:solidFill>
                  <a:latin typeface="Times New Roman" panose="02020603050405020304" pitchFamily="18" charset="0"/>
                  <a:cs typeface="Times New Roman" panose="02020603050405020304" pitchFamily="18" charset="0"/>
                </a:rPr>
                <a:t>(UMich, USA)</a:t>
              </a:r>
              <a:endParaRPr lang="en-US" sz="1600" b="1" i="1">
                <a:solidFill>
                  <a:srgbClr val="008A41"/>
                </a:solidFill>
                <a:latin typeface="Times New Roman" panose="02020603050405020304" pitchFamily="18" charset="0"/>
                <a:cs typeface="Times New Roman" panose="02020603050405020304" pitchFamily="18" charset="0"/>
              </a:endParaRPr>
            </a:p>
          </p:txBody>
        </p:sp>
        <p:pic>
          <p:nvPicPr>
            <p:cNvPr id="26" name="Picture 25" descr="C:\Users\Owner\Desktop\33036990823322613.jpg"/>
            <p:cNvPicPr/>
            <p:nvPr/>
          </p:nvPicPr>
          <p:blipFill>
            <a:blip r:embed="rId4">
              <a:extLst>
                <a:ext uri="{28A0092B-C50C-407E-A947-70E740481C1C}">
                  <a14:useLocalDpi xmlns:a14="http://schemas.microsoft.com/office/drawing/2010/main" val="0"/>
                </a:ext>
              </a:extLst>
            </a:blip>
            <a:stretch>
              <a:fillRect/>
            </a:stretch>
          </p:blipFill>
          <p:spPr>
            <a:xfrm>
              <a:off x="7374820" y="2664491"/>
              <a:ext cx="1763012" cy="2079994"/>
            </a:xfrm>
            <a:prstGeom prst="rect">
              <a:avLst/>
            </a:prstGeom>
          </p:spPr>
        </p:pic>
      </p:grpSp>
      <p:grpSp>
        <p:nvGrpSpPr>
          <p:cNvPr id="4" name="组合 3">
            <a:extLst>
              <a:ext uri="{FF2B5EF4-FFF2-40B4-BE49-F238E27FC236}">
                <a16:creationId xmlns:a16="http://schemas.microsoft.com/office/drawing/2014/main" id="{2D9E2663-F586-402A-96A7-6C6057390928}"/>
              </a:ext>
            </a:extLst>
          </p:cNvPr>
          <p:cNvGrpSpPr/>
          <p:nvPr/>
        </p:nvGrpSpPr>
        <p:grpSpPr>
          <a:xfrm>
            <a:off x="4971060" y="2664491"/>
            <a:ext cx="2351948" cy="2847801"/>
            <a:chOff x="4971060" y="2664491"/>
            <a:chExt cx="2351948" cy="2847801"/>
          </a:xfrm>
        </p:grpSpPr>
        <p:sp>
          <p:nvSpPr>
            <p:cNvPr id="16" name="TextBox 15"/>
            <p:cNvSpPr txBox="1"/>
            <p:nvPr/>
          </p:nvSpPr>
          <p:spPr>
            <a:xfrm>
              <a:off x="4971060" y="4927517"/>
              <a:ext cx="2351948" cy="584775"/>
            </a:xfrm>
            <a:prstGeom prst="rect">
              <a:avLst/>
            </a:prstGeom>
            <a:noFill/>
          </p:spPr>
          <p:txBody>
            <a:bodyPr wrap="square">
              <a:spAutoFit/>
            </a:bodyPr>
            <a:lstStyle/>
            <a:p>
              <a:pPr algn="ctr"/>
              <a:r>
                <a:rPr lang="en-US" sz="1600" b="1" i="1" err="1">
                  <a:solidFill>
                    <a:srgbClr val="008A41"/>
                  </a:solidFill>
                  <a:latin typeface="Times New Roman" panose="02020603050405020304" pitchFamily="18" charset="0"/>
                  <a:cs typeface="Times New Roman" panose="02020603050405020304" pitchFamily="18" charset="0"/>
                </a:rPr>
                <a:t>Xiaoman</a:t>
              </a:r>
              <a:r>
                <a:rPr lang="en-US" sz="1600" b="1" i="1">
                  <a:solidFill>
                    <a:srgbClr val="008A41"/>
                  </a:solidFill>
                  <a:latin typeface="Times New Roman" panose="02020603050405020304" pitchFamily="18" charset="0"/>
                  <a:cs typeface="Times New Roman" panose="02020603050405020304" pitchFamily="18" charset="0"/>
                </a:rPr>
                <a:t> </a:t>
              </a:r>
              <a:r>
                <a:rPr lang="en-US" sz="1600" b="1" i="1" err="1">
                  <a:solidFill>
                    <a:srgbClr val="008A41"/>
                  </a:solidFill>
                  <a:latin typeface="Times New Roman" panose="02020603050405020304" pitchFamily="18" charset="0"/>
                  <a:cs typeface="Times New Roman" panose="02020603050405020304" pitchFamily="18" charset="0"/>
                </a:rPr>
                <a:t>Duan</a:t>
              </a:r>
              <a:br>
                <a:rPr lang="en-US" sz="1600" b="1" i="1">
                  <a:solidFill>
                    <a:srgbClr val="008A41"/>
                  </a:solidFill>
                  <a:latin typeface="Times New Roman" panose="02020603050405020304" pitchFamily="18" charset="0"/>
                  <a:cs typeface="Times New Roman" panose="02020603050405020304" pitchFamily="18" charset="0"/>
                </a:rPr>
              </a:br>
              <a:r>
                <a:rPr lang="en-US" sz="1600" b="1" i="1">
                  <a:solidFill>
                    <a:srgbClr val="008A41"/>
                  </a:solidFill>
                  <a:latin typeface="Times New Roman" panose="02020603050405020304" pitchFamily="18" charset="0"/>
                  <a:cs typeface="Times New Roman" panose="02020603050405020304" pitchFamily="18" charset="0"/>
                </a:rPr>
                <a:t>(UVS, USA)</a:t>
              </a:r>
            </a:p>
          </p:txBody>
        </p:sp>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34208" y="2664491"/>
              <a:ext cx="1825652" cy="2079994"/>
            </a:xfrm>
            <a:prstGeom prst="rect">
              <a:avLst/>
            </a:prstGeom>
          </p:spPr>
        </p:pic>
      </p:grpSp>
      <p:sp>
        <p:nvSpPr>
          <p:cNvPr id="6" name="文本占位符 5">
            <a:extLst>
              <a:ext uri="{FF2B5EF4-FFF2-40B4-BE49-F238E27FC236}">
                <a16:creationId xmlns:a16="http://schemas.microsoft.com/office/drawing/2014/main" id="{604E27CF-C144-41A4-B600-FAA54C38A09C}"/>
              </a:ext>
            </a:extLst>
          </p:cNvPr>
          <p:cNvSpPr>
            <a:spLocks noGrp="1"/>
          </p:cNvSpPr>
          <p:nvPr>
            <p:ph type="body" sz="quarter" idx="10"/>
          </p:nvPr>
        </p:nvSpPr>
        <p:spPr>
          <a:xfrm>
            <a:off x="558670" y="378407"/>
            <a:ext cx="9280273" cy="727947"/>
          </a:xfrm>
        </p:spPr>
        <p:txBody>
          <a:bodyPr/>
          <a:lstStyle/>
          <a:p>
            <a:r>
              <a:rPr lang="en-US" altLang="zh-CN" sz="3800"/>
              <a:t>IEEE UV2026 International Committee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1"/>
          <p:cNvSpPr/>
          <p:nvPr/>
        </p:nvSpPr>
        <p:spPr>
          <a:xfrm>
            <a:off x="932895" y="1546341"/>
            <a:ext cx="10326209" cy="4640609"/>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13" name="Content Placeholder 2"/>
          <p:cNvSpPr txBox="1"/>
          <p:nvPr/>
        </p:nvSpPr>
        <p:spPr>
          <a:xfrm>
            <a:off x="4334035" y="1830868"/>
            <a:ext cx="3548377" cy="5354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Conference Chairs</a:t>
            </a:r>
          </a:p>
        </p:txBody>
      </p:sp>
      <p:grpSp>
        <p:nvGrpSpPr>
          <p:cNvPr id="5" name="组合 4">
            <a:extLst>
              <a:ext uri="{FF2B5EF4-FFF2-40B4-BE49-F238E27FC236}">
                <a16:creationId xmlns:a16="http://schemas.microsoft.com/office/drawing/2014/main" id="{A631A611-7355-4493-9B33-DFDD17601203}"/>
              </a:ext>
            </a:extLst>
          </p:cNvPr>
          <p:cNvGrpSpPr/>
          <p:nvPr/>
        </p:nvGrpSpPr>
        <p:grpSpPr>
          <a:xfrm>
            <a:off x="3929454" y="2650798"/>
            <a:ext cx="2215094" cy="2769944"/>
            <a:chOff x="3812797" y="2740577"/>
            <a:chExt cx="2215094" cy="2769944"/>
          </a:xfrm>
        </p:grpSpPr>
        <p:sp>
          <p:nvSpPr>
            <p:cNvPr id="18" name="椭圆 11"/>
            <p:cNvSpPr/>
            <p:nvPr/>
          </p:nvSpPr>
          <p:spPr>
            <a:xfrm>
              <a:off x="3925164" y="2740577"/>
              <a:ext cx="1729110" cy="1947339"/>
            </a:xfrm>
            <a:prstGeom prst="ellipse">
              <a:avLst/>
            </a:prstGeom>
            <a:blipFill dpi="0" rotWithShape="1">
              <a:blip r:embed="rId3" cstate="print">
                <a:extLst>
                  <a:ext uri="{28A0092B-C50C-407E-A947-70E740481C1C}">
                    <a14:useLocalDpi xmlns:a14="http://schemas.microsoft.com/office/drawing/2010/main" val="0"/>
                  </a:ext>
                </a:extLst>
              </a:blip>
              <a:srcRect/>
              <a:stretch>
                <a:fillRect l="7000" t="-7000" r="7000" b="-7000"/>
              </a:stretch>
            </a:blipFill>
            <a:ln w="152400">
              <a:solidFill>
                <a:srgbClr val="E5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a:solidFill>
                  <a:srgbClr val="008A41"/>
                </a:solidFill>
              </a:endParaRPr>
            </a:p>
          </p:txBody>
        </p:sp>
        <p:sp>
          <p:nvSpPr>
            <p:cNvPr id="19" name="Rectangle 18"/>
            <p:cNvSpPr/>
            <p:nvPr/>
          </p:nvSpPr>
          <p:spPr>
            <a:xfrm>
              <a:off x="3812797" y="4864190"/>
              <a:ext cx="2215094" cy="646331"/>
            </a:xfrm>
            <a:prstGeom prst="rect">
              <a:avLst/>
            </a:prstGeom>
          </p:spPr>
          <p:txBody>
            <a:bodyPr wrap="none">
              <a:spAutoFit/>
            </a:bodyPr>
            <a:lstStyle/>
            <a:p>
              <a:pPr algn="ctr"/>
              <a:r>
                <a:rPr lang="en-US" b="1" i="1">
                  <a:solidFill>
                    <a:srgbClr val="008A41"/>
                  </a:solidFill>
                  <a:latin typeface="Times New Roman" panose="02020603050405020304" pitchFamily="18" charset="0"/>
                  <a:cs typeface="Times New Roman" panose="02020603050405020304" pitchFamily="18" charset="0"/>
                </a:rPr>
                <a:t>Clinton Andrews</a:t>
              </a:r>
            </a:p>
            <a:p>
              <a:pPr algn="ctr"/>
              <a:r>
                <a:rPr lang="en-US" b="1" i="1">
                  <a:solidFill>
                    <a:srgbClr val="008A41"/>
                  </a:solidFill>
                  <a:latin typeface="Times New Roman" panose="02020603050405020304" pitchFamily="18" charset="0"/>
                  <a:cs typeface="Times New Roman" panose="02020603050405020304" pitchFamily="18" charset="0"/>
                </a:rPr>
                <a:t>(Rutgers Univ., USA)</a:t>
              </a:r>
            </a:p>
          </p:txBody>
        </p:sp>
      </p:grpSp>
      <p:grpSp>
        <p:nvGrpSpPr>
          <p:cNvPr id="3" name="组合 2">
            <a:extLst>
              <a:ext uri="{FF2B5EF4-FFF2-40B4-BE49-F238E27FC236}">
                <a16:creationId xmlns:a16="http://schemas.microsoft.com/office/drawing/2014/main" id="{901224BE-8AD8-4C1A-B5C4-A89409C23BCB}"/>
              </a:ext>
            </a:extLst>
          </p:cNvPr>
          <p:cNvGrpSpPr/>
          <p:nvPr/>
        </p:nvGrpSpPr>
        <p:grpSpPr>
          <a:xfrm>
            <a:off x="1279069" y="2655165"/>
            <a:ext cx="2398280" cy="2780733"/>
            <a:chOff x="1293645" y="2740577"/>
            <a:chExt cx="2398280" cy="2780733"/>
          </a:xfrm>
        </p:grpSpPr>
        <p:pic>
          <p:nvPicPr>
            <p:cNvPr id="14" name="图片 2"/>
            <p:cNvPicPr/>
            <p:nvPr/>
          </p:nvPicPr>
          <p:blipFill>
            <a:blip r:embed="rId4" cstate="print">
              <a:extLst>
                <a:ext uri="{28A0092B-C50C-407E-A947-70E740481C1C}">
                  <a14:useLocalDpi xmlns:a14="http://schemas.microsoft.com/office/drawing/2010/main" val="0"/>
                </a:ext>
              </a:extLst>
            </a:blip>
            <a:stretch>
              <a:fillRect/>
            </a:stretch>
          </p:blipFill>
          <p:spPr>
            <a:xfrm>
              <a:off x="1733935" y="2740577"/>
              <a:ext cx="1632671" cy="1947339"/>
            </a:xfrm>
            <a:prstGeom prst="rect">
              <a:avLst/>
            </a:prstGeom>
          </p:spPr>
        </p:pic>
        <p:sp>
          <p:nvSpPr>
            <p:cNvPr id="16" name="TextBox 15"/>
            <p:cNvSpPr txBox="1"/>
            <p:nvPr/>
          </p:nvSpPr>
          <p:spPr>
            <a:xfrm>
              <a:off x="1293645" y="4874979"/>
              <a:ext cx="2398280" cy="646331"/>
            </a:xfrm>
            <a:prstGeom prst="rect">
              <a:avLst/>
            </a:prstGeom>
            <a:noFill/>
          </p:spPr>
          <p:txBody>
            <a:bodyPr wrap="square">
              <a:spAutoFit/>
            </a:bodyPr>
            <a:lstStyle/>
            <a:p>
              <a:pPr algn="ctr"/>
              <a:r>
                <a:rPr lang="en-US" b="1" i="1">
                  <a:solidFill>
                    <a:srgbClr val="008A41"/>
                  </a:solidFill>
                  <a:latin typeface="Times New Roman" panose="02020603050405020304" pitchFamily="18" charset="0"/>
                  <a:cs typeface="Times New Roman" panose="02020603050405020304" pitchFamily="18" charset="0"/>
                </a:rPr>
                <a:t>Lin Zhang</a:t>
              </a:r>
              <a:br>
                <a:rPr lang="en-US" b="1" i="1">
                  <a:solidFill>
                    <a:srgbClr val="008A41"/>
                  </a:solidFill>
                  <a:latin typeface="Times New Roman" panose="02020603050405020304" pitchFamily="18" charset="0"/>
                  <a:cs typeface="Times New Roman" panose="02020603050405020304" pitchFamily="18" charset="0"/>
                </a:rPr>
              </a:br>
              <a:r>
                <a:rPr lang="en-US" b="1" i="1">
                  <a:solidFill>
                    <a:srgbClr val="008A41"/>
                  </a:solidFill>
                  <a:latin typeface="Times New Roman" panose="02020603050405020304" pitchFamily="18" charset="0"/>
                  <a:cs typeface="Times New Roman" panose="02020603050405020304" pitchFamily="18" charset="0"/>
                </a:rPr>
                <a:t>(</a:t>
              </a:r>
              <a:r>
                <a:rPr lang="en-US" b="1" i="1" err="1">
                  <a:solidFill>
                    <a:srgbClr val="008A41"/>
                  </a:solidFill>
                  <a:latin typeface="Times New Roman" panose="02020603050405020304" pitchFamily="18" charset="0"/>
                  <a:cs typeface="Times New Roman" panose="02020603050405020304" pitchFamily="18" charset="0"/>
                </a:rPr>
                <a:t>Beihang</a:t>
              </a:r>
              <a:r>
                <a:rPr lang="en-US" b="1" i="1">
                  <a:solidFill>
                    <a:srgbClr val="008A41"/>
                  </a:solidFill>
                  <a:latin typeface="Times New Roman" panose="02020603050405020304" pitchFamily="18" charset="0"/>
                  <a:cs typeface="Times New Roman" panose="02020603050405020304" pitchFamily="18" charset="0"/>
                </a:rPr>
                <a:t> Univ., China)</a:t>
              </a:r>
            </a:p>
          </p:txBody>
        </p:sp>
      </p:grpSp>
      <p:grpSp>
        <p:nvGrpSpPr>
          <p:cNvPr id="7" name="组合 6">
            <a:extLst>
              <a:ext uri="{FF2B5EF4-FFF2-40B4-BE49-F238E27FC236}">
                <a16:creationId xmlns:a16="http://schemas.microsoft.com/office/drawing/2014/main" id="{B232C0F2-B8DB-4271-B4A8-15CE6A4ABC23}"/>
              </a:ext>
            </a:extLst>
          </p:cNvPr>
          <p:cNvGrpSpPr/>
          <p:nvPr/>
        </p:nvGrpSpPr>
        <p:grpSpPr>
          <a:xfrm>
            <a:off x="6089924" y="2650798"/>
            <a:ext cx="2222843" cy="2785100"/>
            <a:chOff x="6236250" y="2725421"/>
            <a:chExt cx="2222843" cy="2785100"/>
          </a:xfrm>
        </p:grpSpPr>
        <p:pic>
          <p:nvPicPr>
            <p:cNvPr id="15" name="Picture 14"/>
            <p:cNvPicPr/>
            <p:nvPr/>
          </p:nvPicPr>
          <p:blipFill>
            <a:blip r:embed="rId5">
              <a:extLst>
                <a:ext uri="{28A0092B-C50C-407E-A947-70E740481C1C}">
                  <a14:useLocalDpi xmlns:a14="http://schemas.microsoft.com/office/drawing/2010/main" val="0"/>
                </a:ext>
              </a:extLst>
            </a:blip>
            <a:stretch>
              <a:fillRect/>
            </a:stretch>
          </p:blipFill>
          <p:spPr>
            <a:xfrm>
              <a:off x="6236250" y="2725421"/>
              <a:ext cx="2222843" cy="1977650"/>
            </a:xfrm>
            <a:prstGeom prst="rect">
              <a:avLst/>
            </a:prstGeom>
          </p:spPr>
        </p:pic>
        <p:sp>
          <p:nvSpPr>
            <p:cNvPr id="17" name="TextBox 16"/>
            <p:cNvSpPr txBox="1"/>
            <p:nvPr/>
          </p:nvSpPr>
          <p:spPr>
            <a:xfrm>
              <a:off x="6527539" y="4864190"/>
              <a:ext cx="1709530" cy="646331"/>
            </a:xfrm>
            <a:prstGeom prst="rect">
              <a:avLst/>
            </a:prstGeom>
            <a:noFill/>
          </p:spPr>
          <p:txBody>
            <a:bodyPr wrap="square">
              <a:spAutoFit/>
            </a:bodyPr>
            <a:lstStyle/>
            <a:p>
              <a:pPr algn="ctr"/>
              <a:r>
                <a:rPr lang="en-US" b="1" i="1" err="1">
                  <a:solidFill>
                    <a:srgbClr val="008A41"/>
                  </a:solidFill>
                  <a:latin typeface="Times New Roman" panose="02020603050405020304" pitchFamily="18" charset="0"/>
                  <a:cs typeface="Times New Roman" panose="02020603050405020304" pitchFamily="18" charset="0"/>
                </a:rPr>
                <a:t>Juejun</a:t>
              </a:r>
              <a:r>
                <a:rPr lang="en-US" b="1" i="1">
                  <a:solidFill>
                    <a:srgbClr val="008A41"/>
                  </a:solidFill>
                  <a:latin typeface="Times New Roman" panose="02020603050405020304" pitchFamily="18" charset="0"/>
                  <a:cs typeface="Times New Roman" panose="02020603050405020304" pitchFamily="18" charset="0"/>
                </a:rPr>
                <a:t> Hu</a:t>
              </a:r>
              <a:br>
                <a:rPr lang="en-US" b="1" i="1">
                  <a:solidFill>
                    <a:srgbClr val="008A41"/>
                  </a:solidFill>
                  <a:latin typeface="Times New Roman" panose="02020603050405020304" pitchFamily="18" charset="0"/>
                  <a:cs typeface="Times New Roman" panose="02020603050405020304" pitchFamily="18" charset="0"/>
                </a:rPr>
              </a:br>
              <a:r>
                <a:rPr lang="en-US" b="1" i="1">
                  <a:solidFill>
                    <a:srgbClr val="008A41"/>
                  </a:solidFill>
                  <a:latin typeface="Times New Roman" panose="02020603050405020304" pitchFamily="18" charset="0"/>
                  <a:cs typeface="Times New Roman" panose="02020603050405020304" pitchFamily="18" charset="0"/>
                </a:rPr>
                <a:t>(MIT, USA)</a:t>
              </a:r>
            </a:p>
          </p:txBody>
        </p:sp>
      </p:grpSp>
      <p:sp>
        <p:nvSpPr>
          <p:cNvPr id="6" name="AutoShape 2"/>
          <p:cNvSpPr>
            <a:spLocks noChangeAspect="1" noChangeArrowheads="1"/>
          </p:cNvSpPr>
          <p:nvPr/>
        </p:nvSpPr>
        <p:spPr bwMode="auto">
          <a:xfrm>
            <a:off x="5943600" y="356184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b="1">
              <a:solidFill>
                <a:srgbClr val="008A41"/>
              </a:solidFill>
            </a:endParaRPr>
          </a:p>
        </p:txBody>
      </p:sp>
      <p:grpSp>
        <p:nvGrpSpPr>
          <p:cNvPr id="8" name="组合 7">
            <a:extLst>
              <a:ext uri="{FF2B5EF4-FFF2-40B4-BE49-F238E27FC236}">
                <a16:creationId xmlns:a16="http://schemas.microsoft.com/office/drawing/2014/main" id="{F0E2797A-91F3-49F3-B870-2FF9797B717F}"/>
              </a:ext>
            </a:extLst>
          </p:cNvPr>
          <p:cNvGrpSpPr/>
          <p:nvPr/>
        </p:nvGrpSpPr>
        <p:grpSpPr>
          <a:xfrm>
            <a:off x="8312768" y="2655165"/>
            <a:ext cx="2762200" cy="2780733"/>
            <a:chOff x="8388731" y="2740577"/>
            <a:chExt cx="2762200" cy="2780733"/>
          </a:xfrm>
        </p:grpSpPr>
        <p:sp>
          <p:nvSpPr>
            <p:cNvPr id="4" name="TextBox 3"/>
            <p:cNvSpPr txBox="1"/>
            <p:nvPr/>
          </p:nvSpPr>
          <p:spPr>
            <a:xfrm>
              <a:off x="8388731" y="4874979"/>
              <a:ext cx="2762200" cy="646331"/>
            </a:xfrm>
            <a:prstGeom prst="rect">
              <a:avLst/>
            </a:prstGeom>
            <a:noFill/>
          </p:spPr>
          <p:txBody>
            <a:bodyPr wrap="square">
              <a:spAutoFit/>
            </a:bodyPr>
            <a:lstStyle/>
            <a:p>
              <a:pPr algn="ctr"/>
              <a:r>
                <a:rPr lang="it-IT" b="1" i="1" spc="-100">
                  <a:solidFill>
                    <a:srgbClr val="008A41"/>
                  </a:solidFill>
                  <a:latin typeface="Times New Roman" panose="02020603050405020304" pitchFamily="18" charset="0"/>
                  <a:cs typeface="Times New Roman" panose="02020603050405020304" pitchFamily="18" charset="0"/>
                </a:rPr>
                <a:t>Francisco Bozzano Barnes (Tenure&amp;Ecology LLC, Spain)</a:t>
              </a:r>
              <a:endParaRPr lang="en-US" b="1" i="1" spc="-100">
                <a:solidFill>
                  <a:srgbClr val="008A41"/>
                </a:solidFill>
                <a:latin typeface="Times New Roman" panose="02020603050405020304" pitchFamily="18" charset="0"/>
                <a:cs typeface="Times New Roman" panose="02020603050405020304" pitchFamily="18" charset="0"/>
              </a:endParaRPr>
            </a:p>
          </p:txBody>
        </p:sp>
        <p:pic>
          <p:nvPicPr>
            <p:cNvPr id="10" name="Picture 9" descr="A person with a beard and glasses&#10;&#10;Description automatically generated"/>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88871" y="2740577"/>
              <a:ext cx="1710416" cy="1947339"/>
            </a:xfrm>
            <a:prstGeom prst="rect">
              <a:avLst/>
            </a:prstGeom>
          </p:spPr>
        </p:pic>
      </p:grpSp>
      <p:sp>
        <p:nvSpPr>
          <p:cNvPr id="9" name="文本占位符 8">
            <a:extLst>
              <a:ext uri="{FF2B5EF4-FFF2-40B4-BE49-F238E27FC236}">
                <a16:creationId xmlns:a16="http://schemas.microsoft.com/office/drawing/2014/main" id="{538B1C13-C5C7-43E0-971D-37DE9289EE2D}"/>
              </a:ext>
            </a:extLst>
          </p:cNvPr>
          <p:cNvSpPr>
            <a:spLocks noGrp="1"/>
          </p:cNvSpPr>
          <p:nvPr>
            <p:ph type="body" sz="quarter" idx="10"/>
          </p:nvPr>
        </p:nvSpPr>
        <p:spPr/>
        <p:txBody>
          <a:bodyPr/>
          <a:lstStyle/>
          <a:p>
            <a:r>
              <a:rPr lang="en-US" altLang="zh-CN"/>
              <a:t>IEEE UV2026 Conference Committee</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1">
            <a:extLst>
              <a:ext uri="{FF2B5EF4-FFF2-40B4-BE49-F238E27FC236}">
                <a16:creationId xmlns:a16="http://schemas.microsoft.com/office/drawing/2014/main" id="{E169F329-D639-4DFB-BC6D-E337CB0F72B1}"/>
              </a:ext>
            </a:extLst>
          </p:cNvPr>
          <p:cNvSpPr/>
          <p:nvPr/>
        </p:nvSpPr>
        <p:spPr>
          <a:xfrm>
            <a:off x="914398" y="1546341"/>
            <a:ext cx="6902605" cy="4933252"/>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9" name="Content Placeholder 2"/>
          <p:cNvSpPr txBox="1"/>
          <p:nvPr/>
        </p:nvSpPr>
        <p:spPr>
          <a:xfrm>
            <a:off x="1541291" y="1820200"/>
            <a:ext cx="4961752" cy="56115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Executive Conference Chairs </a:t>
            </a:r>
          </a:p>
        </p:txBody>
      </p:sp>
      <p:grpSp>
        <p:nvGrpSpPr>
          <p:cNvPr id="49" name="组合 48">
            <a:extLst>
              <a:ext uri="{FF2B5EF4-FFF2-40B4-BE49-F238E27FC236}">
                <a16:creationId xmlns:a16="http://schemas.microsoft.com/office/drawing/2014/main" id="{91F864E3-37DE-4F96-8996-F548C9902D4C}"/>
              </a:ext>
            </a:extLst>
          </p:cNvPr>
          <p:cNvGrpSpPr/>
          <p:nvPr/>
        </p:nvGrpSpPr>
        <p:grpSpPr>
          <a:xfrm>
            <a:off x="1067320" y="2897888"/>
            <a:ext cx="1747383" cy="2772533"/>
            <a:chOff x="1616348" y="2698665"/>
            <a:chExt cx="1747383" cy="2772533"/>
          </a:xfrm>
        </p:grpSpPr>
        <p:sp>
          <p:nvSpPr>
            <p:cNvPr id="6" name="TextBox 5"/>
            <p:cNvSpPr txBox="1"/>
            <p:nvPr/>
          </p:nvSpPr>
          <p:spPr>
            <a:xfrm>
              <a:off x="1616348" y="4824867"/>
              <a:ext cx="1747383" cy="646331"/>
            </a:xfrm>
            <a:prstGeom prst="rect">
              <a:avLst/>
            </a:prstGeom>
            <a:noFill/>
          </p:spPr>
          <p:txBody>
            <a:bodyPr wrap="square">
              <a:spAutoFit/>
            </a:bodyPr>
            <a:lstStyle/>
            <a:p>
              <a:pPr algn="ctr"/>
              <a:r>
                <a:rPr lang="en-US" b="1" i="1">
                  <a:solidFill>
                    <a:srgbClr val="008A41"/>
                  </a:solidFill>
                  <a:latin typeface="Times New Roman" panose="02020603050405020304" pitchFamily="18" charset="0"/>
                  <a:cs typeface="Times New Roman" panose="02020603050405020304" pitchFamily="18" charset="0"/>
                </a:rPr>
                <a:t>Lin Zhang</a:t>
              </a:r>
              <a:br>
                <a:rPr lang="en-US" b="1" i="1">
                  <a:solidFill>
                    <a:srgbClr val="008A41"/>
                  </a:solidFill>
                  <a:latin typeface="Times New Roman" panose="02020603050405020304" pitchFamily="18" charset="0"/>
                  <a:cs typeface="Times New Roman" panose="02020603050405020304" pitchFamily="18" charset="0"/>
                </a:rPr>
              </a:br>
              <a:r>
                <a:rPr lang="en-US" b="1" i="1">
                  <a:solidFill>
                    <a:srgbClr val="008A41"/>
                  </a:solidFill>
                  <a:latin typeface="Times New Roman" panose="02020603050405020304" pitchFamily="18" charset="0"/>
                  <a:cs typeface="Times New Roman" panose="02020603050405020304" pitchFamily="18" charset="0"/>
                </a:rPr>
                <a:t>(MIT, USA)</a:t>
              </a:r>
            </a:p>
          </p:txBody>
        </p:sp>
        <p:pic>
          <p:nvPicPr>
            <p:cNvPr id="10" name="Picture 9" descr="https://lh6.googleusercontent.com/5gqimZGaC7mUaInsP6QPDQqC4Xmsr2c3EMujFBT9rgg2DMQwl25sbaZWInaJt9MnmxJKUXBmuleOqXxAXZf5cugcemJyRFygAb3LvP9VlLxUFTbljkQ=w1280"/>
            <p:cNvPicPr/>
            <p:nvPr/>
          </p:nvPicPr>
          <p:blipFill>
            <a:blip r:embed="rId3">
              <a:extLst>
                <a:ext uri="{28A0092B-C50C-407E-A947-70E740481C1C}">
                  <a14:useLocalDpi xmlns:a14="http://schemas.microsoft.com/office/drawing/2010/main" val="0"/>
                </a:ext>
              </a:extLst>
            </a:blip>
            <a:stretch>
              <a:fillRect/>
            </a:stretch>
          </p:blipFill>
          <p:spPr>
            <a:xfrm>
              <a:off x="1784187" y="2698665"/>
              <a:ext cx="1579544" cy="2122032"/>
            </a:xfrm>
            <a:prstGeom prst="rect">
              <a:avLst/>
            </a:prstGeom>
          </p:spPr>
        </p:pic>
      </p:grpSp>
      <p:grpSp>
        <p:nvGrpSpPr>
          <p:cNvPr id="48" name="组合 47">
            <a:extLst>
              <a:ext uri="{FF2B5EF4-FFF2-40B4-BE49-F238E27FC236}">
                <a16:creationId xmlns:a16="http://schemas.microsoft.com/office/drawing/2014/main" id="{D4A639CF-B15F-420D-9252-91FA801A318D}"/>
              </a:ext>
            </a:extLst>
          </p:cNvPr>
          <p:cNvGrpSpPr/>
          <p:nvPr/>
        </p:nvGrpSpPr>
        <p:grpSpPr>
          <a:xfrm>
            <a:off x="2961248" y="2897888"/>
            <a:ext cx="2404026" cy="2697235"/>
            <a:chOff x="3535391" y="2773963"/>
            <a:chExt cx="2404026" cy="2697235"/>
          </a:xfrm>
        </p:grpSpPr>
        <p:sp>
          <p:nvSpPr>
            <p:cNvPr id="7" name="TextBox 6"/>
            <p:cNvSpPr txBox="1"/>
            <p:nvPr/>
          </p:nvSpPr>
          <p:spPr>
            <a:xfrm>
              <a:off x="3535391" y="4824867"/>
              <a:ext cx="2404026" cy="646331"/>
            </a:xfrm>
            <a:prstGeom prst="rect">
              <a:avLst/>
            </a:prstGeom>
            <a:noFill/>
          </p:spPr>
          <p:txBody>
            <a:bodyPr wrap="square">
              <a:spAutoFit/>
            </a:bodyPr>
            <a:lstStyle/>
            <a:p>
              <a:pPr algn="ctr"/>
              <a:r>
                <a:rPr lang="en-US" b="1" i="1" err="1">
                  <a:solidFill>
                    <a:srgbClr val="008A41"/>
                  </a:solidFill>
                  <a:latin typeface="Times New Roman" panose="02020603050405020304" pitchFamily="18" charset="0"/>
                  <a:cs typeface="Times New Roman" panose="02020603050405020304" pitchFamily="18" charset="0"/>
                </a:rPr>
                <a:t>Longfei</a:t>
              </a:r>
              <a:r>
                <a:rPr lang="en-US" b="1" i="1">
                  <a:solidFill>
                    <a:srgbClr val="008A41"/>
                  </a:solidFill>
                  <a:latin typeface="Times New Roman" panose="02020603050405020304" pitchFamily="18" charset="0"/>
                  <a:cs typeface="Times New Roman" panose="02020603050405020304" pitchFamily="18" charset="0"/>
                </a:rPr>
                <a:t> Zhou</a:t>
              </a:r>
              <a:br>
                <a:rPr lang="en-US" b="1" i="1">
                  <a:solidFill>
                    <a:srgbClr val="008A41"/>
                  </a:solidFill>
                  <a:latin typeface="Times New Roman" panose="02020603050405020304" pitchFamily="18" charset="0"/>
                  <a:cs typeface="Times New Roman" panose="02020603050405020304" pitchFamily="18" charset="0"/>
                </a:rPr>
              </a:br>
              <a:r>
                <a:rPr lang="en-US" b="1" i="1">
                  <a:solidFill>
                    <a:srgbClr val="008A41"/>
                  </a:solidFill>
                  <a:latin typeface="Times New Roman" panose="02020603050405020304" pitchFamily="18" charset="0"/>
                  <a:cs typeface="Times New Roman" panose="02020603050405020304" pitchFamily="18" charset="0"/>
                </a:rPr>
                <a:t>(Gannon Univ., USA)</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07211" y="2773963"/>
              <a:ext cx="1460386" cy="1971437"/>
            </a:xfrm>
            <a:prstGeom prst="rect">
              <a:avLst/>
            </a:prstGeom>
          </p:spPr>
        </p:pic>
      </p:grpSp>
      <p:grpSp>
        <p:nvGrpSpPr>
          <p:cNvPr id="47" name="组合 46">
            <a:extLst>
              <a:ext uri="{FF2B5EF4-FFF2-40B4-BE49-F238E27FC236}">
                <a16:creationId xmlns:a16="http://schemas.microsoft.com/office/drawing/2014/main" id="{50FF000A-A63B-4CDE-A997-7F543417DC09}"/>
              </a:ext>
            </a:extLst>
          </p:cNvPr>
          <p:cNvGrpSpPr/>
          <p:nvPr/>
        </p:nvGrpSpPr>
        <p:grpSpPr>
          <a:xfrm>
            <a:off x="5450841" y="2897888"/>
            <a:ext cx="1943736" cy="2705444"/>
            <a:chOff x="6119779" y="2765754"/>
            <a:chExt cx="1943736" cy="2705444"/>
          </a:xfrm>
        </p:grpSpPr>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24900" y="2765754"/>
              <a:ext cx="1938615" cy="1987855"/>
            </a:xfrm>
            <a:prstGeom prst="rect">
              <a:avLst/>
            </a:prstGeom>
          </p:spPr>
        </p:pic>
        <p:sp>
          <p:nvSpPr>
            <p:cNvPr id="3" name="Rectangle 2"/>
            <p:cNvSpPr/>
            <p:nvPr/>
          </p:nvSpPr>
          <p:spPr>
            <a:xfrm>
              <a:off x="6119779" y="4824867"/>
              <a:ext cx="1774909" cy="646331"/>
            </a:xfrm>
            <a:prstGeom prst="rect">
              <a:avLst/>
            </a:prstGeom>
          </p:spPr>
          <p:txBody>
            <a:bodyPr wrap="none">
              <a:spAutoFit/>
            </a:bodyPr>
            <a:lstStyle/>
            <a:p>
              <a:pPr algn="ctr"/>
              <a:r>
                <a:rPr lang="en-US" b="1" i="1" err="1">
                  <a:solidFill>
                    <a:srgbClr val="008A41"/>
                  </a:solidFill>
                  <a:latin typeface="Times New Roman" panose="02020603050405020304" pitchFamily="18" charset="0"/>
                  <a:cs typeface="Times New Roman" panose="02020603050405020304" pitchFamily="18" charset="0"/>
                </a:rPr>
                <a:t>Viksit</a:t>
              </a:r>
              <a:r>
                <a:rPr lang="en-US" b="1" i="1">
                  <a:solidFill>
                    <a:srgbClr val="008A41"/>
                  </a:solidFill>
                  <a:latin typeface="Times New Roman" panose="02020603050405020304" pitchFamily="18" charset="0"/>
                  <a:cs typeface="Times New Roman" panose="02020603050405020304" pitchFamily="18" charset="0"/>
                </a:rPr>
                <a:t> Kumar </a:t>
              </a:r>
            </a:p>
            <a:p>
              <a:pPr algn="ctr"/>
              <a:r>
                <a:rPr lang="en-US" b="1" i="1">
                  <a:solidFill>
                    <a:srgbClr val="008A41"/>
                  </a:solidFill>
                  <a:latin typeface="Times New Roman" panose="02020603050405020304" pitchFamily="18" charset="0"/>
                  <a:cs typeface="Times New Roman" panose="02020603050405020304" pitchFamily="18" charset="0"/>
                </a:rPr>
                <a:t>(</a:t>
              </a:r>
              <a:r>
                <a:rPr lang="en-US" b="1" i="1" err="1">
                  <a:solidFill>
                    <a:srgbClr val="008A41"/>
                  </a:solidFill>
                  <a:latin typeface="Times New Roman" panose="02020603050405020304" pitchFamily="18" charset="0"/>
                  <a:cs typeface="Times New Roman" panose="02020603050405020304" pitchFamily="18" charset="0"/>
                </a:rPr>
                <a:t>Novateur</a:t>
              </a:r>
              <a:r>
                <a:rPr lang="en-US" b="1" i="1">
                  <a:solidFill>
                    <a:srgbClr val="008A41"/>
                  </a:solidFill>
                  <a:latin typeface="Times New Roman" panose="02020603050405020304" pitchFamily="18" charset="0"/>
                  <a:cs typeface="Times New Roman" panose="02020603050405020304" pitchFamily="18" charset="0"/>
                </a:rPr>
                <a:t>, USA)</a:t>
              </a:r>
            </a:p>
          </p:txBody>
        </p:sp>
      </p:grpSp>
      <p:sp>
        <p:nvSpPr>
          <p:cNvPr id="8" name="文本占位符 7">
            <a:extLst>
              <a:ext uri="{FF2B5EF4-FFF2-40B4-BE49-F238E27FC236}">
                <a16:creationId xmlns:a16="http://schemas.microsoft.com/office/drawing/2014/main" id="{FD09010B-22C0-43F5-9A26-0C467717F3CE}"/>
              </a:ext>
            </a:extLst>
          </p:cNvPr>
          <p:cNvSpPr>
            <a:spLocks noGrp="1"/>
          </p:cNvSpPr>
          <p:nvPr>
            <p:ph type="body" sz="quarter" idx="10"/>
          </p:nvPr>
        </p:nvSpPr>
        <p:spPr/>
        <p:txBody>
          <a:bodyPr/>
          <a:lstStyle/>
          <a:p>
            <a:r>
              <a:rPr lang="en-US" altLang="zh-CN"/>
              <a:t>IEEE UV2026 Executive Committee</a:t>
            </a:r>
          </a:p>
        </p:txBody>
      </p:sp>
      <p:sp>
        <p:nvSpPr>
          <p:cNvPr id="4" name="!!Rectangle1">
            <a:extLst>
              <a:ext uri="{FF2B5EF4-FFF2-40B4-BE49-F238E27FC236}">
                <a16:creationId xmlns:a16="http://schemas.microsoft.com/office/drawing/2014/main" id="{BD884C4C-976C-3A85-1E45-CB6C6EC4EDE4}"/>
              </a:ext>
            </a:extLst>
          </p:cNvPr>
          <p:cNvSpPr/>
          <p:nvPr/>
        </p:nvSpPr>
        <p:spPr>
          <a:xfrm>
            <a:off x="8001412" y="1546341"/>
            <a:ext cx="3560884" cy="4933252"/>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11" name="Content Placeholder 2">
            <a:extLst>
              <a:ext uri="{FF2B5EF4-FFF2-40B4-BE49-F238E27FC236}">
                <a16:creationId xmlns:a16="http://schemas.microsoft.com/office/drawing/2014/main" id="{4892C45C-7A8E-D6F2-2855-523D1CDF4783}"/>
              </a:ext>
            </a:extLst>
          </p:cNvPr>
          <p:cNvSpPr txBox="1"/>
          <p:nvPr/>
        </p:nvSpPr>
        <p:spPr>
          <a:xfrm>
            <a:off x="8446991" y="1831523"/>
            <a:ext cx="2769332" cy="5354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Local Chairs</a:t>
            </a:r>
            <a:endParaRPr lang="en-US" sz="2800" b="1">
              <a:solidFill>
                <a:srgbClr val="008A4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F530176-4F2B-D218-7BFE-FE641D4B4C8D}"/>
              </a:ext>
            </a:extLst>
          </p:cNvPr>
          <p:cNvSpPr txBox="1"/>
          <p:nvPr/>
        </p:nvSpPr>
        <p:spPr>
          <a:xfrm>
            <a:off x="8770627" y="4943507"/>
            <a:ext cx="2022454" cy="646331"/>
          </a:xfrm>
          <a:prstGeom prst="rect">
            <a:avLst/>
          </a:prstGeom>
          <a:noFill/>
        </p:spPr>
        <p:txBody>
          <a:bodyPr wrap="square">
            <a:spAutoFit/>
          </a:bodyPr>
          <a:lstStyle/>
          <a:p>
            <a:pPr algn="ctr"/>
            <a:r>
              <a:rPr lang="de-DE" i="1">
                <a:solidFill>
                  <a:srgbClr val="008A41"/>
                </a:solidFill>
                <a:latin typeface="Times New Roman" panose="02020603050405020304" pitchFamily="18" charset="0"/>
                <a:cs typeface="Times New Roman" panose="02020603050405020304" pitchFamily="18" charset="0"/>
              </a:rPr>
              <a:t> Wei Wang</a:t>
            </a:r>
          </a:p>
          <a:p>
            <a:pPr algn="ctr"/>
            <a:r>
              <a:rPr lang="de-DE" i="1">
                <a:solidFill>
                  <a:srgbClr val="008A41"/>
                </a:solidFill>
                <a:latin typeface="Times New Roman" panose="02020603050405020304" pitchFamily="18" charset="0"/>
                <a:cs typeface="Times New Roman" panose="02020603050405020304" pitchFamily="18" charset="0"/>
              </a:rPr>
              <a:t>(Robostreet, USA)</a:t>
            </a:r>
            <a:endParaRPr lang="en-US" i="1">
              <a:solidFill>
                <a:srgbClr val="008A41"/>
              </a:solidFill>
              <a:latin typeface="Times New Roman" panose="02020603050405020304" pitchFamily="18" charset="0"/>
              <a:cs typeface="Times New Roman" panose="02020603050405020304" pitchFamily="18" charset="0"/>
            </a:endParaRPr>
          </a:p>
        </p:txBody>
      </p:sp>
      <p:pic>
        <p:nvPicPr>
          <p:cNvPr id="16" name="Picture 15" descr="C:\Users\Owner\Desktop\Good photos\199279099397840080.jpg">
            <a:extLst>
              <a:ext uri="{FF2B5EF4-FFF2-40B4-BE49-F238E27FC236}">
                <a16:creationId xmlns:a16="http://schemas.microsoft.com/office/drawing/2014/main" id="{C83A8F57-516A-B9CF-BC0B-D2909E419CF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49567" y="2841403"/>
            <a:ext cx="1464573" cy="21155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1"/>
          <p:cNvSpPr/>
          <p:nvPr/>
        </p:nvSpPr>
        <p:spPr>
          <a:xfrm>
            <a:off x="3244087" y="1411052"/>
            <a:ext cx="7432041" cy="4879491"/>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44" name="Rectangle: Rounded Corners 9"/>
          <p:cNvSpPr/>
          <p:nvPr/>
        </p:nvSpPr>
        <p:spPr>
          <a:xfrm>
            <a:off x="726015" y="2938174"/>
            <a:ext cx="2062851" cy="1439237"/>
          </a:xfrm>
          <a:prstGeom prst="roundRect">
            <a:avLst>
              <a:gd name="adj" fmla="val 6412"/>
            </a:avLst>
          </a:prstGeom>
          <a:solidFill>
            <a:srgbClr val="E1F0E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45" name="Content Placeholder 2"/>
          <p:cNvSpPr txBox="1"/>
          <p:nvPr/>
        </p:nvSpPr>
        <p:spPr>
          <a:xfrm>
            <a:off x="295796" y="3208816"/>
            <a:ext cx="2923288" cy="98571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Program </a:t>
            </a:r>
          </a:p>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Chairs</a:t>
            </a:r>
          </a:p>
        </p:txBody>
      </p:sp>
      <p:sp>
        <p:nvSpPr>
          <p:cNvPr id="3" name="文本占位符 2">
            <a:extLst>
              <a:ext uri="{FF2B5EF4-FFF2-40B4-BE49-F238E27FC236}">
                <a16:creationId xmlns:a16="http://schemas.microsoft.com/office/drawing/2014/main" id="{C944E924-F344-4960-86A6-F0639FC9CBF8}"/>
              </a:ext>
            </a:extLst>
          </p:cNvPr>
          <p:cNvSpPr>
            <a:spLocks noGrp="1"/>
          </p:cNvSpPr>
          <p:nvPr>
            <p:ph type="body" sz="quarter" idx="10"/>
          </p:nvPr>
        </p:nvSpPr>
        <p:spPr/>
        <p:txBody>
          <a:bodyPr/>
          <a:lstStyle/>
          <a:p>
            <a:r>
              <a:rPr lang="en-US" altLang="zh-CN"/>
              <a:t>IEEE UV2026 Program Committee</a:t>
            </a:r>
            <a:endParaRPr lang="zh-CN" altLang="en-US"/>
          </a:p>
        </p:txBody>
      </p:sp>
      <p:grpSp>
        <p:nvGrpSpPr>
          <p:cNvPr id="22" name="Group 21">
            <a:extLst>
              <a:ext uri="{FF2B5EF4-FFF2-40B4-BE49-F238E27FC236}">
                <a16:creationId xmlns:a16="http://schemas.microsoft.com/office/drawing/2014/main" id="{511DD141-3335-2CEF-A31C-7C3AE2F28CCE}"/>
              </a:ext>
            </a:extLst>
          </p:cNvPr>
          <p:cNvGrpSpPr/>
          <p:nvPr/>
        </p:nvGrpSpPr>
        <p:grpSpPr>
          <a:xfrm>
            <a:off x="3434983" y="1592290"/>
            <a:ext cx="6970624" cy="4642599"/>
            <a:chOff x="3434983" y="1592290"/>
            <a:chExt cx="6970624" cy="4642599"/>
          </a:xfrm>
        </p:grpSpPr>
        <p:sp>
          <p:nvSpPr>
            <p:cNvPr id="23" name="TextBox 22">
              <a:extLst>
                <a:ext uri="{FF2B5EF4-FFF2-40B4-BE49-F238E27FC236}">
                  <a16:creationId xmlns:a16="http://schemas.microsoft.com/office/drawing/2014/main" id="{BCA8BA56-DA10-3F1E-DC86-5DBBE68ECD60}"/>
                </a:ext>
              </a:extLst>
            </p:cNvPr>
            <p:cNvSpPr txBox="1"/>
            <p:nvPr/>
          </p:nvSpPr>
          <p:spPr>
            <a:xfrm>
              <a:off x="3434983" y="3375334"/>
              <a:ext cx="2013472" cy="523220"/>
            </a:xfrm>
            <a:prstGeom prst="rect">
              <a:avLst/>
            </a:prstGeom>
            <a:noFill/>
          </p:spPr>
          <p:txBody>
            <a:bodyPr wrap="square" anchor="ctr">
              <a:spAutoFit/>
            </a:bodyPr>
            <a:lstStyle/>
            <a:p>
              <a:pPr algn="ctr"/>
              <a:r>
                <a:rPr lang="en-US" sz="1400" b="1" i="1" err="1">
                  <a:solidFill>
                    <a:srgbClr val="008A41"/>
                  </a:solidFill>
                  <a:latin typeface="Times New Roman" panose="02020603050405020304" pitchFamily="18" charset="0"/>
                  <a:cs typeface="Times New Roman" panose="02020603050405020304" pitchFamily="18" charset="0"/>
                </a:rPr>
                <a:t>Shengsheng</a:t>
              </a:r>
              <a:r>
                <a:rPr lang="en-US" sz="1400" b="1" i="1">
                  <a:solidFill>
                    <a:srgbClr val="008A41"/>
                  </a:solidFill>
                  <a:latin typeface="Times New Roman" panose="02020603050405020304" pitchFamily="18" charset="0"/>
                  <a:cs typeface="Times New Roman" panose="02020603050405020304" pitchFamily="18" charset="0"/>
                </a:rPr>
                <a:t> Cao</a:t>
              </a:r>
              <a:br>
                <a:rPr lang="en-US" sz="1400" b="1" i="1">
                  <a:solidFill>
                    <a:srgbClr val="008A41"/>
                  </a:solidFill>
                  <a:latin typeface="Times New Roman" panose="02020603050405020304" pitchFamily="18" charset="0"/>
                  <a:cs typeface="Times New Roman" panose="02020603050405020304" pitchFamily="18" charset="0"/>
                </a:rPr>
              </a:br>
              <a:r>
                <a:rPr lang="en-US" sz="1400" b="1" i="1">
                  <a:solidFill>
                    <a:srgbClr val="008A41"/>
                  </a:solidFill>
                  <a:latin typeface="Times New Roman" panose="02020603050405020304" pitchFamily="18" charset="0"/>
                  <a:cs typeface="Times New Roman" panose="02020603050405020304" pitchFamily="18" charset="0"/>
                </a:rPr>
                <a:t>(Ningbo Univ., China)</a:t>
              </a:r>
            </a:p>
          </p:txBody>
        </p:sp>
        <p:sp>
          <p:nvSpPr>
            <p:cNvPr id="24" name="Rectangle 23">
              <a:extLst>
                <a:ext uri="{FF2B5EF4-FFF2-40B4-BE49-F238E27FC236}">
                  <a16:creationId xmlns:a16="http://schemas.microsoft.com/office/drawing/2014/main" id="{F7C43031-9392-BC46-D5DD-C99515F97F43}"/>
                </a:ext>
              </a:extLst>
            </p:cNvPr>
            <p:cNvSpPr/>
            <p:nvPr/>
          </p:nvSpPr>
          <p:spPr>
            <a:xfrm>
              <a:off x="8392135" y="3375334"/>
              <a:ext cx="2013472" cy="523220"/>
            </a:xfrm>
            <a:prstGeom prst="rect">
              <a:avLst/>
            </a:prstGeom>
          </p:spPr>
          <p:txBody>
            <a:bodyPr wrap="square">
              <a:spAutoFit/>
            </a:bodyPr>
            <a:lstStyle/>
            <a:p>
              <a:pPr algn="ctr"/>
              <a:r>
                <a:rPr lang="en-US" sz="1400" b="1" i="1">
                  <a:solidFill>
                    <a:srgbClr val="008A41"/>
                  </a:solidFill>
                  <a:latin typeface="Times New Roman" panose="02020603050405020304" pitchFamily="18" charset="0"/>
                  <a:cs typeface="Times New Roman" panose="02020603050405020304" pitchFamily="18" charset="0"/>
                </a:rPr>
                <a:t>Hirofumi Aoki</a:t>
              </a:r>
            </a:p>
            <a:p>
              <a:pPr algn="ctr"/>
              <a:r>
                <a:rPr lang="en-US" sz="1400" b="1" i="1">
                  <a:solidFill>
                    <a:srgbClr val="008A41"/>
                  </a:solidFill>
                  <a:latin typeface="Times New Roman" panose="02020603050405020304" pitchFamily="18" charset="0"/>
                  <a:cs typeface="Times New Roman" panose="02020603050405020304" pitchFamily="18" charset="0"/>
                </a:rPr>
                <a:t>(Nagoya Univ., Japan)</a:t>
              </a:r>
            </a:p>
          </p:txBody>
        </p:sp>
        <p:grpSp>
          <p:nvGrpSpPr>
            <p:cNvPr id="25" name="Group 24">
              <a:extLst>
                <a:ext uri="{FF2B5EF4-FFF2-40B4-BE49-F238E27FC236}">
                  <a16:creationId xmlns:a16="http://schemas.microsoft.com/office/drawing/2014/main" id="{48D212CD-C0CB-7FD1-2D4E-C700546E4B9E}"/>
                </a:ext>
              </a:extLst>
            </p:cNvPr>
            <p:cNvGrpSpPr/>
            <p:nvPr/>
          </p:nvGrpSpPr>
          <p:grpSpPr>
            <a:xfrm>
              <a:off x="3642128" y="1592290"/>
              <a:ext cx="6500472" cy="4642599"/>
              <a:chOff x="3642128" y="1592290"/>
              <a:chExt cx="6500472" cy="4642599"/>
            </a:xfrm>
          </p:grpSpPr>
          <p:pic>
            <p:nvPicPr>
              <p:cNvPr id="32" name="Picture 31" descr="C:\Users\Owner\Desktop\Good photos\曹盛盛.jpg">
                <a:extLst>
                  <a:ext uri="{FF2B5EF4-FFF2-40B4-BE49-F238E27FC236}">
                    <a16:creationId xmlns:a16="http://schemas.microsoft.com/office/drawing/2014/main" id="{B029D62B-713B-F5A1-8BE9-7AE86E6B3C97}"/>
                  </a:ext>
                </a:extLst>
              </p:cNvPr>
              <p:cNvPicPr/>
              <p:nvPr/>
            </p:nvPicPr>
            <p:blipFill>
              <a:blip r:embed="rId3">
                <a:extLst>
                  <a:ext uri="{28A0092B-C50C-407E-A947-70E740481C1C}">
                    <a14:useLocalDpi xmlns:a14="http://schemas.microsoft.com/office/drawing/2010/main" val="0"/>
                  </a:ext>
                </a:extLst>
              </a:blip>
              <a:stretch>
                <a:fillRect/>
              </a:stretch>
            </p:blipFill>
            <p:spPr>
              <a:xfrm>
                <a:off x="3707258" y="1632812"/>
                <a:ext cx="1468922" cy="1766187"/>
              </a:xfrm>
              <a:prstGeom prst="rect">
                <a:avLst/>
              </a:prstGeom>
            </p:spPr>
          </p:pic>
          <p:pic>
            <p:nvPicPr>
              <p:cNvPr id="37" name="Picture 36" descr="C:\Users\Owner\Desktop\239899204169792901.jpg">
                <a:extLst>
                  <a:ext uri="{FF2B5EF4-FFF2-40B4-BE49-F238E27FC236}">
                    <a16:creationId xmlns:a16="http://schemas.microsoft.com/office/drawing/2014/main" id="{DC89B4F3-359B-F1E4-4A8A-C2370444FC0F}"/>
                  </a:ext>
                </a:extLst>
              </p:cNvPr>
              <p:cNvPicPr/>
              <p:nvPr/>
            </p:nvPicPr>
            <p:blipFill>
              <a:blip r:embed="rId4">
                <a:extLst>
                  <a:ext uri="{28A0092B-C50C-407E-A947-70E740481C1C}">
                    <a14:useLocalDpi xmlns:a14="http://schemas.microsoft.com/office/drawing/2010/main" val="0"/>
                  </a:ext>
                </a:extLst>
              </a:blip>
              <a:stretch>
                <a:fillRect/>
              </a:stretch>
            </p:blipFill>
            <p:spPr>
              <a:xfrm>
                <a:off x="7051612" y="1632812"/>
                <a:ext cx="1389424" cy="1786445"/>
              </a:xfrm>
              <a:prstGeom prst="rect">
                <a:avLst/>
              </a:prstGeom>
            </p:spPr>
          </p:pic>
          <p:pic>
            <p:nvPicPr>
              <p:cNvPr id="42" name="Picture 41">
                <a:extLst>
                  <a:ext uri="{FF2B5EF4-FFF2-40B4-BE49-F238E27FC236}">
                    <a16:creationId xmlns:a16="http://schemas.microsoft.com/office/drawing/2014/main" id="{935A305E-F8B1-EE6E-800B-07739F682C51}"/>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3659464" y="3902433"/>
                <a:ext cx="1384341" cy="1778688"/>
              </a:xfrm>
              <a:prstGeom prst="rect">
                <a:avLst/>
              </a:prstGeom>
            </p:spPr>
          </p:pic>
          <p:sp>
            <p:nvSpPr>
              <p:cNvPr id="43" name="TextBox 42">
                <a:extLst>
                  <a:ext uri="{FF2B5EF4-FFF2-40B4-BE49-F238E27FC236}">
                    <a16:creationId xmlns:a16="http://schemas.microsoft.com/office/drawing/2014/main" id="{07DCDCDD-33A9-CCC8-8334-5B7459B795D8}"/>
                  </a:ext>
                </a:extLst>
              </p:cNvPr>
              <p:cNvSpPr txBox="1"/>
              <p:nvPr/>
            </p:nvSpPr>
            <p:spPr>
              <a:xfrm>
                <a:off x="6809057" y="3385463"/>
                <a:ext cx="1874534" cy="738664"/>
              </a:xfrm>
              <a:prstGeom prst="rect">
                <a:avLst/>
              </a:prstGeom>
              <a:noFill/>
            </p:spPr>
            <p:txBody>
              <a:bodyPr wrap="square">
                <a:spAutoFit/>
              </a:bodyPr>
              <a:lstStyle/>
              <a:p>
                <a:pPr algn="ctr"/>
                <a:r>
                  <a:rPr lang="en-US" sz="1400" b="1" i="1" err="1">
                    <a:solidFill>
                      <a:srgbClr val="008A41"/>
                    </a:solidFill>
                    <a:latin typeface="Times New Roman" panose="02020603050405020304" pitchFamily="18" charset="0"/>
                    <a:cs typeface="Times New Roman" panose="02020603050405020304" pitchFamily="18" charset="0"/>
                  </a:rPr>
                  <a:t>Hao</a:t>
                </a:r>
                <a:r>
                  <a:rPr lang="en-US" sz="1400" b="1" i="1">
                    <a:solidFill>
                      <a:srgbClr val="008A41"/>
                    </a:solidFill>
                    <a:latin typeface="Times New Roman" panose="02020603050405020304" pitchFamily="18" charset="0"/>
                    <a:cs typeface="Times New Roman" panose="02020603050405020304" pitchFamily="18" charset="0"/>
                  </a:rPr>
                  <a:t> Sheng</a:t>
                </a:r>
              </a:p>
              <a:p>
                <a:pPr algn="ctr"/>
                <a:r>
                  <a:rPr lang="en-US" sz="1400" b="1" i="1">
                    <a:solidFill>
                      <a:srgbClr val="008A41"/>
                    </a:solidFill>
                    <a:latin typeface="Times New Roman" panose="02020603050405020304" pitchFamily="18" charset="0"/>
                    <a:cs typeface="Times New Roman" panose="02020603050405020304" pitchFamily="18" charset="0"/>
                  </a:rPr>
                  <a:t>(</a:t>
                </a:r>
                <a:r>
                  <a:rPr lang="en-US" sz="1400" b="1" i="1" err="1">
                    <a:solidFill>
                      <a:srgbClr val="008A41"/>
                    </a:solidFill>
                    <a:latin typeface="Times New Roman" panose="02020603050405020304" pitchFamily="18" charset="0"/>
                    <a:cs typeface="Times New Roman" panose="02020603050405020304" pitchFamily="18" charset="0"/>
                  </a:rPr>
                  <a:t>Beihang</a:t>
                </a:r>
                <a:r>
                  <a:rPr lang="en-US" sz="1400" b="1" i="1">
                    <a:solidFill>
                      <a:srgbClr val="008A41"/>
                    </a:solidFill>
                    <a:latin typeface="Times New Roman" panose="02020603050405020304" pitchFamily="18" charset="0"/>
                    <a:cs typeface="Times New Roman" panose="02020603050405020304" pitchFamily="18" charset="0"/>
                  </a:rPr>
                  <a:t> Univ., China)</a:t>
                </a:r>
              </a:p>
            </p:txBody>
          </p:sp>
          <p:sp>
            <p:nvSpPr>
              <p:cNvPr id="46" name="TextBox 45">
                <a:extLst>
                  <a:ext uri="{FF2B5EF4-FFF2-40B4-BE49-F238E27FC236}">
                    <a16:creationId xmlns:a16="http://schemas.microsoft.com/office/drawing/2014/main" id="{AFA7E834-2B07-E543-E91A-CB385E42B23D}"/>
                  </a:ext>
                </a:extLst>
              </p:cNvPr>
              <p:cNvSpPr txBox="1"/>
              <p:nvPr/>
            </p:nvSpPr>
            <p:spPr>
              <a:xfrm>
                <a:off x="3642128" y="5651206"/>
                <a:ext cx="1419013" cy="523220"/>
              </a:xfrm>
              <a:prstGeom prst="rect">
                <a:avLst/>
              </a:prstGeom>
              <a:noFill/>
            </p:spPr>
            <p:txBody>
              <a:bodyPr wrap="square">
                <a:spAutoFit/>
              </a:bodyPr>
              <a:lstStyle/>
              <a:p>
                <a:pPr algn="ctr"/>
                <a:r>
                  <a:rPr lang="de-DE" sz="1400" b="1" i="1">
                    <a:solidFill>
                      <a:srgbClr val="008A41"/>
                    </a:solidFill>
                    <a:latin typeface="Times New Roman" panose="02020603050405020304" pitchFamily="18" charset="0"/>
                    <a:cs typeface="Times New Roman" panose="02020603050405020304" pitchFamily="18" charset="0"/>
                  </a:rPr>
                  <a:t>Wenya Du</a:t>
                </a:r>
              </a:p>
              <a:p>
                <a:pPr algn="ctr"/>
                <a:r>
                  <a:rPr lang="de-DE" sz="1400" b="1" i="1">
                    <a:solidFill>
                      <a:srgbClr val="008A41"/>
                    </a:solidFill>
                    <a:latin typeface="Times New Roman" panose="02020603050405020304" pitchFamily="18" charset="0"/>
                    <a:cs typeface="Times New Roman" panose="02020603050405020304" pitchFamily="18" charset="0"/>
                  </a:rPr>
                  <a:t>(MIT, USA)</a:t>
                </a:r>
                <a:endParaRPr lang="en-US" sz="1400" b="1" i="1">
                  <a:solidFill>
                    <a:srgbClr val="008A41"/>
                  </a:solidFill>
                  <a:latin typeface="Times New Roman" panose="02020603050405020304" pitchFamily="18" charset="0"/>
                  <a:cs typeface="Times New Roman" panose="02020603050405020304" pitchFamily="18" charset="0"/>
                </a:endParaRPr>
              </a:p>
            </p:txBody>
          </p:sp>
          <p:pic>
            <p:nvPicPr>
              <p:cNvPr id="47" name="Picture 46" descr="C:\Users\Owner\Desktop\Good photos\229582831766441870.jpg">
                <a:extLst>
                  <a:ext uri="{FF2B5EF4-FFF2-40B4-BE49-F238E27FC236}">
                    <a16:creationId xmlns:a16="http://schemas.microsoft.com/office/drawing/2014/main" id="{D4FACE1A-ACDB-78FE-B313-7FDE02225246}"/>
                  </a:ext>
                </a:extLst>
              </p:cNvPr>
              <p:cNvPicPr/>
              <p:nvPr/>
            </p:nvPicPr>
            <p:blipFill>
              <a:blip r:embed="rId6">
                <a:extLst>
                  <a:ext uri="{28A0092B-C50C-407E-A947-70E740481C1C}">
                    <a14:useLocalDpi xmlns:a14="http://schemas.microsoft.com/office/drawing/2010/main" val="0"/>
                  </a:ext>
                </a:extLst>
              </a:blip>
              <a:stretch>
                <a:fillRect/>
              </a:stretch>
            </p:blipFill>
            <p:spPr>
              <a:xfrm>
                <a:off x="8682700" y="1645578"/>
                <a:ext cx="1407782" cy="1740655"/>
              </a:xfrm>
              <a:prstGeom prst="rect">
                <a:avLst/>
              </a:prstGeom>
            </p:spPr>
          </p:pic>
          <p:sp>
            <p:nvSpPr>
              <p:cNvPr id="48" name="Rectangle 47">
                <a:extLst>
                  <a:ext uri="{FF2B5EF4-FFF2-40B4-BE49-F238E27FC236}">
                    <a16:creationId xmlns:a16="http://schemas.microsoft.com/office/drawing/2014/main" id="{F0D1D672-77B6-F914-E162-DFBCC7A3E1E2}"/>
                  </a:ext>
                </a:extLst>
              </p:cNvPr>
              <p:cNvSpPr/>
              <p:nvPr/>
            </p:nvSpPr>
            <p:spPr>
              <a:xfrm>
                <a:off x="6774733" y="5711669"/>
                <a:ext cx="2067440" cy="523220"/>
              </a:xfrm>
              <a:prstGeom prst="rect">
                <a:avLst/>
              </a:prstGeom>
            </p:spPr>
            <p:txBody>
              <a:bodyPr wrap="square">
                <a:spAutoFit/>
              </a:bodyPr>
              <a:lstStyle/>
              <a:p>
                <a:pPr algn="ctr"/>
                <a:r>
                  <a:rPr lang="en-US" sz="1400" b="1" i="1" err="1">
                    <a:solidFill>
                      <a:srgbClr val="008A41"/>
                    </a:solidFill>
                    <a:latin typeface="Times New Roman" panose="02020603050405020304" pitchFamily="18" charset="0"/>
                    <a:cs typeface="Times New Roman" panose="02020603050405020304" pitchFamily="18" charset="0"/>
                  </a:rPr>
                  <a:t>Juntao</a:t>
                </a:r>
                <a:r>
                  <a:rPr lang="en-US" sz="1400" b="1" i="1">
                    <a:solidFill>
                      <a:srgbClr val="008A41"/>
                    </a:solidFill>
                    <a:latin typeface="Times New Roman" panose="02020603050405020304" pitchFamily="18" charset="0"/>
                    <a:cs typeface="Times New Roman" panose="02020603050405020304" pitchFamily="18" charset="0"/>
                  </a:rPr>
                  <a:t> Jiang </a:t>
                </a:r>
              </a:p>
              <a:p>
                <a:pPr algn="ctr"/>
                <a:r>
                  <a:rPr lang="en-US" sz="1400" b="1" i="1">
                    <a:solidFill>
                      <a:srgbClr val="008A41"/>
                    </a:solidFill>
                    <a:latin typeface="Times New Roman" panose="02020603050405020304" pitchFamily="18" charset="0"/>
                    <a:cs typeface="Times New Roman" panose="02020603050405020304" pitchFamily="18" charset="0"/>
                  </a:rPr>
                  <a:t>(UVS, USA)   </a:t>
                </a:r>
              </a:p>
            </p:txBody>
          </p:sp>
          <p:pic>
            <p:nvPicPr>
              <p:cNvPr id="49" name="Picture 48">
                <a:extLst>
                  <a:ext uri="{FF2B5EF4-FFF2-40B4-BE49-F238E27FC236}">
                    <a16:creationId xmlns:a16="http://schemas.microsoft.com/office/drawing/2014/main" id="{DC245B67-E8F9-B01F-9524-568EFE60E1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26960" y="3923446"/>
                <a:ext cx="1362987" cy="1806709"/>
              </a:xfrm>
              <a:prstGeom prst="rect">
                <a:avLst/>
              </a:prstGeom>
            </p:spPr>
          </p:pic>
          <p:pic>
            <p:nvPicPr>
              <p:cNvPr id="50" name="Picture 49">
                <a:extLst>
                  <a:ext uri="{FF2B5EF4-FFF2-40B4-BE49-F238E27FC236}">
                    <a16:creationId xmlns:a16="http://schemas.microsoft.com/office/drawing/2014/main" id="{8643C597-C01C-ECC9-113D-48692479F29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71076" y="3918741"/>
                <a:ext cx="1430623" cy="1816119"/>
              </a:xfrm>
              <a:prstGeom prst="rect">
                <a:avLst/>
              </a:prstGeom>
            </p:spPr>
          </p:pic>
          <p:sp>
            <p:nvSpPr>
              <p:cNvPr id="51" name="Rectangle 50">
                <a:extLst>
                  <a:ext uri="{FF2B5EF4-FFF2-40B4-BE49-F238E27FC236}">
                    <a16:creationId xmlns:a16="http://schemas.microsoft.com/office/drawing/2014/main" id="{5A4A0611-FE43-6E00-C62D-FA61D4A5E304}"/>
                  </a:ext>
                </a:extLst>
              </p:cNvPr>
              <p:cNvSpPr/>
              <p:nvPr/>
            </p:nvSpPr>
            <p:spPr>
              <a:xfrm>
                <a:off x="5471076" y="5711669"/>
                <a:ext cx="1430623" cy="523220"/>
              </a:xfrm>
              <a:prstGeom prst="rect">
                <a:avLst/>
              </a:prstGeom>
            </p:spPr>
            <p:txBody>
              <a:bodyPr wrap="square">
                <a:spAutoFit/>
              </a:bodyPr>
              <a:lstStyle/>
              <a:p>
                <a:pPr algn="ctr"/>
                <a:r>
                  <a:rPr lang="en-US" sz="1400" b="1" i="1">
                    <a:solidFill>
                      <a:srgbClr val="008A41"/>
                    </a:solidFill>
                    <a:latin typeface="Times New Roman" panose="02020603050405020304" pitchFamily="18" charset="0"/>
                    <a:cs typeface="Times New Roman" panose="02020603050405020304" pitchFamily="18" charset="0"/>
                  </a:rPr>
                  <a:t>Yi Tao</a:t>
                </a:r>
              </a:p>
              <a:p>
                <a:pPr algn="ctr"/>
                <a:r>
                  <a:rPr lang="en-US" sz="1400" b="1" i="1">
                    <a:solidFill>
                      <a:srgbClr val="008A41"/>
                    </a:solidFill>
                    <a:latin typeface="Times New Roman" panose="02020603050405020304" pitchFamily="18" charset="0"/>
                    <a:cs typeface="Times New Roman" panose="02020603050405020304" pitchFamily="18" charset="0"/>
                  </a:rPr>
                  <a:t>(UVS, USA)   </a:t>
                </a:r>
              </a:p>
            </p:txBody>
          </p:sp>
          <p:pic>
            <p:nvPicPr>
              <p:cNvPr id="52" name="Picture 2" descr="image.png">
                <a:extLst>
                  <a:ext uri="{FF2B5EF4-FFF2-40B4-BE49-F238E27FC236}">
                    <a16:creationId xmlns:a16="http://schemas.microsoft.com/office/drawing/2014/main" id="{33473828-5CAB-F879-93A6-C20A4E08B34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9544" y="1592290"/>
                <a:ext cx="1429180" cy="1806709"/>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34E220BE-579F-84C5-7D84-1848080B350C}"/>
                  </a:ext>
                </a:extLst>
              </p:cNvPr>
              <p:cNvSpPr txBox="1"/>
              <p:nvPr/>
            </p:nvSpPr>
            <p:spPr>
              <a:xfrm>
                <a:off x="5401054" y="3380513"/>
                <a:ext cx="1426160" cy="523220"/>
              </a:xfrm>
              <a:prstGeom prst="rect">
                <a:avLst/>
              </a:prstGeom>
              <a:noFill/>
            </p:spPr>
            <p:txBody>
              <a:bodyPr wrap="square" anchor="ctr">
                <a:spAutoFit/>
              </a:bodyPr>
              <a:lstStyle/>
              <a:p>
                <a:pPr algn="ctr"/>
                <a:r>
                  <a:rPr lang="de-DE" sz="1400" b="1" i="1">
                    <a:solidFill>
                      <a:srgbClr val="008A41"/>
                    </a:solidFill>
                    <a:latin typeface="Times New Roman" panose="02020603050405020304" pitchFamily="18" charset="0"/>
                    <a:cs typeface="Times New Roman" panose="02020603050405020304" pitchFamily="18" charset="0"/>
                  </a:rPr>
                  <a:t>Zili Li</a:t>
                </a:r>
              </a:p>
              <a:p>
                <a:pPr algn="ctr"/>
                <a:r>
                  <a:rPr lang="de-DE" sz="1400" b="1" i="1">
                    <a:solidFill>
                      <a:srgbClr val="008A41"/>
                    </a:solidFill>
                    <a:latin typeface="Times New Roman" panose="02020603050405020304" pitchFamily="18" charset="0"/>
                    <a:cs typeface="Times New Roman" panose="02020603050405020304" pitchFamily="18" charset="0"/>
                  </a:rPr>
                  <a:t>(MIT, USA)</a:t>
                </a:r>
                <a:endParaRPr lang="en-US" sz="1400" b="1" i="1">
                  <a:solidFill>
                    <a:srgbClr val="008A41"/>
                  </a:solidFill>
                  <a:latin typeface="Times New Roman" panose="02020603050405020304" pitchFamily="18" charset="0"/>
                  <a:cs typeface="Times New Roman" panose="02020603050405020304" pitchFamily="18" charset="0"/>
                </a:endParaRPr>
              </a:p>
            </p:txBody>
          </p:sp>
          <p:sp>
            <p:nvSpPr>
              <p:cNvPr id="54" name="Rectangle 53">
                <a:extLst>
                  <a:ext uri="{FF2B5EF4-FFF2-40B4-BE49-F238E27FC236}">
                    <a16:creationId xmlns:a16="http://schemas.microsoft.com/office/drawing/2014/main" id="{6E1B97A2-D0ED-1C3E-B7EF-433257604DBB}"/>
                  </a:ext>
                </a:extLst>
              </p:cNvPr>
              <p:cNvSpPr/>
              <p:nvPr/>
            </p:nvSpPr>
            <p:spPr>
              <a:xfrm>
                <a:off x="8630583" y="5711669"/>
                <a:ext cx="1512017" cy="523220"/>
              </a:xfrm>
              <a:prstGeom prst="rect">
                <a:avLst/>
              </a:prstGeom>
            </p:spPr>
            <p:txBody>
              <a:bodyPr wrap="square">
                <a:spAutoFit/>
              </a:bodyPr>
              <a:lstStyle/>
              <a:p>
                <a:pPr algn="ctr"/>
                <a:r>
                  <a:rPr lang="en-US" sz="1400" b="1" i="1">
                    <a:solidFill>
                      <a:srgbClr val="008A41"/>
                    </a:solidFill>
                    <a:latin typeface="Times New Roman" panose="02020603050405020304" pitchFamily="18" charset="0"/>
                    <a:cs typeface="Times New Roman" panose="02020603050405020304" pitchFamily="18" charset="0"/>
                  </a:rPr>
                  <a:t>  </a:t>
                </a:r>
                <a:r>
                  <a:rPr lang="en-US" sz="1400" b="1" i="1" err="1">
                    <a:solidFill>
                      <a:srgbClr val="008A41"/>
                    </a:solidFill>
                    <a:latin typeface="Times New Roman" panose="02020603050405020304" pitchFamily="18" charset="0"/>
                    <a:cs typeface="Times New Roman" panose="02020603050405020304" pitchFamily="18" charset="0"/>
                  </a:rPr>
                  <a:t>Zhenyao</a:t>
                </a:r>
                <a:r>
                  <a:rPr lang="en-US" sz="1400" b="1" i="1">
                    <a:solidFill>
                      <a:srgbClr val="008A41"/>
                    </a:solidFill>
                    <a:latin typeface="Times New Roman" panose="02020603050405020304" pitchFamily="18" charset="0"/>
                    <a:cs typeface="Times New Roman" panose="02020603050405020304" pitchFamily="18" charset="0"/>
                  </a:rPr>
                  <a:t> Liu  </a:t>
                </a:r>
              </a:p>
              <a:p>
                <a:pPr algn="ctr"/>
                <a:r>
                  <a:rPr lang="en-US" sz="1400" b="1" i="1">
                    <a:solidFill>
                      <a:srgbClr val="008A41"/>
                    </a:solidFill>
                    <a:latin typeface="Times New Roman" panose="02020603050405020304" pitchFamily="18" charset="0"/>
                    <a:cs typeface="Times New Roman" panose="02020603050405020304" pitchFamily="18" charset="0"/>
                  </a:rPr>
                  <a:t>(U</a:t>
                </a:r>
                <a:r>
                  <a:rPr lang="en-US" altLang="zh-CN" sz="1400" b="1" i="1">
                    <a:solidFill>
                      <a:srgbClr val="008A41"/>
                    </a:solidFill>
                    <a:latin typeface="Times New Roman" panose="02020603050405020304" pitchFamily="18" charset="0"/>
                    <a:cs typeface="Times New Roman" panose="02020603050405020304" pitchFamily="18" charset="0"/>
                  </a:rPr>
                  <a:t>PENN.</a:t>
                </a:r>
                <a:r>
                  <a:rPr lang="en-US" sz="1400" b="1" i="1">
                    <a:solidFill>
                      <a:srgbClr val="008A41"/>
                    </a:solidFill>
                    <a:latin typeface="Times New Roman" panose="02020603050405020304" pitchFamily="18" charset="0"/>
                    <a:cs typeface="Times New Roman" panose="02020603050405020304" pitchFamily="18" charset="0"/>
                  </a:rPr>
                  <a:t>, USA)</a:t>
                </a:r>
              </a:p>
            </p:txBody>
          </p:sp>
          <p:pic>
            <p:nvPicPr>
              <p:cNvPr id="55" name="Picture 54">
                <a:extLst>
                  <a:ext uri="{FF2B5EF4-FFF2-40B4-BE49-F238E27FC236}">
                    <a16:creationId xmlns:a16="http://schemas.microsoft.com/office/drawing/2014/main" id="{B6A7E6E4-10DC-47A1-D74F-8BA13FABAFDF}"/>
                  </a:ext>
                </a:extLst>
              </p:cNvPr>
              <p:cNvPicPr>
                <a:picLocks noChangeAspect="1"/>
              </p:cNvPicPr>
              <p:nvPr/>
            </p:nvPicPr>
            <p:blipFill>
              <a:blip r:embed="rId10"/>
              <a:srcRect/>
              <a:stretch/>
            </p:blipFill>
            <p:spPr>
              <a:xfrm>
                <a:off x="8713311" y="3897443"/>
                <a:ext cx="1346560" cy="1858714"/>
              </a:xfrm>
              <a:prstGeom prst="rect">
                <a:avLst/>
              </a:prstGeom>
            </p:spPr>
          </p:pic>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7586A-04C0-4410-674E-521728AF9BFB}"/>
            </a:ext>
          </a:extLst>
        </p:cNvPr>
        <p:cNvGrpSpPr/>
        <p:nvPr/>
      </p:nvGrpSpPr>
      <p:grpSpPr>
        <a:xfrm>
          <a:off x="0" y="0"/>
          <a:ext cx="0" cy="0"/>
          <a:chOff x="0" y="0"/>
          <a:chExt cx="0" cy="0"/>
        </a:xfrm>
      </p:grpSpPr>
      <p:sp>
        <p:nvSpPr>
          <p:cNvPr id="19" name="!!Rectangle1">
            <a:extLst>
              <a:ext uri="{FF2B5EF4-FFF2-40B4-BE49-F238E27FC236}">
                <a16:creationId xmlns:a16="http://schemas.microsoft.com/office/drawing/2014/main" id="{427054C2-11D3-48C0-02C7-984EB5D0E729}"/>
              </a:ext>
            </a:extLst>
          </p:cNvPr>
          <p:cNvSpPr/>
          <p:nvPr/>
        </p:nvSpPr>
        <p:spPr>
          <a:xfrm>
            <a:off x="3948218" y="1171564"/>
            <a:ext cx="7416672" cy="2779948"/>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44" name="Rectangle: Rounded Corners 9">
            <a:extLst>
              <a:ext uri="{FF2B5EF4-FFF2-40B4-BE49-F238E27FC236}">
                <a16:creationId xmlns:a16="http://schemas.microsoft.com/office/drawing/2014/main" id="{07220A0C-6B66-4DAA-1D73-5D6B64A88163}"/>
              </a:ext>
            </a:extLst>
          </p:cNvPr>
          <p:cNvSpPr/>
          <p:nvPr/>
        </p:nvSpPr>
        <p:spPr>
          <a:xfrm>
            <a:off x="1246447" y="1588886"/>
            <a:ext cx="2062851" cy="1439237"/>
          </a:xfrm>
          <a:prstGeom prst="roundRect">
            <a:avLst>
              <a:gd name="adj" fmla="val 6412"/>
            </a:avLst>
          </a:prstGeom>
          <a:solidFill>
            <a:srgbClr val="E1F0E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45" name="Content Placeholder 2">
            <a:extLst>
              <a:ext uri="{FF2B5EF4-FFF2-40B4-BE49-F238E27FC236}">
                <a16:creationId xmlns:a16="http://schemas.microsoft.com/office/drawing/2014/main" id="{BBAEE483-902B-A6E5-4194-4CFFB0FC7D50}"/>
              </a:ext>
            </a:extLst>
          </p:cNvPr>
          <p:cNvSpPr txBox="1"/>
          <p:nvPr/>
        </p:nvSpPr>
        <p:spPr>
          <a:xfrm>
            <a:off x="1296337" y="1815646"/>
            <a:ext cx="2062852" cy="98571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Publication</a:t>
            </a:r>
          </a:p>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Chairs</a:t>
            </a:r>
          </a:p>
        </p:txBody>
      </p:sp>
      <p:sp>
        <p:nvSpPr>
          <p:cNvPr id="3" name="文本占位符 2">
            <a:extLst>
              <a:ext uri="{FF2B5EF4-FFF2-40B4-BE49-F238E27FC236}">
                <a16:creationId xmlns:a16="http://schemas.microsoft.com/office/drawing/2014/main" id="{7830C54E-B722-0022-F8AA-C1B09360DBD5}"/>
              </a:ext>
            </a:extLst>
          </p:cNvPr>
          <p:cNvSpPr>
            <a:spLocks noGrp="1"/>
          </p:cNvSpPr>
          <p:nvPr>
            <p:ph type="body" sz="quarter" idx="10"/>
          </p:nvPr>
        </p:nvSpPr>
        <p:spPr/>
        <p:txBody>
          <a:bodyPr/>
          <a:lstStyle/>
          <a:p>
            <a:r>
              <a:rPr lang="en-US" altLang="zh-CN"/>
              <a:t>IEEE UV2026 Program Committee</a:t>
            </a:r>
            <a:endParaRPr lang="zh-CN" altLang="en-US"/>
          </a:p>
        </p:txBody>
      </p:sp>
      <p:sp>
        <p:nvSpPr>
          <p:cNvPr id="23" name="TextBox 22">
            <a:extLst>
              <a:ext uri="{FF2B5EF4-FFF2-40B4-BE49-F238E27FC236}">
                <a16:creationId xmlns:a16="http://schemas.microsoft.com/office/drawing/2014/main" id="{7464EF2A-57EA-2F98-96C9-A42EAFDF2D5B}"/>
              </a:ext>
            </a:extLst>
          </p:cNvPr>
          <p:cNvSpPr txBox="1"/>
          <p:nvPr/>
        </p:nvSpPr>
        <p:spPr>
          <a:xfrm>
            <a:off x="4226202" y="3177237"/>
            <a:ext cx="2013472" cy="738664"/>
          </a:xfrm>
          <a:prstGeom prst="rect">
            <a:avLst/>
          </a:prstGeom>
          <a:noFill/>
        </p:spPr>
        <p:txBody>
          <a:bodyPr wrap="square" anchor="ctr">
            <a:spAutoFit/>
          </a:bodyPr>
          <a:lstStyle/>
          <a:p>
            <a:pPr algn="ctr"/>
            <a:r>
              <a:rPr lang="en-US" sz="1400" b="1" i="1">
                <a:solidFill>
                  <a:srgbClr val="008A41"/>
                </a:solidFill>
                <a:latin typeface="Times New Roman" panose="02020603050405020304" pitchFamily="18" charset="0"/>
                <a:cs typeface="Times New Roman" panose="02020603050405020304" pitchFamily="18" charset="0"/>
              </a:rPr>
              <a:t>Hao Yuan</a:t>
            </a:r>
          </a:p>
          <a:p>
            <a:pPr algn="ctr"/>
            <a:r>
              <a:rPr lang="en-US" sz="1400" b="1" i="1">
                <a:solidFill>
                  <a:srgbClr val="008A41"/>
                </a:solidFill>
                <a:latin typeface="Times New Roman" panose="02020603050405020304" pitchFamily="18" charset="0"/>
                <a:cs typeface="Times New Roman" panose="02020603050405020304" pitchFamily="18" charset="0"/>
              </a:rPr>
              <a:t>(Stevens Inst. of</a:t>
            </a:r>
          </a:p>
          <a:p>
            <a:pPr algn="ctr"/>
            <a:r>
              <a:rPr lang="en-US" sz="1400" b="1" i="1">
                <a:solidFill>
                  <a:srgbClr val="008A41"/>
                </a:solidFill>
                <a:latin typeface="Times New Roman" panose="02020603050405020304" pitchFamily="18" charset="0"/>
                <a:cs typeface="Times New Roman" panose="02020603050405020304" pitchFamily="18" charset="0"/>
              </a:rPr>
              <a:t>Tech., USA)</a:t>
            </a:r>
          </a:p>
        </p:txBody>
      </p:sp>
      <p:pic>
        <p:nvPicPr>
          <p:cNvPr id="32" name="Picture 31">
            <a:extLst>
              <a:ext uri="{FF2B5EF4-FFF2-40B4-BE49-F238E27FC236}">
                <a16:creationId xmlns:a16="http://schemas.microsoft.com/office/drawing/2014/main" id="{1A348280-8217-81FB-C39C-22AE7836520A}"/>
              </a:ext>
            </a:extLst>
          </p:cNvPr>
          <p:cNvPicPr/>
          <p:nvPr/>
        </p:nvPicPr>
        <p:blipFill>
          <a:blip r:embed="rId3">
            <a:extLst>
              <a:ext uri="{28A0092B-C50C-407E-A947-70E740481C1C}">
                <a14:useLocalDpi xmlns:a14="http://schemas.microsoft.com/office/drawing/2010/main" val="0"/>
              </a:ext>
            </a:extLst>
          </a:blip>
          <a:srcRect/>
          <a:stretch/>
        </p:blipFill>
        <p:spPr>
          <a:xfrm>
            <a:off x="4584416" y="1393323"/>
            <a:ext cx="1297043" cy="1766187"/>
          </a:xfrm>
          <a:prstGeom prst="rect">
            <a:avLst/>
          </a:prstGeom>
        </p:spPr>
      </p:pic>
      <p:pic>
        <p:nvPicPr>
          <p:cNvPr id="37" name="Picture 36">
            <a:extLst>
              <a:ext uri="{FF2B5EF4-FFF2-40B4-BE49-F238E27FC236}">
                <a16:creationId xmlns:a16="http://schemas.microsoft.com/office/drawing/2014/main" id="{8ED19D2D-F2EC-83BB-643E-A4E6A518AA58}"/>
              </a:ext>
            </a:extLst>
          </p:cNvPr>
          <p:cNvPicPr/>
          <p:nvPr/>
        </p:nvPicPr>
        <p:blipFill>
          <a:blip r:embed="rId4">
            <a:extLst>
              <a:ext uri="{28A0092B-C50C-407E-A947-70E740481C1C}">
                <a14:useLocalDpi xmlns:a14="http://schemas.microsoft.com/office/drawing/2010/main" val="0"/>
              </a:ext>
            </a:extLst>
          </a:blip>
          <a:srcRect/>
          <a:stretch/>
        </p:blipFill>
        <p:spPr>
          <a:xfrm>
            <a:off x="6273988" y="1383194"/>
            <a:ext cx="1244957" cy="1786445"/>
          </a:xfrm>
          <a:prstGeom prst="rect">
            <a:avLst/>
          </a:prstGeom>
        </p:spPr>
      </p:pic>
      <p:pic>
        <p:nvPicPr>
          <p:cNvPr id="42" name="Picture 41">
            <a:extLst>
              <a:ext uri="{FF2B5EF4-FFF2-40B4-BE49-F238E27FC236}">
                <a16:creationId xmlns:a16="http://schemas.microsoft.com/office/drawing/2014/main" id="{E516C515-1A9E-58AE-522B-B729F63E7CEC}"/>
              </a:ext>
            </a:extLst>
          </p:cNvPr>
          <p:cNvPicPr/>
          <p:nvPr/>
        </p:nvPicPr>
        <p:blipFill>
          <a:blip r:embed="rId5">
            <a:extLst>
              <a:ext uri="{28A0092B-C50C-407E-A947-70E740481C1C}">
                <a14:useLocalDpi xmlns:a14="http://schemas.microsoft.com/office/drawing/2010/main" val="0"/>
              </a:ext>
            </a:extLst>
          </a:blip>
          <a:srcRect/>
          <a:stretch/>
        </p:blipFill>
        <p:spPr>
          <a:xfrm>
            <a:off x="7988871" y="1387072"/>
            <a:ext cx="1319231" cy="1778688"/>
          </a:xfrm>
          <a:prstGeom prst="rect">
            <a:avLst/>
          </a:prstGeom>
        </p:spPr>
      </p:pic>
      <p:sp>
        <p:nvSpPr>
          <p:cNvPr id="43" name="TextBox 42">
            <a:extLst>
              <a:ext uri="{FF2B5EF4-FFF2-40B4-BE49-F238E27FC236}">
                <a16:creationId xmlns:a16="http://schemas.microsoft.com/office/drawing/2014/main" id="{36E79680-2361-DD4F-153E-5E24EDCFD2FF}"/>
              </a:ext>
            </a:extLst>
          </p:cNvPr>
          <p:cNvSpPr txBox="1"/>
          <p:nvPr/>
        </p:nvSpPr>
        <p:spPr>
          <a:xfrm>
            <a:off x="5959200" y="3177237"/>
            <a:ext cx="1874534" cy="738664"/>
          </a:xfrm>
          <a:prstGeom prst="rect">
            <a:avLst/>
          </a:prstGeom>
          <a:noFill/>
        </p:spPr>
        <p:txBody>
          <a:bodyPr wrap="square">
            <a:spAutoFit/>
          </a:bodyPr>
          <a:lstStyle/>
          <a:p>
            <a:pPr algn="ctr"/>
            <a:r>
              <a:rPr lang="it-IT" sz="1400" b="1" i="1">
                <a:solidFill>
                  <a:srgbClr val="008A41"/>
                </a:solidFill>
                <a:latin typeface="Times New Roman" panose="02020603050405020304" pitchFamily="18" charset="0"/>
                <a:cs typeface="Times New Roman" panose="02020603050405020304" pitchFamily="18" charset="0"/>
              </a:rPr>
              <a:t>Hongyan Cui</a:t>
            </a:r>
          </a:p>
          <a:p>
            <a:pPr algn="ctr"/>
            <a:r>
              <a:rPr lang="it-IT" sz="1400" b="1" i="1">
                <a:solidFill>
                  <a:srgbClr val="008A41"/>
                </a:solidFill>
                <a:latin typeface="Times New Roman" panose="02020603050405020304" pitchFamily="18" charset="0"/>
                <a:cs typeface="Times New Roman" panose="02020603050405020304" pitchFamily="18" charset="0"/>
              </a:rPr>
              <a:t>(MIT/BUPT, USA/China)</a:t>
            </a:r>
            <a:endParaRPr lang="en-US" sz="1400" b="1" i="1">
              <a:solidFill>
                <a:srgbClr val="008A41"/>
              </a:solidFill>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8CE195EA-A47D-C9FF-E545-B9480F1C8E8E}"/>
              </a:ext>
            </a:extLst>
          </p:cNvPr>
          <p:cNvSpPr txBox="1"/>
          <p:nvPr/>
        </p:nvSpPr>
        <p:spPr>
          <a:xfrm>
            <a:off x="7938980" y="3177237"/>
            <a:ext cx="1419013" cy="523220"/>
          </a:xfrm>
          <a:prstGeom prst="rect">
            <a:avLst/>
          </a:prstGeom>
          <a:noFill/>
        </p:spPr>
        <p:txBody>
          <a:bodyPr wrap="square">
            <a:spAutoFit/>
          </a:bodyPr>
          <a:lstStyle/>
          <a:p>
            <a:pPr algn="ctr"/>
            <a:r>
              <a:rPr lang="de-DE" sz="1400" b="1" i="1">
                <a:solidFill>
                  <a:srgbClr val="008A41"/>
                </a:solidFill>
                <a:latin typeface="Times New Roman" panose="02020603050405020304" pitchFamily="18" charset="0"/>
                <a:cs typeface="Times New Roman" panose="02020603050405020304" pitchFamily="18" charset="0"/>
              </a:rPr>
              <a:t>Lifeng Zhang</a:t>
            </a:r>
          </a:p>
          <a:p>
            <a:pPr algn="ctr"/>
            <a:r>
              <a:rPr lang="de-DE" sz="1400" b="1" i="1">
                <a:solidFill>
                  <a:srgbClr val="008A41"/>
                </a:solidFill>
                <a:latin typeface="Times New Roman" panose="02020603050405020304" pitchFamily="18" charset="0"/>
                <a:cs typeface="Times New Roman" panose="02020603050405020304" pitchFamily="18" charset="0"/>
              </a:rPr>
              <a:t>(UVS, USA)</a:t>
            </a:r>
            <a:endParaRPr lang="en-US" sz="1400" b="1" i="1">
              <a:solidFill>
                <a:srgbClr val="008A41"/>
              </a:solidFill>
              <a:latin typeface="Times New Roman" panose="02020603050405020304" pitchFamily="18" charset="0"/>
              <a:cs typeface="Times New Roman" panose="02020603050405020304" pitchFamily="18" charset="0"/>
            </a:endParaRPr>
          </a:p>
        </p:txBody>
      </p:sp>
      <p:sp>
        <p:nvSpPr>
          <p:cNvPr id="2" name="!!Rectangle1">
            <a:extLst>
              <a:ext uri="{FF2B5EF4-FFF2-40B4-BE49-F238E27FC236}">
                <a16:creationId xmlns:a16="http://schemas.microsoft.com/office/drawing/2014/main" id="{7F6B7C0A-9310-1177-F24A-2154E0C752B7}"/>
              </a:ext>
            </a:extLst>
          </p:cNvPr>
          <p:cNvSpPr/>
          <p:nvPr/>
        </p:nvSpPr>
        <p:spPr>
          <a:xfrm>
            <a:off x="3929882" y="4012735"/>
            <a:ext cx="7435008" cy="2565347"/>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4" name="Rectangle: Rounded Corners 9">
            <a:extLst>
              <a:ext uri="{FF2B5EF4-FFF2-40B4-BE49-F238E27FC236}">
                <a16:creationId xmlns:a16="http://schemas.microsoft.com/office/drawing/2014/main" id="{65D0AC24-0529-5E4F-5D58-459E72203C12}"/>
              </a:ext>
            </a:extLst>
          </p:cNvPr>
          <p:cNvSpPr/>
          <p:nvPr/>
        </p:nvSpPr>
        <p:spPr>
          <a:xfrm>
            <a:off x="1257329" y="4430057"/>
            <a:ext cx="2062851" cy="1439237"/>
          </a:xfrm>
          <a:prstGeom prst="roundRect">
            <a:avLst>
              <a:gd name="adj" fmla="val 6412"/>
            </a:avLst>
          </a:prstGeom>
          <a:solidFill>
            <a:srgbClr val="E1F0E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5" name="Content Placeholder 2">
            <a:extLst>
              <a:ext uri="{FF2B5EF4-FFF2-40B4-BE49-F238E27FC236}">
                <a16:creationId xmlns:a16="http://schemas.microsoft.com/office/drawing/2014/main" id="{10A2FADE-D646-9DE9-52F3-B49F9BEDFD04}"/>
              </a:ext>
            </a:extLst>
          </p:cNvPr>
          <p:cNvSpPr txBox="1"/>
          <p:nvPr/>
        </p:nvSpPr>
        <p:spPr>
          <a:xfrm>
            <a:off x="1564599" y="4656819"/>
            <a:ext cx="1291622" cy="98571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IT</a:t>
            </a:r>
          </a:p>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Chairs</a:t>
            </a:r>
          </a:p>
        </p:txBody>
      </p:sp>
      <p:sp>
        <p:nvSpPr>
          <p:cNvPr id="7" name="TextBox 6">
            <a:extLst>
              <a:ext uri="{FF2B5EF4-FFF2-40B4-BE49-F238E27FC236}">
                <a16:creationId xmlns:a16="http://schemas.microsoft.com/office/drawing/2014/main" id="{AA73248A-8A12-0083-4E79-535F0FDE3D2E}"/>
              </a:ext>
            </a:extLst>
          </p:cNvPr>
          <p:cNvSpPr txBox="1"/>
          <p:nvPr/>
        </p:nvSpPr>
        <p:spPr>
          <a:xfrm>
            <a:off x="4512664" y="5977016"/>
            <a:ext cx="1419013" cy="523220"/>
          </a:xfrm>
          <a:prstGeom prst="rect">
            <a:avLst/>
          </a:prstGeom>
          <a:noFill/>
        </p:spPr>
        <p:txBody>
          <a:bodyPr wrap="square" anchor="ctr">
            <a:spAutoFit/>
          </a:bodyPr>
          <a:lstStyle/>
          <a:p>
            <a:pPr algn="ctr"/>
            <a:r>
              <a:rPr lang="en-US" sz="1400" b="1" i="1" err="1">
                <a:solidFill>
                  <a:srgbClr val="008A41"/>
                </a:solidFill>
                <a:latin typeface="Times New Roman" panose="02020603050405020304" pitchFamily="18" charset="0"/>
                <a:cs typeface="Times New Roman" panose="02020603050405020304" pitchFamily="18" charset="0"/>
              </a:rPr>
              <a:t>Jieren</a:t>
            </a:r>
            <a:r>
              <a:rPr lang="en-US" sz="1400" b="1" i="1">
                <a:solidFill>
                  <a:srgbClr val="008A41"/>
                </a:solidFill>
                <a:latin typeface="Times New Roman" panose="02020603050405020304" pitchFamily="18" charset="0"/>
                <a:cs typeface="Times New Roman" panose="02020603050405020304" pitchFamily="18" charset="0"/>
              </a:rPr>
              <a:t> Kou</a:t>
            </a:r>
            <a:br>
              <a:rPr lang="en-US" sz="1400" b="1" i="1">
                <a:solidFill>
                  <a:srgbClr val="008A41"/>
                </a:solidFill>
                <a:latin typeface="Times New Roman" panose="02020603050405020304" pitchFamily="18" charset="0"/>
                <a:cs typeface="Times New Roman" panose="02020603050405020304" pitchFamily="18" charset="0"/>
              </a:rPr>
            </a:br>
            <a:r>
              <a:rPr lang="en-US" sz="1400" b="1" i="1">
                <a:solidFill>
                  <a:srgbClr val="008A41"/>
                </a:solidFill>
                <a:latin typeface="Times New Roman" panose="02020603050405020304" pitchFamily="18" charset="0"/>
                <a:cs typeface="Times New Roman" panose="02020603050405020304" pitchFamily="18" charset="0"/>
              </a:rPr>
              <a:t>(</a:t>
            </a:r>
            <a:r>
              <a:rPr lang="en-US" altLang="zh-CN" sz="1400" b="1" i="1">
                <a:solidFill>
                  <a:srgbClr val="008A41"/>
                </a:solidFill>
                <a:latin typeface="Times New Roman" panose="02020603050405020304" pitchFamily="18" charset="0"/>
                <a:cs typeface="Times New Roman" panose="02020603050405020304" pitchFamily="18" charset="0"/>
              </a:rPr>
              <a:t>UVS</a:t>
            </a:r>
            <a:r>
              <a:rPr lang="en-US" sz="1400" b="1" i="1">
                <a:solidFill>
                  <a:srgbClr val="008A41"/>
                </a:solidFill>
                <a:latin typeface="Times New Roman" panose="02020603050405020304" pitchFamily="18" charset="0"/>
                <a:cs typeface="Times New Roman" panose="02020603050405020304" pitchFamily="18" charset="0"/>
              </a:rPr>
              <a:t>, USA)</a:t>
            </a:r>
          </a:p>
        </p:txBody>
      </p:sp>
      <p:pic>
        <p:nvPicPr>
          <p:cNvPr id="9" name="Picture 8">
            <a:extLst>
              <a:ext uri="{FF2B5EF4-FFF2-40B4-BE49-F238E27FC236}">
                <a16:creationId xmlns:a16="http://schemas.microsoft.com/office/drawing/2014/main" id="{C4099B08-159F-0CDF-D08C-B0635C41D50C}"/>
              </a:ext>
            </a:extLst>
          </p:cNvPr>
          <p:cNvPicPr/>
          <p:nvPr/>
        </p:nvPicPr>
        <p:blipFill>
          <a:blip r:embed="rId6">
            <a:extLst>
              <a:ext uri="{28A0092B-C50C-407E-A947-70E740481C1C}">
                <a14:useLocalDpi xmlns:a14="http://schemas.microsoft.com/office/drawing/2010/main" val="0"/>
              </a:ext>
            </a:extLst>
          </a:blip>
          <a:srcRect/>
          <a:stretch/>
        </p:blipFill>
        <p:spPr>
          <a:xfrm>
            <a:off x="4566080" y="4240560"/>
            <a:ext cx="1297043" cy="1754054"/>
          </a:xfrm>
          <a:prstGeom prst="rect">
            <a:avLst/>
          </a:prstGeom>
        </p:spPr>
      </p:pic>
      <p:pic>
        <p:nvPicPr>
          <p:cNvPr id="10" name="Picture 9">
            <a:extLst>
              <a:ext uri="{FF2B5EF4-FFF2-40B4-BE49-F238E27FC236}">
                <a16:creationId xmlns:a16="http://schemas.microsoft.com/office/drawing/2014/main" id="{8441EEA8-E1BC-0B97-344D-DCE8C428A529}"/>
              </a:ext>
            </a:extLst>
          </p:cNvPr>
          <p:cNvPicPr/>
          <p:nvPr/>
        </p:nvPicPr>
        <p:blipFill>
          <a:blip r:embed="rId7">
            <a:extLst>
              <a:ext uri="{28A0092B-C50C-407E-A947-70E740481C1C}">
                <a14:useLocalDpi xmlns:a14="http://schemas.microsoft.com/office/drawing/2010/main" val="0"/>
              </a:ext>
            </a:extLst>
          </a:blip>
          <a:srcRect/>
          <a:stretch/>
        </p:blipFill>
        <p:spPr>
          <a:xfrm>
            <a:off x="6288805" y="4224365"/>
            <a:ext cx="1203115" cy="1786445"/>
          </a:xfrm>
          <a:prstGeom prst="rect">
            <a:avLst/>
          </a:prstGeom>
        </p:spPr>
      </p:pic>
      <p:pic>
        <p:nvPicPr>
          <p:cNvPr id="11" name="Picture 10">
            <a:extLst>
              <a:ext uri="{FF2B5EF4-FFF2-40B4-BE49-F238E27FC236}">
                <a16:creationId xmlns:a16="http://schemas.microsoft.com/office/drawing/2014/main" id="{01EA8825-BE8F-C398-A60E-2A4D2A10BB3B}"/>
              </a:ext>
            </a:extLst>
          </p:cNvPr>
          <p:cNvPicPr/>
          <p:nvPr/>
        </p:nvPicPr>
        <p:blipFill>
          <a:blip r:embed="rId8">
            <a:extLst>
              <a:ext uri="{28A0092B-C50C-407E-A947-70E740481C1C}">
                <a14:useLocalDpi xmlns:a14="http://schemas.microsoft.com/office/drawing/2010/main" val="0"/>
              </a:ext>
            </a:extLst>
          </a:blip>
          <a:srcRect/>
          <a:stretch/>
        </p:blipFill>
        <p:spPr>
          <a:xfrm>
            <a:off x="7961671" y="4240299"/>
            <a:ext cx="1319231" cy="1754577"/>
          </a:xfrm>
          <a:prstGeom prst="rect">
            <a:avLst/>
          </a:prstGeom>
        </p:spPr>
      </p:pic>
      <p:sp>
        <p:nvSpPr>
          <p:cNvPr id="12" name="TextBox 11">
            <a:extLst>
              <a:ext uri="{FF2B5EF4-FFF2-40B4-BE49-F238E27FC236}">
                <a16:creationId xmlns:a16="http://schemas.microsoft.com/office/drawing/2014/main" id="{1D26486F-A47C-C852-7DEF-F5E3DDBAB114}"/>
              </a:ext>
            </a:extLst>
          </p:cNvPr>
          <p:cNvSpPr txBox="1"/>
          <p:nvPr/>
        </p:nvSpPr>
        <p:spPr>
          <a:xfrm>
            <a:off x="5953096" y="5977016"/>
            <a:ext cx="1874534" cy="523220"/>
          </a:xfrm>
          <a:prstGeom prst="rect">
            <a:avLst/>
          </a:prstGeom>
          <a:noFill/>
        </p:spPr>
        <p:txBody>
          <a:bodyPr wrap="square">
            <a:spAutoFit/>
          </a:bodyPr>
          <a:lstStyle/>
          <a:p>
            <a:pPr algn="ctr"/>
            <a:r>
              <a:rPr lang="en-US" sz="1400" b="1" i="1" err="1">
                <a:solidFill>
                  <a:srgbClr val="008A41"/>
                </a:solidFill>
                <a:latin typeface="Times New Roman" panose="02020603050405020304" pitchFamily="18" charset="0"/>
                <a:cs typeface="Times New Roman" panose="02020603050405020304" pitchFamily="18" charset="0"/>
              </a:rPr>
              <a:t>Hanxia</a:t>
            </a:r>
            <a:r>
              <a:rPr lang="en-US" sz="1400" b="1" i="1">
                <a:solidFill>
                  <a:srgbClr val="008A41"/>
                </a:solidFill>
                <a:latin typeface="Times New Roman" panose="02020603050405020304" pitchFamily="18" charset="0"/>
                <a:cs typeface="Times New Roman" panose="02020603050405020304" pitchFamily="18" charset="0"/>
              </a:rPr>
              <a:t> Li</a:t>
            </a:r>
          </a:p>
          <a:p>
            <a:pPr algn="ctr"/>
            <a:r>
              <a:rPr lang="en-US" sz="1400" b="1" i="1">
                <a:solidFill>
                  <a:srgbClr val="008A41"/>
                </a:solidFill>
                <a:latin typeface="Times New Roman" panose="02020603050405020304" pitchFamily="18" charset="0"/>
                <a:cs typeface="Times New Roman" panose="02020603050405020304" pitchFamily="18" charset="0"/>
              </a:rPr>
              <a:t>(</a:t>
            </a:r>
            <a:r>
              <a:rPr lang="en-US" altLang="zh-CN" sz="1400" b="1" i="1">
                <a:solidFill>
                  <a:srgbClr val="008A41"/>
                </a:solidFill>
                <a:latin typeface="Times New Roman" panose="02020603050405020304" pitchFamily="18" charset="0"/>
                <a:cs typeface="Times New Roman" panose="02020603050405020304" pitchFamily="18" charset="0"/>
              </a:rPr>
              <a:t>UVS</a:t>
            </a:r>
            <a:r>
              <a:rPr lang="en-US" sz="1400" b="1" i="1">
                <a:solidFill>
                  <a:srgbClr val="008A41"/>
                </a:solidFill>
                <a:latin typeface="Times New Roman" panose="02020603050405020304" pitchFamily="18" charset="0"/>
                <a:cs typeface="Times New Roman" panose="02020603050405020304" pitchFamily="18" charset="0"/>
              </a:rPr>
              <a:t>, USA)</a:t>
            </a:r>
          </a:p>
        </p:txBody>
      </p:sp>
      <p:sp>
        <p:nvSpPr>
          <p:cNvPr id="13" name="TextBox 12">
            <a:extLst>
              <a:ext uri="{FF2B5EF4-FFF2-40B4-BE49-F238E27FC236}">
                <a16:creationId xmlns:a16="http://schemas.microsoft.com/office/drawing/2014/main" id="{3BB8330C-AD94-CF76-E2E6-5945CF5D28A0}"/>
              </a:ext>
            </a:extLst>
          </p:cNvPr>
          <p:cNvSpPr txBox="1"/>
          <p:nvPr/>
        </p:nvSpPr>
        <p:spPr>
          <a:xfrm>
            <a:off x="7855623" y="5977016"/>
            <a:ext cx="1503164" cy="523220"/>
          </a:xfrm>
          <a:prstGeom prst="rect">
            <a:avLst/>
          </a:prstGeom>
          <a:noFill/>
        </p:spPr>
        <p:txBody>
          <a:bodyPr wrap="square">
            <a:spAutoFit/>
          </a:bodyPr>
          <a:lstStyle/>
          <a:p>
            <a:pPr algn="ctr"/>
            <a:r>
              <a:rPr lang="en-US" sz="1400" b="1" i="1">
                <a:solidFill>
                  <a:srgbClr val="008A41"/>
                </a:solidFill>
                <a:latin typeface="Times New Roman" panose="02020603050405020304" pitchFamily="18" charset="0"/>
                <a:cs typeface="Times New Roman" panose="02020603050405020304" pitchFamily="18" charset="0"/>
              </a:rPr>
              <a:t>Zhenqian </a:t>
            </a:r>
            <a:r>
              <a:rPr lang="en-US" altLang="zh-CN" sz="1400" b="1" i="1">
                <a:solidFill>
                  <a:srgbClr val="008A41"/>
                </a:solidFill>
                <a:latin typeface="Times New Roman" panose="02020603050405020304" pitchFamily="18" charset="0"/>
                <a:cs typeface="Times New Roman" panose="02020603050405020304" pitchFamily="18" charset="0"/>
              </a:rPr>
              <a:t>Huang</a:t>
            </a:r>
            <a:endParaRPr lang="en-US" sz="1400" b="1" i="1">
              <a:solidFill>
                <a:srgbClr val="008A41"/>
              </a:solidFill>
              <a:latin typeface="Times New Roman" panose="02020603050405020304" pitchFamily="18" charset="0"/>
              <a:cs typeface="Times New Roman" panose="02020603050405020304" pitchFamily="18" charset="0"/>
            </a:endParaRPr>
          </a:p>
          <a:p>
            <a:pPr algn="ctr"/>
            <a:r>
              <a:rPr lang="en-US" sz="1400" b="1" i="1">
                <a:solidFill>
                  <a:srgbClr val="008A41"/>
                </a:solidFill>
                <a:latin typeface="Times New Roman" panose="02020603050405020304" pitchFamily="18" charset="0"/>
                <a:cs typeface="Times New Roman" panose="02020603050405020304" pitchFamily="18" charset="0"/>
              </a:rPr>
              <a:t>(</a:t>
            </a:r>
            <a:r>
              <a:rPr lang="en-US" altLang="zh-CN" sz="1400" b="1" i="1">
                <a:solidFill>
                  <a:srgbClr val="008A41"/>
                </a:solidFill>
                <a:latin typeface="Times New Roman" panose="02020603050405020304" pitchFamily="18" charset="0"/>
                <a:cs typeface="Times New Roman" panose="02020603050405020304" pitchFamily="18" charset="0"/>
              </a:rPr>
              <a:t>UVS</a:t>
            </a:r>
            <a:r>
              <a:rPr lang="en-US" sz="1400" b="1" i="1">
                <a:solidFill>
                  <a:srgbClr val="008A41"/>
                </a:solidFill>
                <a:latin typeface="Times New Roman" panose="02020603050405020304" pitchFamily="18" charset="0"/>
                <a:cs typeface="Times New Roman" panose="02020603050405020304" pitchFamily="18" charset="0"/>
              </a:rPr>
              <a:t>, USA)</a:t>
            </a:r>
          </a:p>
        </p:txBody>
      </p:sp>
      <p:pic>
        <p:nvPicPr>
          <p:cNvPr id="14" name="Picture 13">
            <a:extLst>
              <a:ext uri="{FF2B5EF4-FFF2-40B4-BE49-F238E27FC236}">
                <a16:creationId xmlns:a16="http://schemas.microsoft.com/office/drawing/2014/main" id="{5E59467A-FD43-223F-B8D4-AEAEC736882C}"/>
              </a:ext>
            </a:extLst>
          </p:cNvPr>
          <p:cNvPicPr/>
          <p:nvPr/>
        </p:nvPicPr>
        <p:blipFill>
          <a:blip r:embed="rId9">
            <a:extLst>
              <a:ext uri="{28A0092B-C50C-407E-A947-70E740481C1C}">
                <a14:useLocalDpi xmlns:a14="http://schemas.microsoft.com/office/drawing/2010/main" val="0"/>
              </a:ext>
            </a:extLst>
          </a:blip>
          <a:srcRect/>
          <a:stretch/>
        </p:blipFill>
        <p:spPr>
          <a:xfrm>
            <a:off x="9744116" y="4240299"/>
            <a:ext cx="1307160" cy="1754577"/>
          </a:xfrm>
          <a:prstGeom prst="rect">
            <a:avLst/>
          </a:prstGeom>
        </p:spPr>
      </p:pic>
      <p:sp>
        <p:nvSpPr>
          <p:cNvPr id="15" name="TextBox 14">
            <a:extLst>
              <a:ext uri="{FF2B5EF4-FFF2-40B4-BE49-F238E27FC236}">
                <a16:creationId xmlns:a16="http://schemas.microsoft.com/office/drawing/2014/main" id="{DCC2CAF7-C525-CB94-CFCF-EDFFF71FE1EF}"/>
              </a:ext>
            </a:extLst>
          </p:cNvPr>
          <p:cNvSpPr txBox="1"/>
          <p:nvPr/>
        </p:nvSpPr>
        <p:spPr>
          <a:xfrm>
            <a:off x="9688190" y="5977016"/>
            <a:ext cx="1419013" cy="523220"/>
          </a:xfrm>
          <a:prstGeom prst="rect">
            <a:avLst/>
          </a:prstGeom>
          <a:noFill/>
        </p:spPr>
        <p:txBody>
          <a:bodyPr wrap="square">
            <a:spAutoFit/>
          </a:bodyPr>
          <a:lstStyle/>
          <a:p>
            <a:pPr algn="ctr"/>
            <a:r>
              <a:rPr lang="en-US" sz="1400" b="1" i="1" err="1">
                <a:solidFill>
                  <a:srgbClr val="008A41"/>
                </a:solidFill>
                <a:latin typeface="Times New Roman" panose="02020603050405020304" pitchFamily="18" charset="0"/>
                <a:cs typeface="Times New Roman" panose="02020603050405020304" pitchFamily="18" charset="0"/>
              </a:rPr>
              <a:t>Chuqiao</a:t>
            </a:r>
            <a:r>
              <a:rPr lang="en-US" sz="1400" b="1" i="1">
                <a:solidFill>
                  <a:srgbClr val="008A41"/>
                </a:solidFill>
                <a:latin typeface="Times New Roman" panose="02020603050405020304" pitchFamily="18" charset="0"/>
                <a:cs typeface="Times New Roman" panose="02020603050405020304" pitchFamily="18" charset="0"/>
              </a:rPr>
              <a:t> Gu</a:t>
            </a:r>
          </a:p>
          <a:p>
            <a:pPr algn="ctr"/>
            <a:r>
              <a:rPr lang="en-US" sz="1400" b="1" i="1">
                <a:solidFill>
                  <a:srgbClr val="008A41"/>
                </a:solidFill>
                <a:latin typeface="Times New Roman" panose="02020603050405020304" pitchFamily="18" charset="0"/>
                <a:cs typeface="Times New Roman" panose="02020603050405020304" pitchFamily="18" charset="0"/>
              </a:rPr>
              <a:t>(</a:t>
            </a:r>
            <a:r>
              <a:rPr lang="en-US" altLang="zh-CN" sz="1400" b="1" i="1">
                <a:solidFill>
                  <a:srgbClr val="008A41"/>
                </a:solidFill>
                <a:latin typeface="Times New Roman" panose="02020603050405020304" pitchFamily="18" charset="0"/>
                <a:cs typeface="Times New Roman" panose="02020603050405020304" pitchFamily="18" charset="0"/>
              </a:rPr>
              <a:t>Google</a:t>
            </a:r>
            <a:r>
              <a:rPr lang="en-US" sz="1400" b="1" i="1">
                <a:solidFill>
                  <a:srgbClr val="008A41"/>
                </a:solidFill>
                <a:latin typeface="Times New Roman" panose="02020603050405020304" pitchFamily="18" charset="0"/>
                <a:cs typeface="Times New Roman" panose="02020603050405020304" pitchFamily="18" charset="0"/>
              </a:rPr>
              <a:t>, USA)</a:t>
            </a:r>
          </a:p>
        </p:txBody>
      </p:sp>
      <p:sp>
        <p:nvSpPr>
          <p:cNvPr id="8" name="TextBox 7">
            <a:extLst>
              <a:ext uri="{FF2B5EF4-FFF2-40B4-BE49-F238E27FC236}">
                <a16:creationId xmlns:a16="http://schemas.microsoft.com/office/drawing/2014/main" id="{2E95FD21-F693-D8E7-0134-AC077F28BE70}"/>
              </a:ext>
            </a:extLst>
          </p:cNvPr>
          <p:cNvSpPr txBox="1"/>
          <p:nvPr/>
        </p:nvSpPr>
        <p:spPr>
          <a:xfrm>
            <a:off x="9587671" y="3177237"/>
            <a:ext cx="1419013" cy="523220"/>
          </a:xfrm>
          <a:prstGeom prst="rect">
            <a:avLst/>
          </a:prstGeom>
          <a:noFill/>
        </p:spPr>
        <p:txBody>
          <a:bodyPr wrap="square">
            <a:spAutoFit/>
          </a:bodyPr>
          <a:lstStyle/>
          <a:p>
            <a:pPr algn="ctr"/>
            <a:r>
              <a:rPr lang="en-US" altLang="zh-CN" sz="1400" b="1" i="1" dirty="0">
                <a:solidFill>
                  <a:srgbClr val="008A41"/>
                </a:solidFill>
                <a:latin typeface="Times New Roman" panose="02020603050405020304" pitchFamily="18" charset="0"/>
                <a:cs typeface="Times New Roman" panose="02020603050405020304" pitchFamily="18" charset="0"/>
              </a:rPr>
              <a:t>Ge Cheng</a:t>
            </a:r>
            <a:endParaRPr lang="de-DE" sz="1400" b="1" i="1" dirty="0">
              <a:solidFill>
                <a:srgbClr val="008A41"/>
              </a:solidFill>
              <a:latin typeface="Times New Roman" panose="02020603050405020304" pitchFamily="18" charset="0"/>
              <a:cs typeface="Times New Roman" panose="02020603050405020304" pitchFamily="18" charset="0"/>
            </a:endParaRPr>
          </a:p>
          <a:p>
            <a:pPr algn="ctr"/>
            <a:r>
              <a:rPr lang="de-DE" sz="1400" b="1" i="1" dirty="0">
                <a:solidFill>
                  <a:srgbClr val="008A41"/>
                </a:solidFill>
                <a:latin typeface="Times New Roman" panose="02020603050405020304" pitchFamily="18" charset="0"/>
                <a:cs typeface="Times New Roman" panose="02020603050405020304" pitchFamily="18" charset="0"/>
              </a:rPr>
              <a:t>(UVS, USA)</a:t>
            </a:r>
            <a:endParaRPr lang="en-US" sz="1400" b="1" i="1" dirty="0">
              <a:solidFill>
                <a:srgbClr val="008A41"/>
              </a:solidFill>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25A05AC3-C6B2-C441-5B2B-13923AF6486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819866" y="1379285"/>
            <a:ext cx="1186817" cy="1780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4368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5"/>
          <p:cNvSpPr/>
          <p:nvPr/>
        </p:nvSpPr>
        <p:spPr>
          <a:xfrm>
            <a:off x="3602922" y="1379290"/>
            <a:ext cx="4070417" cy="1194365"/>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spc="-100">
                <a:solidFill>
                  <a:srgbClr val="008A41"/>
                </a:solidFill>
                <a:latin typeface="Times New Roman" panose="02020603050405020304" pitchFamily="18" charset="0"/>
                <a:cs typeface="Times New Roman" panose="02020603050405020304" pitchFamily="18" charset="0"/>
              </a:rPr>
              <a:t>Education Chairs</a:t>
            </a:r>
          </a:p>
          <a:p>
            <a:pPr marL="342900" indent="-342900">
              <a:spcBef>
                <a:spcPct val="20000"/>
              </a:spcBef>
              <a:spcAft>
                <a:spcPts val="100"/>
              </a:spcAft>
              <a:buClr>
                <a:srgbClr val="00B050"/>
              </a:buClr>
              <a:buFont typeface="Wingdings" panose="05000000000000000000" pitchFamily="2" charset="2"/>
              <a:buChar char="v"/>
            </a:pP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Fan Chen (Harvard Univ., USA)</a:t>
            </a:r>
          </a:p>
          <a:p>
            <a:pPr marL="342900" indent="-342900">
              <a:spcBef>
                <a:spcPct val="20000"/>
              </a:spcBef>
              <a:spcAft>
                <a:spcPts val="100"/>
              </a:spcAft>
              <a:buClr>
                <a:srgbClr val="00B050"/>
              </a:buClr>
              <a:buFont typeface="Wingdings" panose="05000000000000000000" pitchFamily="2" charset="2"/>
              <a:buChar char="v"/>
            </a:pP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Jenny Wan (Sage Hill Consulting, USA)</a:t>
            </a:r>
          </a:p>
          <a:p>
            <a:pPr marL="342900" indent="-342900">
              <a:spcBef>
                <a:spcPct val="20000"/>
              </a:spcBef>
              <a:spcAft>
                <a:spcPts val="100"/>
              </a:spcAft>
              <a:buClr>
                <a:srgbClr val="00B050"/>
              </a:buClr>
              <a:buFont typeface="Wingdings" panose="05000000000000000000" pitchFamily="2" charset="2"/>
              <a:buChar char="v"/>
            </a:pP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Bali Nelson (Nelson ESL Consulting, USA)</a:t>
            </a:r>
          </a:p>
        </p:txBody>
      </p:sp>
      <p:sp>
        <p:nvSpPr>
          <p:cNvPr id="44" name="Rectangle: Rounded Corners 9"/>
          <p:cNvSpPr/>
          <p:nvPr/>
        </p:nvSpPr>
        <p:spPr>
          <a:xfrm>
            <a:off x="7810642" y="1379289"/>
            <a:ext cx="3969878" cy="3201227"/>
          </a:xfrm>
          <a:prstGeom prst="roundRect">
            <a:avLst>
              <a:gd name="adj" fmla="val 6412"/>
            </a:avLst>
          </a:prstGeom>
          <a:solidFill>
            <a:srgbClr val="F5F8F6"/>
          </a:solidFill>
          <a:ln>
            <a:solidFill>
              <a:srgbClr val="C6DFC8"/>
            </a:solid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lnSpc>
                <a:spcPct val="150000"/>
              </a:lnSpc>
            </a:pPr>
            <a:r>
              <a:rPr lang="en-US" altLang="zh-CN" sz="2000" b="1">
                <a:solidFill>
                  <a:srgbClr val="008A41"/>
                </a:solidFill>
                <a:latin typeface="Times New Roman" panose="02020603050405020304" pitchFamily="18" charset="0"/>
                <a:cs typeface="Times New Roman" panose="02020603050405020304" pitchFamily="18" charset="0"/>
              </a:rPr>
              <a:t>Public Relation Chairs </a:t>
            </a:r>
          </a:p>
          <a:p>
            <a:pPr marL="342900" lvl="0" indent="-342900">
              <a:spcBef>
                <a:spcPct val="20000"/>
              </a:spcBef>
              <a:spcAft>
                <a:spcPts val="100"/>
              </a:spcAft>
              <a:buClr>
                <a:srgbClr val="00B050"/>
              </a:buClr>
              <a:buFont typeface="Wingdings" panose="05000000000000000000" pitchFamily="2" charset="2"/>
              <a:buChar char="v"/>
            </a:pP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Yohji Suhara (Community Technology Institute, Japan)</a:t>
            </a:r>
          </a:p>
          <a:p>
            <a:pPr marL="342900" lvl="0" indent="-342900">
              <a:spcBef>
                <a:spcPct val="20000"/>
              </a:spcBef>
              <a:spcAft>
                <a:spcPts val="100"/>
              </a:spcAft>
              <a:buClr>
                <a:srgbClr val="00B050"/>
              </a:buClr>
              <a:buFont typeface="Wingdings" panose="05000000000000000000" pitchFamily="2" charset="2"/>
              <a:buChar char="v"/>
            </a:pP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Javier Sanchez Medina (EU/ULPGC, Spain)</a:t>
            </a:r>
          </a:p>
          <a:p>
            <a:pPr marL="342900" lvl="0" indent="-342900">
              <a:spcBef>
                <a:spcPct val="20000"/>
              </a:spcBef>
              <a:spcAft>
                <a:spcPts val="100"/>
              </a:spcAft>
              <a:buClr>
                <a:srgbClr val="00B050"/>
              </a:buClr>
              <a:buFont typeface="Wingdings" panose="05000000000000000000" pitchFamily="2" charset="2"/>
              <a:buChar char="v"/>
            </a:pP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Toshimitsu Hamada (Tsukuba Gakuin Univ., Japan)</a:t>
            </a:r>
          </a:p>
          <a:p>
            <a:pPr marL="342900" lvl="0" indent="-342900">
              <a:spcBef>
                <a:spcPct val="20000"/>
              </a:spcBef>
              <a:spcAft>
                <a:spcPts val="100"/>
              </a:spcAft>
              <a:buClr>
                <a:srgbClr val="00B050"/>
              </a:buClr>
              <a:buFont typeface="Wingdings" panose="05000000000000000000" pitchFamily="2" charset="2"/>
              <a:buChar char="v"/>
            </a:pP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Junyi Yu (Columbia Univ., USA)</a:t>
            </a:r>
          </a:p>
          <a:p>
            <a:pPr marL="342900" lvl="0" indent="-342900">
              <a:spcBef>
                <a:spcPct val="20000"/>
              </a:spcBef>
              <a:spcAft>
                <a:spcPts val="100"/>
              </a:spcAft>
              <a:buClr>
                <a:srgbClr val="00B050"/>
              </a:buClr>
              <a:buFont typeface="Wingdings" panose="05000000000000000000" pitchFamily="2" charset="2"/>
              <a:buChar char="v"/>
            </a:pP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Mingyuan Hu (UVS-Nanjing, China)</a:t>
            </a:r>
          </a:p>
          <a:p>
            <a:pPr marL="342900" lvl="0" indent="-342900">
              <a:spcBef>
                <a:spcPct val="20000"/>
              </a:spcBef>
              <a:spcAft>
                <a:spcPts val="100"/>
              </a:spcAft>
              <a:buClr>
                <a:srgbClr val="00B050"/>
              </a:buClr>
              <a:buFont typeface="Wingdings" panose="05000000000000000000" pitchFamily="2" charset="2"/>
              <a:buChar char="v"/>
            </a:pP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Weimin Hong (UVS, USA)</a:t>
            </a:r>
          </a:p>
          <a:p>
            <a:pPr marL="342900" lvl="0" indent="-342900">
              <a:spcBef>
                <a:spcPct val="20000"/>
              </a:spcBef>
              <a:spcAft>
                <a:spcPts val="100"/>
              </a:spcAft>
              <a:buClr>
                <a:srgbClr val="00B050"/>
              </a:buClr>
              <a:buFont typeface="Wingdings" panose="05000000000000000000" pitchFamily="2" charset="2"/>
              <a:buChar char="v"/>
            </a:pP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Yulan Yang (SQIAST, China)</a:t>
            </a:r>
            <a:endPar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Rectangle: Rounded Corners 9"/>
          <p:cNvSpPr/>
          <p:nvPr/>
        </p:nvSpPr>
        <p:spPr>
          <a:xfrm>
            <a:off x="6790734" y="5068083"/>
            <a:ext cx="3949973" cy="936703"/>
          </a:xfrm>
          <a:prstGeom prst="roundRect">
            <a:avLst>
              <a:gd name="adj" fmla="val 6412"/>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2000" b="1" spc="-100">
                <a:solidFill>
                  <a:srgbClr val="008A41"/>
                </a:solidFill>
                <a:latin typeface="Times New Roman" panose="02020603050405020304" pitchFamily="18" charset="0"/>
                <a:cs typeface="Times New Roman" panose="02020603050405020304" pitchFamily="18" charset="0"/>
              </a:rPr>
              <a:t>Panel Discussion Chairs</a:t>
            </a:r>
          </a:p>
          <a:p>
            <a:pPr marL="342900" indent="-342900">
              <a:spcBef>
                <a:spcPct val="20000"/>
              </a:spcBef>
              <a:spcAft>
                <a:spcPts val="100"/>
              </a:spcAft>
              <a:buClr>
                <a:srgbClr val="00B050"/>
              </a:buClr>
              <a:buFont typeface="Wingdings" panose="05000000000000000000" pitchFamily="2" charset="2"/>
              <a:buChar char="v"/>
            </a:pP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Gene Fry (Global Warming Consu</a:t>
            </a:r>
            <a:r>
              <a:rPr lang="en-US" altLang="zh-CN"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ltant</a:t>
            </a: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USA)</a:t>
            </a:r>
          </a:p>
        </p:txBody>
      </p:sp>
      <p:sp>
        <p:nvSpPr>
          <p:cNvPr id="43" name="Rectangle: Rounded Corners 5"/>
          <p:cNvSpPr/>
          <p:nvPr/>
        </p:nvSpPr>
        <p:spPr>
          <a:xfrm>
            <a:off x="471474" y="1379290"/>
            <a:ext cx="2957524" cy="1194365"/>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2000" b="1" spc="-100">
                <a:solidFill>
                  <a:srgbClr val="008A41"/>
                </a:solidFill>
                <a:latin typeface="Times New Roman" panose="02020603050405020304" pitchFamily="18" charset="0"/>
                <a:cs typeface="Times New Roman" panose="02020603050405020304" pitchFamily="18" charset="0"/>
              </a:rPr>
              <a:t>Administrative Chairs</a:t>
            </a:r>
          </a:p>
          <a:p>
            <a:pPr marL="342900" indent="-342900">
              <a:spcBef>
                <a:spcPct val="20000"/>
              </a:spcBef>
              <a:spcAft>
                <a:spcPts val="100"/>
              </a:spcAft>
              <a:buClr>
                <a:srgbClr val="00B050"/>
              </a:buClr>
              <a:buFont typeface="Wingdings" panose="05000000000000000000" pitchFamily="2" charset="2"/>
              <a:buChar char="v"/>
            </a:pP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Jason Chang (UVS, USA)</a:t>
            </a:r>
          </a:p>
          <a:p>
            <a:pPr marL="342900" indent="-342900">
              <a:spcBef>
                <a:spcPct val="20000"/>
              </a:spcBef>
              <a:spcAft>
                <a:spcPts val="100"/>
              </a:spcAft>
              <a:buClr>
                <a:srgbClr val="00B050"/>
              </a:buClr>
              <a:buFont typeface="Wingdings" panose="05000000000000000000" pitchFamily="2" charset="2"/>
              <a:buChar char="v"/>
            </a:pP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Ryan VanBusum (UVS, USA)</a:t>
            </a:r>
          </a:p>
          <a:p>
            <a:pPr marL="342900" indent="-342900">
              <a:spcBef>
                <a:spcPct val="20000"/>
              </a:spcBef>
              <a:spcAft>
                <a:spcPts val="100"/>
              </a:spcAft>
              <a:buClr>
                <a:srgbClr val="00B050"/>
              </a:buClr>
              <a:buFont typeface="Wingdings" panose="05000000000000000000" pitchFamily="2" charset="2"/>
              <a:buChar char="v"/>
            </a:pP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Yilin Wang (UVS, USA)</a:t>
            </a:r>
            <a:endPar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Rectangle: Rounded Corners 5"/>
          <p:cNvSpPr/>
          <p:nvPr/>
        </p:nvSpPr>
        <p:spPr>
          <a:xfrm>
            <a:off x="2124159" y="5107257"/>
            <a:ext cx="2957525" cy="1024401"/>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2000" b="1" spc="-100">
                <a:solidFill>
                  <a:srgbClr val="008A41"/>
                </a:solidFill>
                <a:latin typeface="Times New Roman" panose="02020603050405020304" pitchFamily="18" charset="0"/>
                <a:cs typeface="Times New Roman" panose="02020603050405020304" pitchFamily="18" charset="0"/>
              </a:rPr>
              <a:t>Financial Chairs</a:t>
            </a:r>
          </a:p>
          <a:p>
            <a:pPr marL="342900" indent="-342900">
              <a:spcBef>
                <a:spcPct val="20000"/>
              </a:spcBef>
              <a:spcAft>
                <a:spcPts val="100"/>
              </a:spcAft>
              <a:buClr>
                <a:srgbClr val="00B050"/>
              </a:buClr>
              <a:buFont typeface="Wingdings" panose="05000000000000000000" pitchFamily="2" charset="2"/>
              <a:buChar char="v"/>
            </a:pPr>
            <a:r>
              <a:rPr lang="en-US" sz="1400" err="1">
                <a:solidFill>
                  <a:srgbClr val="008A41"/>
                </a:solidFill>
                <a:latin typeface="Times New Roman" panose="02020603050405020304" pitchFamily="18" charset="0"/>
                <a:ea typeface="宋体" panose="02010600030101010101" pitchFamily="2" charset="-122"/>
                <a:cs typeface="Times New Roman" panose="02020603050405020304" pitchFamily="18" charset="0"/>
              </a:rPr>
              <a:t>Zeyao</a:t>
            </a:r>
            <a:r>
              <a:rPr lang="en-US" sz="1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 Wang (Duke Univ., USA)</a:t>
            </a:r>
          </a:p>
          <a:p>
            <a:pPr marL="342900" indent="-342900">
              <a:spcBef>
                <a:spcPct val="20000"/>
              </a:spcBef>
              <a:spcAft>
                <a:spcPts val="100"/>
              </a:spcAft>
              <a:buClr>
                <a:srgbClr val="00B050"/>
              </a:buClr>
              <a:buFont typeface="Wingdings" panose="05000000000000000000" pitchFamily="2" charset="2"/>
              <a:buChar char="v"/>
            </a:pPr>
            <a:r>
              <a:rPr lang="en-US" sz="1400">
                <a:solidFill>
                  <a:srgbClr val="008A41"/>
                </a:solidFill>
                <a:latin typeface="Times New Roman" panose="02020603050405020304" pitchFamily="18" charset="0"/>
                <a:ea typeface="宋体" panose="02010600030101010101" pitchFamily="2" charset="-122"/>
                <a:cs typeface="Times New Roman" panose="02020603050405020304" pitchFamily="18" charset="0"/>
              </a:rPr>
              <a:t>Sophia Wei (UVS, USA)</a:t>
            </a:r>
          </a:p>
        </p:txBody>
      </p:sp>
      <p:sp>
        <p:nvSpPr>
          <p:cNvPr id="11" name="Rectangle: Rounded Corners 5"/>
          <p:cNvSpPr/>
          <p:nvPr/>
        </p:nvSpPr>
        <p:spPr>
          <a:xfrm>
            <a:off x="3566300" y="3100395"/>
            <a:ext cx="4070417" cy="1741625"/>
          </a:xfrm>
          <a:prstGeom prst="roundRect">
            <a:avLst>
              <a:gd name="adj" fmla="val 4930"/>
            </a:avLst>
          </a:prstGeom>
          <a:solidFill>
            <a:srgbClr val="F5F8F6"/>
          </a:solidFill>
          <a:ln>
            <a:solidFill>
              <a:srgbClr val="C6DFC8"/>
            </a:solid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2000" b="1" spc="-100">
                <a:solidFill>
                  <a:srgbClr val="008A41"/>
                </a:solidFill>
                <a:latin typeface="Times New Roman" panose="02020603050405020304" pitchFamily="18" charset="0"/>
                <a:cs typeface="Times New Roman" panose="02020603050405020304" pitchFamily="18" charset="0"/>
              </a:rPr>
              <a:t>Media Chairs</a:t>
            </a:r>
          </a:p>
          <a:p>
            <a:pPr marL="342900" indent="-342900">
              <a:spcBef>
                <a:spcPct val="20000"/>
              </a:spcBef>
              <a:spcAft>
                <a:spcPts val="100"/>
              </a:spcAft>
              <a:buClr>
                <a:srgbClr val="00B050"/>
              </a:buClr>
              <a:buFont typeface="Wingdings" panose="05000000000000000000" pitchFamily="2" charset="2"/>
              <a:buChar char="v"/>
            </a:pPr>
            <a:r>
              <a:rPr lang="en-US" altLang="zh-CN" i="1">
                <a:solidFill>
                  <a:srgbClr val="008A41"/>
                </a:solidFill>
                <a:latin typeface="Times New Roman" panose="02020603050405020304" pitchFamily="18" charset="0"/>
                <a:cs typeface="Times New Roman" panose="02020603050405020304" pitchFamily="18" charset="0"/>
              </a:rPr>
              <a:t>Yanyan Li</a:t>
            </a:r>
            <a:r>
              <a:rPr lang="en-US"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(Sichuan Univ., China)</a:t>
            </a:r>
            <a:endParaRPr lang="it-IT" i="1">
              <a:solidFill>
                <a:srgbClr val="008A41"/>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ct val="20000"/>
              </a:spcBef>
              <a:spcAft>
                <a:spcPts val="100"/>
              </a:spcAft>
              <a:buClr>
                <a:srgbClr val="00B050"/>
              </a:buClr>
              <a:buFont typeface="Wingdings" panose="05000000000000000000" pitchFamily="2" charset="2"/>
              <a:buChar char="v"/>
            </a:pPr>
            <a:r>
              <a:rPr lang="it-IT"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Ronghua Chen (Oriental Foco Films, Singapore)</a:t>
            </a:r>
          </a:p>
          <a:p>
            <a:pPr marL="342900" indent="-342900">
              <a:spcBef>
                <a:spcPct val="20000"/>
              </a:spcBef>
              <a:spcAft>
                <a:spcPts val="100"/>
              </a:spcAft>
              <a:buClr>
                <a:srgbClr val="00B050"/>
              </a:buClr>
              <a:buFont typeface="Wingdings" panose="05000000000000000000" pitchFamily="2" charset="2"/>
              <a:buChar char="v"/>
            </a:pP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Lan </a:t>
            </a:r>
            <a:r>
              <a:rPr lang="en-US" altLang="zh-CN" sz="1400" i="1" err="1">
                <a:solidFill>
                  <a:srgbClr val="008A41"/>
                </a:solidFill>
                <a:latin typeface="Times New Roman" panose="02020603050405020304" pitchFamily="18" charset="0"/>
                <a:ea typeface="宋体" panose="02010600030101010101" pitchFamily="2" charset="-122"/>
                <a:cs typeface="Times New Roman" panose="02020603050405020304" pitchFamily="18" charset="0"/>
              </a:rPr>
              <a:t>Huo</a:t>
            </a:r>
            <a:r>
              <a:rPr lang="en-US" altLang="zh-CN"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a:t>
            </a: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(UVS, USA)</a:t>
            </a:r>
          </a:p>
          <a:p>
            <a:pPr marL="342900" indent="-342900">
              <a:spcBef>
                <a:spcPct val="20000"/>
              </a:spcBef>
              <a:spcAft>
                <a:spcPts val="100"/>
              </a:spcAft>
              <a:buClr>
                <a:srgbClr val="00B050"/>
              </a:buClr>
              <a:buFont typeface="Wingdings" panose="05000000000000000000" pitchFamily="2" charset="2"/>
              <a:buChar char="v"/>
            </a:pP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Benjamin Cheung (Architectural Illusions, USA)</a:t>
            </a:r>
          </a:p>
        </p:txBody>
      </p:sp>
      <p:sp>
        <p:nvSpPr>
          <p:cNvPr id="13" name="Rectangle: Rounded Corners 5"/>
          <p:cNvSpPr/>
          <p:nvPr/>
        </p:nvSpPr>
        <p:spPr>
          <a:xfrm>
            <a:off x="471473" y="3100395"/>
            <a:ext cx="2957524" cy="1480122"/>
          </a:xfrm>
          <a:prstGeom prst="roundRect">
            <a:avLst>
              <a:gd name="adj" fmla="val 4930"/>
            </a:avLst>
          </a:prstGeom>
          <a:solidFill>
            <a:srgbClr val="F5F8F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2000" b="1" spc="-100">
                <a:solidFill>
                  <a:srgbClr val="008A41"/>
                </a:solidFill>
                <a:latin typeface="Times New Roman" panose="02020603050405020304" pitchFamily="18" charset="0"/>
                <a:cs typeface="Times New Roman" panose="02020603050405020304" pitchFamily="18" charset="0"/>
              </a:rPr>
              <a:t>City Forum Chairs</a:t>
            </a:r>
          </a:p>
          <a:p>
            <a:pPr marL="342900" indent="-342900">
              <a:spcBef>
                <a:spcPct val="20000"/>
              </a:spcBef>
              <a:spcAft>
                <a:spcPts val="100"/>
              </a:spcAft>
              <a:buClr>
                <a:srgbClr val="00B050"/>
              </a:buClr>
              <a:buFont typeface="Wingdings" panose="05000000000000000000" pitchFamily="2" charset="2"/>
              <a:buChar char="v"/>
            </a:pPr>
            <a:r>
              <a:rPr lang="en-US" sz="1400" i="1" err="1">
                <a:solidFill>
                  <a:srgbClr val="008A41"/>
                </a:solidFill>
                <a:latin typeface="Times New Roman" panose="02020603050405020304" pitchFamily="18" charset="0"/>
                <a:ea typeface="宋体" panose="02010600030101010101" pitchFamily="2" charset="-122"/>
                <a:cs typeface="Times New Roman" panose="02020603050405020304" pitchFamily="18" charset="0"/>
              </a:rPr>
              <a:t>Huibo</a:t>
            </a: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Liu (Fortune Talent LLC, China)</a:t>
            </a:r>
          </a:p>
          <a:p>
            <a:pPr marL="342900" indent="-342900">
              <a:spcBef>
                <a:spcPct val="20000"/>
              </a:spcBef>
              <a:spcAft>
                <a:spcPts val="100"/>
              </a:spcAft>
              <a:buClr>
                <a:srgbClr val="00B050"/>
              </a:buClr>
              <a:buFont typeface="Wingdings" panose="05000000000000000000" pitchFamily="2" charset="2"/>
              <a:buChar char="v"/>
            </a:pP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Heng Ding (Joy Wisdom, China)</a:t>
            </a:r>
          </a:p>
          <a:p>
            <a:pPr marL="342900" indent="-342900">
              <a:spcBef>
                <a:spcPct val="20000"/>
              </a:spcBef>
              <a:spcAft>
                <a:spcPts val="100"/>
              </a:spcAft>
              <a:buClr>
                <a:srgbClr val="00B050"/>
              </a:buClr>
              <a:buFont typeface="Wingdings" panose="05000000000000000000" pitchFamily="2" charset="2"/>
              <a:buChar char="v"/>
            </a:pPr>
            <a:r>
              <a:rPr lang="en-US" sz="1400" i="1" err="1">
                <a:solidFill>
                  <a:srgbClr val="008A41"/>
                </a:solidFill>
                <a:latin typeface="Times New Roman" panose="02020603050405020304" pitchFamily="18" charset="0"/>
                <a:ea typeface="宋体" panose="02010600030101010101" pitchFamily="2" charset="-122"/>
                <a:cs typeface="Times New Roman" panose="02020603050405020304" pitchFamily="18" charset="0"/>
              </a:rPr>
              <a:t>Qinghe</a:t>
            </a: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Kong (</a:t>
            </a:r>
            <a:r>
              <a:rPr lang="en-US" sz="1400" i="1" err="1">
                <a:solidFill>
                  <a:srgbClr val="008A41"/>
                </a:solidFill>
                <a:latin typeface="Times New Roman" panose="02020603050405020304" pitchFamily="18" charset="0"/>
                <a:ea typeface="宋体" panose="02010600030101010101" pitchFamily="2" charset="-122"/>
                <a:cs typeface="Times New Roman" panose="02020603050405020304" pitchFamily="18" charset="0"/>
              </a:rPr>
              <a:t>Jiyuan</a:t>
            </a:r>
            <a:r>
              <a:rPr lang="en-US" sz="1400" i="1">
                <a:solidFill>
                  <a:srgbClr val="008A41"/>
                </a:solidFill>
                <a:latin typeface="Times New Roman" panose="02020603050405020304" pitchFamily="18" charset="0"/>
                <a:ea typeface="宋体" panose="02010600030101010101" pitchFamily="2" charset="-122"/>
                <a:cs typeface="Times New Roman" panose="02020603050405020304" pitchFamily="18" charset="0"/>
              </a:rPr>
              <a:t>, China)</a:t>
            </a:r>
          </a:p>
        </p:txBody>
      </p:sp>
      <p:sp>
        <p:nvSpPr>
          <p:cNvPr id="3" name="文本占位符 2">
            <a:extLst>
              <a:ext uri="{FF2B5EF4-FFF2-40B4-BE49-F238E27FC236}">
                <a16:creationId xmlns:a16="http://schemas.microsoft.com/office/drawing/2014/main" id="{F20C92A3-4F99-49C8-88B1-2977DCB9A944}"/>
              </a:ext>
            </a:extLst>
          </p:cNvPr>
          <p:cNvSpPr>
            <a:spLocks noGrp="1"/>
          </p:cNvSpPr>
          <p:nvPr>
            <p:ph type="body" sz="quarter" idx="10"/>
          </p:nvPr>
        </p:nvSpPr>
        <p:spPr/>
        <p:txBody>
          <a:bodyPr/>
          <a:lstStyle/>
          <a:p>
            <a:r>
              <a:rPr lang="en-US" altLang="zh-CN"/>
              <a:t>IEEE UV2026 Program Committee</a:t>
            </a: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600" fill="hold"/>
                                        <p:tgtEl>
                                          <p:spTgt spid="43"/>
                                        </p:tgtEl>
                                        <p:attrNameLst>
                                          <p:attrName>ppt_x</p:attrName>
                                        </p:attrNameLst>
                                      </p:cBhvr>
                                      <p:tavLst>
                                        <p:tav tm="0">
                                          <p:val>
                                            <p:strVal val="0-#ppt_w/2"/>
                                          </p:val>
                                        </p:tav>
                                        <p:tav tm="100000">
                                          <p:val>
                                            <p:strVal val="#ppt_x"/>
                                          </p:val>
                                        </p:tav>
                                      </p:tavLst>
                                    </p:anim>
                                    <p:anim calcmode="lin" valueType="num">
                                      <p:cBhvr additive="base">
                                        <p:cTn id="8" dur="6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600" fill="hold"/>
                                        <p:tgtEl>
                                          <p:spTgt spid="10"/>
                                        </p:tgtEl>
                                        <p:attrNameLst>
                                          <p:attrName>ppt_x</p:attrName>
                                        </p:attrNameLst>
                                      </p:cBhvr>
                                      <p:tavLst>
                                        <p:tav tm="0">
                                          <p:val>
                                            <p:strVal val="0-#ppt_w/2"/>
                                          </p:val>
                                        </p:tav>
                                        <p:tav tm="100000">
                                          <p:val>
                                            <p:strVal val="#ppt_x"/>
                                          </p:val>
                                        </p:tav>
                                      </p:tavLst>
                                    </p:anim>
                                    <p:anim calcmode="lin" valueType="num">
                                      <p:cBhvr additive="base">
                                        <p:cTn id="12" dur="600" fill="hold"/>
                                        <p:tgtEl>
                                          <p:spTgt spid="10"/>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600" fill="hold"/>
                                        <p:tgtEl>
                                          <p:spTgt spid="19"/>
                                        </p:tgtEl>
                                        <p:attrNameLst>
                                          <p:attrName>ppt_x</p:attrName>
                                        </p:attrNameLst>
                                      </p:cBhvr>
                                      <p:tavLst>
                                        <p:tav tm="0">
                                          <p:val>
                                            <p:strVal val="0-#ppt_w/2"/>
                                          </p:val>
                                        </p:tav>
                                        <p:tav tm="100000">
                                          <p:val>
                                            <p:strVal val="#ppt_x"/>
                                          </p:val>
                                        </p:tav>
                                      </p:tavLst>
                                    </p:anim>
                                    <p:anim calcmode="lin" valueType="num">
                                      <p:cBhvr additive="base">
                                        <p:cTn id="16" dur="60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600" fill="hold"/>
                                        <p:tgtEl>
                                          <p:spTgt spid="13"/>
                                        </p:tgtEl>
                                        <p:attrNameLst>
                                          <p:attrName>ppt_x</p:attrName>
                                        </p:attrNameLst>
                                      </p:cBhvr>
                                      <p:tavLst>
                                        <p:tav tm="0">
                                          <p:val>
                                            <p:strVal val="0-#ppt_w/2"/>
                                          </p:val>
                                        </p:tav>
                                        <p:tav tm="100000">
                                          <p:val>
                                            <p:strVal val="#ppt_x"/>
                                          </p:val>
                                        </p:tav>
                                      </p:tavLst>
                                    </p:anim>
                                    <p:anim calcmode="lin" valueType="num">
                                      <p:cBhvr additive="base">
                                        <p:cTn id="20" dur="600" fill="hold"/>
                                        <p:tgtEl>
                                          <p:spTgt spid="1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600" fill="hold"/>
                                        <p:tgtEl>
                                          <p:spTgt spid="11"/>
                                        </p:tgtEl>
                                        <p:attrNameLst>
                                          <p:attrName>ppt_x</p:attrName>
                                        </p:attrNameLst>
                                      </p:cBhvr>
                                      <p:tavLst>
                                        <p:tav tm="0">
                                          <p:val>
                                            <p:strVal val="0-#ppt_w/2"/>
                                          </p:val>
                                        </p:tav>
                                        <p:tav tm="100000">
                                          <p:val>
                                            <p:strVal val="#ppt_x"/>
                                          </p:val>
                                        </p:tav>
                                      </p:tavLst>
                                    </p:anim>
                                    <p:anim calcmode="lin" valueType="num">
                                      <p:cBhvr additive="base">
                                        <p:cTn id="24" dur="600" fill="hold"/>
                                        <p:tgtEl>
                                          <p:spTgt spid="11"/>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600" fill="hold"/>
                                        <p:tgtEl>
                                          <p:spTgt spid="44"/>
                                        </p:tgtEl>
                                        <p:attrNameLst>
                                          <p:attrName>ppt_x</p:attrName>
                                        </p:attrNameLst>
                                      </p:cBhvr>
                                      <p:tavLst>
                                        <p:tav tm="0">
                                          <p:val>
                                            <p:strVal val="0-#ppt_w/2"/>
                                          </p:val>
                                        </p:tav>
                                        <p:tav tm="100000">
                                          <p:val>
                                            <p:strVal val="#ppt_x"/>
                                          </p:val>
                                        </p:tav>
                                      </p:tavLst>
                                    </p:anim>
                                    <p:anim calcmode="lin" valueType="num">
                                      <p:cBhvr additive="base">
                                        <p:cTn id="28" dur="600" fill="hold"/>
                                        <p:tgtEl>
                                          <p:spTgt spid="44"/>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600" fill="hold"/>
                                        <p:tgtEl>
                                          <p:spTgt spid="37"/>
                                        </p:tgtEl>
                                        <p:attrNameLst>
                                          <p:attrName>ppt_x</p:attrName>
                                        </p:attrNameLst>
                                      </p:cBhvr>
                                      <p:tavLst>
                                        <p:tav tm="0">
                                          <p:val>
                                            <p:strVal val="0-#ppt_w/2"/>
                                          </p:val>
                                        </p:tav>
                                        <p:tav tm="100000">
                                          <p:val>
                                            <p:strVal val="#ppt_x"/>
                                          </p:val>
                                        </p:tav>
                                      </p:tavLst>
                                    </p:anim>
                                    <p:anim calcmode="lin" valueType="num">
                                      <p:cBhvr additive="base">
                                        <p:cTn id="32" dur="6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44" grpId="0" animBg="1"/>
      <p:bldP spid="37" grpId="0" animBg="1"/>
      <p:bldP spid="43" grpId="0" animBg="1"/>
      <p:bldP spid="10" grpId="0" animBg="1"/>
      <p:bldP spid="11"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C96783-8650-527F-1D86-92CEB09710C7}"/>
              </a:ext>
            </a:extLst>
          </p:cNvPr>
          <p:cNvSpPr/>
          <p:nvPr/>
        </p:nvSpPr>
        <p:spPr>
          <a:xfrm>
            <a:off x="1260088" y="680224"/>
            <a:ext cx="9973403" cy="5642517"/>
          </a:xfrm>
          <a:prstGeom prst="rect">
            <a:avLst/>
          </a:prstGeom>
          <a:solidFill>
            <a:schemeClr val="accent6">
              <a:lumMod val="20000"/>
              <a:lumOff val="80000"/>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9">
            <a:extLst>
              <a:ext uri="{FF2B5EF4-FFF2-40B4-BE49-F238E27FC236}">
                <a16:creationId xmlns:a16="http://schemas.microsoft.com/office/drawing/2014/main" id="{39552EE3-00BE-41B8-9FE1-1D02B8F06F93}"/>
              </a:ext>
            </a:extLst>
          </p:cNvPr>
          <p:cNvSpPr txBox="1"/>
          <p:nvPr/>
        </p:nvSpPr>
        <p:spPr>
          <a:xfrm>
            <a:off x="2915479" y="3676398"/>
            <a:ext cx="6298519" cy="1384995"/>
          </a:xfrm>
          <a:prstGeom prst="rect">
            <a:avLst/>
          </a:prstGeom>
          <a:noFill/>
        </p:spPr>
        <p:txBody>
          <a:bodyPr wrap="none" rtlCol="0">
            <a:spAutoFit/>
          </a:bodyPr>
          <a:lstStyle/>
          <a:p>
            <a:pPr algn="ctr"/>
            <a:r>
              <a:rPr lang="en-US" altLang="zh-CN" sz="2800" b="1">
                <a:solidFill>
                  <a:srgbClr val="008A41"/>
                </a:solidFill>
                <a:latin typeface="Times New Roman" panose="02020603050405020304" pitchFamily="18" charset="0"/>
                <a:ea typeface="黑体" panose="02010609060101010101" pitchFamily="49" charset="-122"/>
                <a:cs typeface="Times New Roman" panose="02020603050405020304" pitchFamily="18" charset="0"/>
              </a:rPr>
              <a:t>Following the Successful IEEE UV2022,</a:t>
            </a:r>
          </a:p>
          <a:p>
            <a:pPr algn="ctr"/>
            <a:r>
              <a:rPr lang="en-US" altLang="zh-CN" sz="2800" b="1">
                <a:solidFill>
                  <a:srgbClr val="008A41"/>
                </a:solidFill>
                <a:latin typeface="Times New Roman" panose="02020603050405020304" pitchFamily="18" charset="0"/>
                <a:ea typeface="黑体" panose="02010609060101010101" pitchFamily="49" charset="-122"/>
                <a:cs typeface="Times New Roman" panose="02020603050405020304" pitchFamily="18" charset="0"/>
              </a:rPr>
              <a:t>IEEE UV2026 will be Held </a:t>
            </a:r>
          </a:p>
          <a:p>
            <a:pPr algn="ctr"/>
            <a:r>
              <a:rPr lang="en-US" altLang="zh-CN" sz="2800" b="1">
                <a:solidFill>
                  <a:srgbClr val="008A41"/>
                </a:solidFill>
                <a:latin typeface="Times New Roman" panose="02020603050405020304" pitchFamily="18" charset="0"/>
                <a:ea typeface="黑体" panose="02010609060101010101" pitchFamily="49" charset="-122"/>
                <a:cs typeface="Times New Roman" panose="02020603050405020304" pitchFamily="18" charset="0"/>
              </a:rPr>
              <a:t>Virtually &amp; Locally</a:t>
            </a:r>
          </a:p>
        </p:txBody>
      </p:sp>
      <p:sp>
        <p:nvSpPr>
          <p:cNvPr id="34" name="文本框 33">
            <a:extLst>
              <a:ext uri="{FF2B5EF4-FFF2-40B4-BE49-F238E27FC236}">
                <a16:creationId xmlns:a16="http://schemas.microsoft.com/office/drawing/2014/main" id="{97E355C1-5A02-48A0-9316-EA57C0A4AFF0}"/>
              </a:ext>
            </a:extLst>
          </p:cNvPr>
          <p:cNvSpPr txBox="1"/>
          <p:nvPr/>
        </p:nvSpPr>
        <p:spPr>
          <a:xfrm>
            <a:off x="958509" y="2439597"/>
            <a:ext cx="10579781" cy="769441"/>
          </a:xfrm>
          <a:prstGeom prst="rect">
            <a:avLst/>
          </a:prstGeom>
          <a:noFill/>
          <a:effectLst>
            <a:glow rad="63500">
              <a:srgbClr val="73AE52">
                <a:alpha val="40000"/>
              </a:srgbClr>
            </a:glow>
          </a:effectLst>
        </p:spPr>
        <p:txBody>
          <a:bodyPr wrap="square" rtlCol="0">
            <a:spAutoFit/>
          </a:bodyPr>
          <a:lstStyle/>
          <a:p>
            <a:pPr algn="ctr"/>
            <a:r>
              <a:rPr lang="en-US" altLang="zh-CN" sz="4400" b="1">
                <a:solidFill>
                  <a:srgbClr val="008A41"/>
                </a:solidFill>
                <a:latin typeface="Times New Roman" panose="02020603050405020304" pitchFamily="18" charset="0"/>
                <a:ea typeface="黑体" panose="02010609060101010101" pitchFamily="49" charset="-122"/>
                <a:cs typeface="Times New Roman" panose="02020603050405020304" pitchFamily="18" charset="0"/>
              </a:rPr>
              <a:t>Dates: October 19 - 22 , 2026</a:t>
            </a:r>
            <a:endParaRPr lang="zh-CN" altLang="en-US" sz="4400" b="1">
              <a:solidFill>
                <a:srgbClr val="008A4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6" name="Rectangle 3">
            <a:extLst>
              <a:ext uri="{FF2B5EF4-FFF2-40B4-BE49-F238E27FC236}">
                <a16:creationId xmlns:a16="http://schemas.microsoft.com/office/drawing/2014/main" id="{F1FC0EF2-7E1A-42FB-A8FE-583679D92C45}"/>
              </a:ext>
            </a:extLst>
          </p:cNvPr>
          <p:cNvSpPr/>
          <p:nvPr/>
        </p:nvSpPr>
        <p:spPr>
          <a:xfrm>
            <a:off x="2790108" y="5325404"/>
            <a:ext cx="6916584" cy="707886"/>
          </a:xfrm>
          <a:prstGeom prst="rect">
            <a:avLst/>
          </a:prstGeom>
        </p:spPr>
        <p:txBody>
          <a:bodyPr wrap="square">
            <a:spAutoFit/>
          </a:bodyPr>
          <a:lstStyle/>
          <a:p>
            <a:pPr algn="ctr"/>
            <a:r>
              <a:rPr lang="en-US" sz="2000" b="1" u="sng">
                <a:solidFill>
                  <a:srgbClr val="008A41"/>
                </a:solidFill>
                <a:latin typeface="Times New Roman" panose="02020603050405020304" pitchFamily="18" charset="0"/>
                <a:ea typeface="黑体" panose="02010609060101010101" pitchFamily="49" charset="-122"/>
                <a:cs typeface="Times New Roman" panose="02020603050405020304" pitchFamily="18" charset="0"/>
              </a:rPr>
              <a:t>Email : uv.conf.committee@universal-village.org</a:t>
            </a:r>
          </a:p>
          <a:p>
            <a:pPr algn="ctr"/>
            <a:r>
              <a:rPr lang="en-US" altLang="zh-CN" sz="2000" b="1" u="sng">
                <a:solidFill>
                  <a:srgbClr val="008A41"/>
                </a:solidFill>
                <a:latin typeface="Times New Roman" panose="02020603050405020304" pitchFamily="18" charset="0"/>
                <a:ea typeface="黑体" panose="02010609060101010101" pitchFamily="49" charset="-122"/>
                <a:cs typeface="Times New Roman" panose="02020603050405020304" pitchFamily="18" charset="0"/>
                <a:hlinkClick r:id="rId3">
                  <a:extLst>
                    <a:ext uri="{A12FA001-AC4F-418D-AE19-62706E023703}">
                      <ahyp:hlinkClr xmlns:ahyp="http://schemas.microsoft.com/office/drawing/2018/hyperlinkcolor" val="tx"/>
                    </a:ext>
                  </a:extLst>
                </a:hlinkClick>
              </a:rPr>
              <a:t>Website </a:t>
            </a:r>
            <a:r>
              <a:rPr lang="zh-CN" altLang="en-US" sz="2000" b="1" u="sng">
                <a:solidFill>
                  <a:srgbClr val="008A41"/>
                </a:solidFill>
                <a:latin typeface="Times New Roman" panose="02020603050405020304" pitchFamily="18" charset="0"/>
                <a:ea typeface="黑体" panose="02010609060101010101" pitchFamily="49" charset="-122"/>
                <a:cs typeface="Times New Roman" panose="02020603050405020304" pitchFamily="18" charset="0"/>
                <a:hlinkClick r:id="rId3">
                  <a:extLst>
                    <a:ext uri="{A12FA001-AC4F-418D-AE19-62706E023703}">
                      <ahyp:hlinkClr xmlns:ahyp="http://schemas.microsoft.com/office/drawing/2018/hyperlinkcolor" val="tx"/>
                    </a:ext>
                  </a:extLst>
                </a:hlinkClick>
              </a:rPr>
              <a:t>：</a:t>
            </a:r>
            <a:r>
              <a:rPr lang="en-US" altLang="zh-CN" sz="2000" b="1" u="sng">
                <a:solidFill>
                  <a:srgbClr val="008A41"/>
                </a:solidFill>
                <a:latin typeface="Times New Roman" panose="02020603050405020304" pitchFamily="18" charset="0"/>
                <a:ea typeface="黑体" panose="02010609060101010101" pitchFamily="49" charset="-122"/>
                <a:cs typeface="Times New Roman" panose="02020603050405020304" pitchFamily="18" charset="0"/>
                <a:hlinkClick r:id="rId3">
                  <a:extLst>
                    <a:ext uri="{A12FA001-AC4F-418D-AE19-62706E023703}">
                      <ahyp:hlinkClr xmlns:ahyp="http://schemas.microsoft.com/office/drawing/2018/hyperlinkcolor" val="tx"/>
                    </a:ext>
                  </a:extLst>
                </a:hlinkClick>
              </a:rPr>
              <a:t>https://</a:t>
            </a:r>
            <a:r>
              <a:rPr lang="en-US" sz="2000" b="1" u="sng">
                <a:solidFill>
                  <a:srgbClr val="008A41"/>
                </a:solidFill>
                <a:latin typeface="Times New Roman" panose="02020603050405020304" pitchFamily="18" charset="0"/>
                <a:ea typeface="黑体" panose="02010609060101010101" pitchFamily="49" charset="-122"/>
                <a:cs typeface="Times New Roman" panose="02020603050405020304" pitchFamily="18" charset="0"/>
                <a:hlinkClick r:id="rId3">
                  <a:extLst>
                    <a:ext uri="{A12FA001-AC4F-418D-AE19-62706E023703}">
                      <ahyp:hlinkClr xmlns:ahyp="http://schemas.microsoft.com/office/drawing/2018/hyperlinkcolor" val="tx"/>
                    </a:ext>
                  </a:extLst>
                </a:hlinkClick>
              </a:rPr>
              <a:t>www.UniversalVillage.org</a:t>
            </a:r>
            <a:endParaRPr lang="en-US" sz="2000" b="1" u="sng">
              <a:solidFill>
                <a:srgbClr val="008A4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文本占位符 12">
            <a:extLst>
              <a:ext uri="{FF2B5EF4-FFF2-40B4-BE49-F238E27FC236}">
                <a16:creationId xmlns:a16="http://schemas.microsoft.com/office/drawing/2014/main" id="{72C75DA9-D0DB-4257-80E5-6EFD2A5DA36E}"/>
              </a:ext>
            </a:extLst>
          </p:cNvPr>
          <p:cNvSpPr>
            <a:spLocks noGrp="1"/>
          </p:cNvSpPr>
          <p:nvPr>
            <p:ph type="body" sz="quarter" idx="13"/>
          </p:nvPr>
        </p:nvSpPr>
        <p:spPr>
          <a:xfrm>
            <a:off x="516673" y="1029016"/>
            <a:ext cx="10415239" cy="727947"/>
          </a:xfrm>
        </p:spPr>
        <p:txBody>
          <a:bodyPr>
            <a:noAutofit/>
          </a:bodyPr>
          <a:lstStyle/>
          <a:p>
            <a:pPr>
              <a:lnSpc>
                <a:spcPct val="100000"/>
              </a:lnSpc>
            </a:pPr>
            <a:r>
              <a:rPr lang="en-US" altLang="zh-CN" sz="5400">
                <a:solidFill>
                  <a:srgbClr val="008A41"/>
                </a:solidFill>
                <a:latin typeface="Times New Roman" panose="02020603050405020304"/>
                <a:ea typeface="+mj-ea"/>
                <a:cs typeface="Times New Roman" panose="02020603050405020304"/>
              </a:rPr>
              <a:t> </a:t>
            </a:r>
            <a:r>
              <a:rPr lang="en-US" altLang="zh-CN" sz="5400">
                <a:solidFill>
                  <a:srgbClr val="008A41"/>
                </a:solidFill>
                <a:latin typeface="Times New Roman" panose="02020603050405020304" pitchFamily="18" charset="0"/>
                <a:cs typeface="Times New Roman" panose="02020603050405020304" pitchFamily="18" charset="0"/>
              </a:rPr>
              <a:t>IEEE </a:t>
            </a:r>
            <a:r>
              <a:rPr lang="en-US" altLang="zh-CN" sz="5400">
                <a:solidFill>
                  <a:srgbClr val="008A41"/>
                </a:solidFill>
              </a:rPr>
              <a:t>UV2026 Dates and Venues</a:t>
            </a:r>
            <a:endParaRPr lang="zh-CN" altLang="en-US" sz="5400">
              <a:solidFill>
                <a:srgbClr val="008A41"/>
              </a:solidFill>
            </a:endParaRPr>
          </a:p>
        </p:txBody>
      </p:sp>
    </p:spTree>
    <p:extLst>
      <p:ext uri="{BB962C8B-B14F-4D97-AF65-F5344CB8AC3E}">
        <p14:creationId xmlns:p14="http://schemas.microsoft.com/office/powerpoint/2010/main" val="35296469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F87D8-82EF-D865-2A73-1E201DB8EE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8484EFBA-F815-42CC-CBAB-0336558004D4}"/>
              </a:ext>
            </a:extLst>
          </p:cNvPr>
          <p:cNvSpPr/>
          <p:nvPr/>
        </p:nvSpPr>
        <p:spPr>
          <a:xfrm>
            <a:off x="4380966" y="1742100"/>
            <a:ext cx="7826006" cy="3755451"/>
          </a:xfrm>
          <a:prstGeom prst="roundRect">
            <a:avLst/>
          </a:prstGeom>
          <a:solidFill>
            <a:srgbClr val="F3FF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Times New Roman" panose="02020603050405020304" pitchFamily="18" charset="0"/>
                <a:ea typeface="宋体" panose="02010600030101010101" pitchFamily="2" charset="-122"/>
                <a:cs typeface="Times New Roman" panose="02020603050405020304" pitchFamily="18" charset="0"/>
              </a:rPr>
              <a:t>11</a:t>
            </a:r>
          </a:p>
        </p:txBody>
      </p:sp>
      <p:sp>
        <p:nvSpPr>
          <p:cNvPr id="76" name="Rectangle 75">
            <a:extLst>
              <a:ext uri="{FF2B5EF4-FFF2-40B4-BE49-F238E27FC236}">
                <a16:creationId xmlns:a16="http://schemas.microsoft.com/office/drawing/2014/main" id="{C95AFFEB-C533-2F2C-D240-6BB1922B01EB}"/>
              </a:ext>
            </a:extLst>
          </p:cNvPr>
          <p:cNvSpPr/>
          <p:nvPr/>
        </p:nvSpPr>
        <p:spPr>
          <a:xfrm>
            <a:off x="4560404" y="2949063"/>
            <a:ext cx="3165788" cy="1200329"/>
          </a:xfrm>
          <a:prstGeom prst="rect">
            <a:avLst/>
          </a:prstGeom>
        </p:spPr>
        <p:txBody>
          <a:bodyPr wrap="square" lIns="91440" tIns="45720" rIns="91440" bIns="45720" anchor="t">
            <a:spAutoFit/>
          </a:bodyPr>
          <a:lstStyle/>
          <a:p>
            <a:r>
              <a:rPr lang="en-US" sz="2400" b="1">
                <a:solidFill>
                  <a:srgbClr val="2FA453"/>
                </a:solidFill>
                <a:latin typeface="Times New Roman" panose="02020603050405020304" pitchFamily="18" charset="0"/>
                <a:ea typeface="宋体" panose="02010600030101010101" pitchFamily="2" charset="-122"/>
                <a:cs typeface="Times New Roman" panose="02020603050405020304" pitchFamily="18" charset="0"/>
              </a:rPr>
              <a:t>1.  </a:t>
            </a:r>
            <a:r>
              <a:rPr lang="en-US"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rPr>
              <a:t>UV  </a:t>
            </a:r>
            <a:r>
              <a:rPr lang="en-US" altLang="zh-CN"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rPr>
              <a:t>City Forum</a:t>
            </a:r>
            <a:endParaRPr lang="en-US"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endParaRPr>
          </a:p>
          <a:p>
            <a:r>
              <a:rPr lang="en-US" sz="2400" b="1">
                <a:solidFill>
                  <a:srgbClr val="2FA453"/>
                </a:solidFill>
                <a:latin typeface="Times New Roman" panose="02020603050405020304" pitchFamily="18" charset="0"/>
                <a:ea typeface="宋体" panose="02010600030101010101" pitchFamily="2" charset="-122"/>
                <a:cs typeface="Times New Roman" panose="02020603050405020304" pitchFamily="18" charset="0"/>
              </a:rPr>
              <a:t>2.  </a:t>
            </a:r>
            <a:r>
              <a:rPr lang="en-US"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rPr>
              <a:t>UV </a:t>
            </a:r>
            <a:r>
              <a:rPr lang="en-US" altLang="zh-CN"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rPr>
              <a:t>Student Forum</a:t>
            </a:r>
            <a:endParaRPr lang="en-US"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endParaRPr>
          </a:p>
          <a:p>
            <a:r>
              <a:rPr lang="en-US" sz="2400" b="1">
                <a:solidFill>
                  <a:srgbClr val="2FA453"/>
                </a:solidFill>
                <a:latin typeface="Times New Roman" panose="02020603050405020304" pitchFamily="18" charset="0"/>
                <a:ea typeface="宋体" panose="02010600030101010101" pitchFamily="2" charset="-122"/>
                <a:cs typeface="Times New Roman" panose="02020603050405020304" pitchFamily="18" charset="0"/>
              </a:rPr>
              <a:t>3.  UV </a:t>
            </a:r>
            <a:r>
              <a:rPr lang="en-US" altLang="zh-CN"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rPr>
              <a:t>Art Forum</a:t>
            </a:r>
            <a:endParaRPr lang="en-US" sz="2800">
              <a:solidFill>
                <a:srgbClr val="2FA453"/>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4" name="Group 13">
            <a:extLst>
              <a:ext uri="{FF2B5EF4-FFF2-40B4-BE49-F238E27FC236}">
                <a16:creationId xmlns:a16="http://schemas.microsoft.com/office/drawing/2014/main" id="{80D7E97C-F417-793C-EF4D-116789C04A7D}"/>
              </a:ext>
            </a:extLst>
          </p:cNvPr>
          <p:cNvGrpSpPr/>
          <p:nvPr/>
        </p:nvGrpSpPr>
        <p:grpSpPr>
          <a:xfrm>
            <a:off x="4585956" y="1938688"/>
            <a:ext cx="2892735" cy="795528"/>
            <a:chOff x="4585956" y="1938688"/>
            <a:chExt cx="3467639" cy="795528"/>
          </a:xfrm>
        </p:grpSpPr>
        <p:sp>
          <p:nvSpPr>
            <p:cNvPr id="77" name="矩形: 圆角 20">
              <a:extLst>
                <a:ext uri="{FF2B5EF4-FFF2-40B4-BE49-F238E27FC236}">
                  <a16:creationId xmlns:a16="http://schemas.microsoft.com/office/drawing/2014/main" id="{EAF9D0CB-DDBA-AAEB-D138-2161405D6FF4}"/>
                </a:ext>
              </a:extLst>
            </p:cNvPr>
            <p:cNvSpPr/>
            <p:nvPr/>
          </p:nvSpPr>
          <p:spPr>
            <a:xfrm>
              <a:off x="4585956" y="1938688"/>
              <a:ext cx="3467639" cy="795528"/>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 name="文本框 24">
              <a:extLst>
                <a:ext uri="{FF2B5EF4-FFF2-40B4-BE49-F238E27FC236}">
                  <a16:creationId xmlns:a16="http://schemas.microsoft.com/office/drawing/2014/main" id="{0BF598B4-3844-DED2-1201-3403C20EC56D}"/>
                </a:ext>
              </a:extLst>
            </p:cNvPr>
            <p:cNvSpPr txBox="1"/>
            <p:nvPr/>
          </p:nvSpPr>
          <p:spPr>
            <a:xfrm>
              <a:off x="4682474" y="2044065"/>
              <a:ext cx="3274601" cy="584775"/>
            </a:xfrm>
            <a:prstGeom prst="rect">
              <a:avLst/>
            </a:prstGeom>
            <a:noFill/>
          </p:spPr>
          <p:txBody>
            <a:bodyPr wrap="square">
              <a:spAutoFit/>
            </a:bodyPr>
            <a:lstStyle/>
            <a:p>
              <a:pPr algn="ctr"/>
              <a:r>
                <a:rPr lang="en-US" altLang="zh-CN"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UV Forums</a:t>
              </a:r>
              <a:endParaRPr lang="zh-CN" altLang="en-US"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70" name="Rectangle: Rounded Corners 69">
            <a:extLst>
              <a:ext uri="{FF2B5EF4-FFF2-40B4-BE49-F238E27FC236}">
                <a16:creationId xmlns:a16="http://schemas.microsoft.com/office/drawing/2014/main" id="{ED9039DE-5193-FD97-DC76-EF7C1B388A27}"/>
              </a:ext>
            </a:extLst>
          </p:cNvPr>
          <p:cNvSpPr/>
          <p:nvPr/>
        </p:nvSpPr>
        <p:spPr>
          <a:xfrm>
            <a:off x="3568390" y="5587817"/>
            <a:ext cx="5620215" cy="1013705"/>
          </a:xfrm>
          <a:prstGeom prst="roundRect">
            <a:avLst/>
          </a:prstGeom>
          <a:solidFill>
            <a:srgbClr val="F3FF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Rectangle 6">
            <a:extLst>
              <a:ext uri="{FF2B5EF4-FFF2-40B4-BE49-F238E27FC236}">
                <a16:creationId xmlns:a16="http://schemas.microsoft.com/office/drawing/2014/main" id="{E915A8A6-693C-EECE-B4D3-09F8E9EE2FFD}"/>
              </a:ext>
            </a:extLst>
          </p:cNvPr>
          <p:cNvSpPr/>
          <p:nvPr/>
        </p:nvSpPr>
        <p:spPr>
          <a:xfrm>
            <a:off x="7791705" y="2764397"/>
            <a:ext cx="4216400" cy="1569660"/>
          </a:xfrm>
          <a:prstGeom prst="rect">
            <a:avLst/>
          </a:prstGeom>
        </p:spPr>
        <p:txBody>
          <a:bodyPr wrap="square" lIns="91440" tIns="45720" rIns="91440" bIns="45720" anchor="t">
            <a:spAutoFit/>
          </a:bodyPr>
          <a:lstStyle/>
          <a:p>
            <a:r>
              <a:rPr lang="en-US" sz="2400" b="1">
                <a:solidFill>
                  <a:srgbClr val="2FA453"/>
                </a:solidFill>
                <a:latin typeface="Times New Roman" panose="02020603050405020304" pitchFamily="18" charset="0"/>
                <a:ea typeface="宋体" panose="02010600030101010101" pitchFamily="2" charset="-122"/>
                <a:cs typeface="Times New Roman" panose="02020603050405020304" pitchFamily="18" charset="0"/>
              </a:rPr>
              <a:t>1.  </a:t>
            </a:r>
            <a:r>
              <a:rPr lang="en-US"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rPr>
              <a:t>UV  </a:t>
            </a:r>
            <a:r>
              <a:rPr lang="en-US" altLang="zh-CN"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rPr>
              <a:t>Data Science Competition</a:t>
            </a:r>
            <a:endParaRPr lang="en-US"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endParaRPr>
          </a:p>
          <a:p>
            <a:r>
              <a:rPr lang="en-US" sz="2400" b="1">
                <a:solidFill>
                  <a:srgbClr val="2FA453"/>
                </a:solidFill>
                <a:latin typeface="Times New Roman" panose="02020603050405020304" pitchFamily="18" charset="0"/>
                <a:ea typeface="宋体" panose="02010600030101010101" pitchFamily="2" charset="-122"/>
                <a:cs typeface="Times New Roman" panose="02020603050405020304" pitchFamily="18" charset="0"/>
              </a:rPr>
              <a:t>2.  </a:t>
            </a:r>
            <a:r>
              <a:rPr lang="en-US"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rPr>
              <a:t>UV </a:t>
            </a:r>
            <a:r>
              <a:rPr lang="en-US" altLang="zh-CN"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rPr>
              <a:t>Modeling Competition</a:t>
            </a:r>
            <a:endParaRPr lang="en-US" sz="2400" b="1" spc="-100">
              <a:solidFill>
                <a:srgbClr val="2FA453"/>
              </a:solidFill>
              <a:latin typeface="Times New Roman" panose="02020603050405020304" pitchFamily="18" charset="0"/>
              <a:ea typeface="宋体" panose="02010600030101010101" pitchFamily="2" charset="-122"/>
              <a:cs typeface="Times New Roman" panose="02020603050405020304" pitchFamily="18" charset="0"/>
            </a:endParaRPr>
          </a:p>
          <a:p>
            <a:r>
              <a:rPr lang="en-US" sz="2400" b="1">
                <a:solidFill>
                  <a:srgbClr val="2FA453"/>
                </a:solidFill>
                <a:latin typeface="Times New Roman" panose="02020603050405020304" pitchFamily="18" charset="0"/>
                <a:ea typeface="宋体" panose="02010600030101010101" pitchFamily="2" charset="-122"/>
                <a:cs typeface="Times New Roman" panose="02020603050405020304" pitchFamily="18" charset="0"/>
              </a:rPr>
              <a:t>3.  UV </a:t>
            </a:r>
            <a:r>
              <a:rPr lang="en-US" altLang="zh-CN" sz="2400" b="1">
                <a:solidFill>
                  <a:srgbClr val="2FA453"/>
                </a:solidFill>
                <a:latin typeface="Times New Roman" panose="02020603050405020304" pitchFamily="18" charset="0"/>
                <a:ea typeface="宋体" panose="02010600030101010101" pitchFamily="2" charset="-122"/>
                <a:cs typeface="Times New Roman" panose="02020603050405020304" pitchFamily="18" charset="0"/>
              </a:rPr>
              <a:t>Pitch Competition </a:t>
            </a:r>
            <a:endParaRPr lang="en-US" sz="2400" b="1">
              <a:solidFill>
                <a:srgbClr val="2FA453"/>
              </a:solidFill>
              <a:latin typeface="Times New Roman" panose="02020603050405020304" pitchFamily="18" charset="0"/>
              <a:ea typeface="宋体" panose="02010600030101010101" pitchFamily="2" charset="-122"/>
              <a:cs typeface="Times New Roman" panose="02020603050405020304" pitchFamily="18" charset="0"/>
            </a:endParaRPr>
          </a:p>
          <a:p>
            <a:r>
              <a:rPr lang="en-US" sz="2400" b="1">
                <a:solidFill>
                  <a:srgbClr val="2FA453"/>
                </a:solidFill>
                <a:latin typeface="Times New Roman" panose="02020603050405020304" pitchFamily="18" charset="0"/>
                <a:ea typeface="宋体" panose="02010600030101010101" pitchFamily="2" charset="-122"/>
                <a:cs typeface="Times New Roman" panose="02020603050405020304" pitchFamily="18" charset="0"/>
              </a:rPr>
              <a:t>4.  UV K-12 </a:t>
            </a:r>
            <a:r>
              <a:rPr lang="en-US" altLang="zh-CN" sz="2400" b="1">
                <a:solidFill>
                  <a:srgbClr val="2FA453"/>
                </a:solidFill>
                <a:latin typeface="Times New Roman" panose="02020603050405020304" pitchFamily="18" charset="0"/>
                <a:ea typeface="宋体" panose="02010600030101010101" pitchFamily="2" charset="-122"/>
                <a:cs typeface="Times New Roman" panose="02020603050405020304" pitchFamily="18" charset="0"/>
              </a:rPr>
              <a:t>Challenge</a:t>
            </a:r>
            <a:endParaRPr lang="en-US" sz="2800">
              <a:solidFill>
                <a:srgbClr val="2FA453"/>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9" name="Group 8">
            <a:extLst>
              <a:ext uri="{FF2B5EF4-FFF2-40B4-BE49-F238E27FC236}">
                <a16:creationId xmlns:a16="http://schemas.microsoft.com/office/drawing/2014/main" id="{593D6B9A-D4C4-3D8B-FEEA-A2100BBCA675}"/>
              </a:ext>
            </a:extLst>
          </p:cNvPr>
          <p:cNvGrpSpPr/>
          <p:nvPr/>
        </p:nvGrpSpPr>
        <p:grpSpPr>
          <a:xfrm>
            <a:off x="3837241" y="5697113"/>
            <a:ext cx="5038241" cy="795528"/>
            <a:chOff x="6985223" y="1988871"/>
            <a:chExt cx="4300704" cy="521010"/>
          </a:xfrm>
        </p:grpSpPr>
        <p:sp>
          <p:nvSpPr>
            <p:cNvPr id="23" name="矩形: 圆角 18">
              <a:extLst>
                <a:ext uri="{FF2B5EF4-FFF2-40B4-BE49-F238E27FC236}">
                  <a16:creationId xmlns:a16="http://schemas.microsoft.com/office/drawing/2014/main" id="{272812B1-73E9-EC31-2248-BC1CFEFA4CB4}"/>
                </a:ext>
              </a:extLst>
            </p:cNvPr>
            <p:cNvSpPr/>
            <p:nvPr/>
          </p:nvSpPr>
          <p:spPr>
            <a:xfrm>
              <a:off x="6985223" y="1988871"/>
              <a:ext cx="4300704" cy="521010"/>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文本框 19">
              <a:extLst>
                <a:ext uri="{FF2B5EF4-FFF2-40B4-BE49-F238E27FC236}">
                  <a16:creationId xmlns:a16="http://schemas.microsoft.com/office/drawing/2014/main" id="{E12FDBBE-38E9-B003-2829-8358A6D7CA35}"/>
                </a:ext>
              </a:extLst>
            </p:cNvPr>
            <p:cNvSpPr txBox="1"/>
            <p:nvPr/>
          </p:nvSpPr>
          <p:spPr>
            <a:xfrm>
              <a:off x="7156381" y="2060234"/>
              <a:ext cx="3963440" cy="382983"/>
            </a:xfrm>
            <a:prstGeom prst="rect">
              <a:avLst/>
            </a:prstGeom>
            <a:noFill/>
          </p:spPr>
          <p:txBody>
            <a:bodyPr wrap="square">
              <a:spAutoFit/>
            </a:bodyPr>
            <a:lstStyle/>
            <a:p>
              <a:pPr algn="ctr"/>
              <a:r>
                <a:rPr lang="en-US" altLang="zh-CN"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UV Roadmap Discussion</a:t>
              </a:r>
              <a:endParaRPr lang="zh-CN" altLang="en-US"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5" name="文本占位符 4">
            <a:extLst>
              <a:ext uri="{FF2B5EF4-FFF2-40B4-BE49-F238E27FC236}">
                <a16:creationId xmlns:a16="http://schemas.microsoft.com/office/drawing/2014/main" id="{72E7D482-A5F9-E5EA-FD98-31D4436C8D3C}"/>
              </a:ext>
            </a:extLst>
          </p:cNvPr>
          <p:cNvSpPr>
            <a:spLocks noGrp="1"/>
          </p:cNvSpPr>
          <p:nvPr>
            <p:ph type="body" sz="quarter" idx="10"/>
          </p:nvPr>
        </p:nvSpPr>
        <p:spPr/>
        <p:txBody>
          <a:bodyPr/>
          <a:lstStyle/>
          <a:p>
            <a:r>
              <a:rPr lang="en-US" altLang="zh-CN"/>
              <a:t>UV Program  </a:t>
            </a:r>
            <a:endParaRPr lang="zh-CN" altLang="en-US"/>
          </a:p>
        </p:txBody>
      </p:sp>
      <p:grpSp>
        <p:nvGrpSpPr>
          <p:cNvPr id="15" name="Group 14">
            <a:extLst>
              <a:ext uri="{FF2B5EF4-FFF2-40B4-BE49-F238E27FC236}">
                <a16:creationId xmlns:a16="http://schemas.microsoft.com/office/drawing/2014/main" id="{4B5B1988-C8E6-A2AB-71A0-B4CB6C0926A7}"/>
              </a:ext>
            </a:extLst>
          </p:cNvPr>
          <p:cNvGrpSpPr/>
          <p:nvPr/>
        </p:nvGrpSpPr>
        <p:grpSpPr>
          <a:xfrm>
            <a:off x="4560403" y="4427574"/>
            <a:ext cx="2751653" cy="795528"/>
            <a:chOff x="4525441" y="4057487"/>
            <a:chExt cx="2771080" cy="795528"/>
          </a:xfrm>
        </p:grpSpPr>
        <p:sp>
          <p:nvSpPr>
            <p:cNvPr id="4" name="矩形: 圆角 18">
              <a:extLst>
                <a:ext uri="{FF2B5EF4-FFF2-40B4-BE49-F238E27FC236}">
                  <a16:creationId xmlns:a16="http://schemas.microsoft.com/office/drawing/2014/main" id="{FD566129-57FE-4212-29B3-612FB2EA12E4}"/>
                </a:ext>
              </a:extLst>
            </p:cNvPr>
            <p:cNvSpPr/>
            <p:nvPr/>
          </p:nvSpPr>
          <p:spPr>
            <a:xfrm>
              <a:off x="4525441" y="4057487"/>
              <a:ext cx="2771080" cy="795528"/>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19">
              <a:extLst>
                <a:ext uri="{FF2B5EF4-FFF2-40B4-BE49-F238E27FC236}">
                  <a16:creationId xmlns:a16="http://schemas.microsoft.com/office/drawing/2014/main" id="{F49B6173-FB89-6FEA-A3B7-0D4C183A1442}"/>
                </a:ext>
              </a:extLst>
            </p:cNvPr>
            <p:cNvSpPr txBox="1"/>
            <p:nvPr/>
          </p:nvSpPr>
          <p:spPr>
            <a:xfrm>
              <a:off x="4541812" y="4120252"/>
              <a:ext cx="2738336" cy="584775"/>
            </a:xfrm>
            <a:prstGeom prst="rect">
              <a:avLst/>
            </a:prstGeom>
            <a:noFill/>
          </p:spPr>
          <p:txBody>
            <a:bodyPr wrap="square">
              <a:spAutoFit/>
            </a:bodyPr>
            <a:lstStyle/>
            <a:p>
              <a:pPr algn="ctr"/>
              <a:r>
                <a:rPr lang="en-US" altLang="zh-CN"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UV Workshop</a:t>
              </a:r>
              <a:endParaRPr lang="zh-CN" altLang="en-US"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8" name="Group 7">
            <a:extLst>
              <a:ext uri="{FF2B5EF4-FFF2-40B4-BE49-F238E27FC236}">
                <a16:creationId xmlns:a16="http://schemas.microsoft.com/office/drawing/2014/main" id="{58AC3012-6174-A667-60E7-C583AE3C4D42}"/>
              </a:ext>
            </a:extLst>
          </p:cNvPr>
          <p:cNvGrpSpPr/>
          <p:nvPr/>
        </p:nvGrpSpPr>
        <p:grpSpPr>
          <a:xfrm>
            <a:off x="7510925" y="4427574"/>
            <a:ext cx="4589143" cy="795528"/>
            <a:chOff x="6985223" y="1988871"/>
            <a:chExt cx="4143855" cy="521010"/>
          </a:xfrm>
        </p:grpSpPr>
        <p:sp>
          <p:nvSpPr>
            <p:cNvPr id="11" name="矩形: 圆角 18">
              <a:extLst>
                <a:ext uri="{FF2B5EF4-FFF2-40B4-BE49-F238E27FC236}">
                  <a16:creationId xmlns:a16="http://schemas.microsoft.com/office/drawing/2014/main" id="{67E8791E-0650-D92E-8F18-C6686F1F64F4}"/>
                </a:ext>
              </a:extLst>
            </p:cNvPr>
            <p:cNvSpPr/>
            <p:nvPr/>
          </p:nvSpPr>
          <p:spPr>
            <a:xfrm>
              <a:off x="6985223" y="1988871"/>
              <a:ext cx="4143855" cy="521010"/>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文本框 19">
              <a:extLst>
                <a:ext uri="{FF2B5EF4-FFF2-40B4-BE49-F238E27FC236}">
                  <a16:creationId xmlns:a16="http://schemas.microsoft.com/office/drawing/2014/main" id="{E359DE98-F4DD-14F3-440E-708DA68568B8}"/>
                </a:ext>
              </a:extLst>
            </p:cNvPr>
            <p:cNvSpPr txBox="1"/>
            <p:nvPr/>
          </p:nvSpPr>
          <p:spPr>
            <a:xfrm>
              <a:off x="7156381" y="2060234"/>
              <a:ext cx="3963440" cy="382983"/>
            </a:xfrm>
            <a:prstGeom prst="rect">
              <a:avLst/>
            </a:prstGeom>
            <a:noFill/>
          </p:spPr>
          <p:txBody>
            <a:bodyPr wrap="square">
              <a:spAutoFit/>
            </a:bodyPr>
            <a:lstStyle/>
            <a:p>
              <a:pPr algn="ctr"/>
              <a:r>
                <a:rPr lang="en-US" altLang="zh-CN"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UV Poster &amp; Exhibition</a:t>
              </a:r>
              <a:endParaRPr lang="zh-CN" altLang="en-US"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43" name="Group 42">
            <a:extLst>
              <a:ext uri="{FF2B5EF4-FFF2-40B4-BE49-F238E27FC236}">
                <a16:creationId xmlns:a16="http://schemas.microsoft.com/office/drawing/2014/main" id="{F66198DB-D4A4-6927-881D-16E3A8A51BBA}"/>
              </a:ext>
            </a:extLst>
          </p:cNvPr>
          <p:cNvGrpSpPr/>
          <p:nvPr/>
        </p:nvGrpSpPr>
        <p:grpSpPr>
          <a:xfrm>
            <a:off x="42832" y="1751458"/>
            <a:ext cx="4231230" cy="2892842"/>
            <a:chOff x="1776046" y="1139808"/>
            <a:chExt cx="4231230" cy="2892842"/>
          </a:xfrm>
        </p:grpSpPr>
        <p:sp>
          <p:nvSpPr>
            <p:cNvPr id="17" name="Rectangle: Rounded Corners 16">
              <a:extLst>
                <a:ext uri="{FF2B5EF4-FFF2-40B4-BE49-F238E27FC236}">
                  <a16:creationId xmlns:a16="http://schemas.microsoft.com/office/drawing/2014/main" id="{00B25A71-265C-52AD-5F55-487406C3BF39}"/>
                </a:ext>
              </a:extLst>
            </p:cNvPr>
            <p:cNvSpPr/>
            <p:nvPr/>
          </p:nvSpPr>
          <p:spPr>
            <a:xfrm>
              <a:off x="1776046" y="1139808"/>
              <a:ext cx="4231230" cy="2892842"/>
            </a:xfrm>
            <a:prstGeom prst="roundRect">
              <a:avLst/>
            </a:prstGeom>
            <a:solidFill>
              <a:srgbClr val="F3FF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2" name="Group 41">
              <a:extLst>
                <a:ext uri="{FF2B5EF4-FFF2-40B4-BE49-F238E27FC236}">
                  <a16:creationId xmlns:a16="http://schemas.microsoft.com/office/drawing/2014/main" id="{16A241C5-300B-1021-941E-8DD95E9EF895}"/>
                </a:ext>
              </a:extLst>
            </p:cNvPr>
            <p:cNvGrpSpPr/>
            <p:nvPr/>
          </p:nvGrpSpPr>
          <p:grpSpPr>
            <a:xfrm>
              <a:off x="1960327" y="1265275"/>
              <a:ext cx="3862182" cy="797996"/>
              <a:chOff x="1939418" y="1265275"/>
              <a:chExt cx="3862182" cy="797996"/>
            </a:xfrm>
          </p:grpSpPr>
          <p:sp>
            <p:nvSpPr>
              <p:cNvPr id="12" name="矩形: 圆角 18">
                <a:extLst>
                  <a:ext uri="{FF2B5EF4-FFF2-40B4-BE49-F238E27FC236}">
                    <a16:creationId xmlns:a16="http://schemas.microsoft.com/office/drawing/2014/main" id="{F8F14D85-2278-F89D-F331-759371271992}"/>
                  </a:ext>
                </a:extLst>
              </p:cNvPr>
              <p:cNvSpPr/>
              <p:nvPr/>
            </p:nvSpPr>
            <p:spPr>
              <a:xfrm>
                <a:off x="1939418" y="1265275"/>
                <a:ext cx="3862182" cy="797996"/>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9">
                <a:extLst>
                  <a:ext uri="{FF2B5EF4-FFF2-40B4-BE49-F238E27FC236}">
                    <a16:creationId xmlns:a16="http://schemas.microsoft.com/office/drawing/2014/main" id="{6C4737E3-AA7A-F5F6-E014-1120C7997F75}"/>
                  </a:ext>
                </a:extLst>
              </p:cNvPr>
              <p:cNvSpPr txBox="1"/>
              <p:nvPr/>
            </p:nvSpPr>
            <p:spPr>
              <a:xfrm>
                <a:off x="2077270" y="1361979"/>
                <a:ext cx="3586479" cy="604589"/>
              </a:xfrm>
              <a:prstGeom prst="rect">
                <a:avLst/>
              </a:prstGeom>
              <a:noFill/>
            </p:spPr>
            <p:txBody>
              <a:bodyPr wrap="square">
                <a:spAutoFit/>
              </a:bodyPr>
              <a:lstStyle/>
              <a:p>
                <a:pPr algn="ctr">
                  <a:lnSpc>
                    <a:spcPct val="114000"/>
                  </a:lnSpc>
                  <a:defRPr/>
                </a:pPr>
                <a:r>
                  <a:rPr lang="en-US" altLang="zh-CN"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Keynote Day</a:t>
                </a:r>
              </a:p>
            </p:txBody>
          </p:sp>
        </p:grpSp>
        <p:grpSp>
          <p:nvGrpSpPr>
            <p:cNvPr id="41" name="Group 40">
              <a:extLst>
                <a:ext uri="{FF2B5EF4-FFF2-40B4-BE49-F238E27FC236}">
                  <a16:creationId xmlns:a16="http://schemas.microsoft.com/office/drawing/2014/main" id="{E6B760DE-2B0C-043D-0DD8-8BF377483BCE}"/>
                </a:ext>
              </a:extLst>
            </p:cNvPr>
            <p:cNvGrpSpPr/>
            <p:nvPr/>
          </p:nvGrpSpPr>
          <p:grpSpPr>
            <a:xfrm>
              <a:off x="1960327" y="3091468"/>
              <a:ext cx="3862182" cy="797996"/>
              <a:chOff x="1838389" y="3293998"/>
              <a:chExt cx="3862182" cy="797996"/>
            </a:xfrm>
          </p:grpSpPr>
          <p:sp>
            <p:nvSpPr>
              <p:cNvPr id="10" name="矩形: 圆角 18">
                <a:extLst>
                  <a:ext uri="{FF2B5EF4-FFF2-40B4-BE49-F238E27FC236}">
                    <a16:creationId xmlns:a16="http://schemas.microsoft.com/office/drawing/2014/main" id="{07508352-E0B4-8481-AE3D-0CBBF2EE0535}"/>
                  </a:ext>
                </a:extLst>
              </p:cNvPr>
              <p:cNvSpPr/>
              <p:nvPr/>
            </p:nvSpPr>
            <p:spPr>
              <a:xfrm>
                <a:off x="1838389" y="3293998"/>
                <a:ext cx="3862182" cy="797996"/>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文本框 19">
                <a:extLst>
                  <a:ext uri="{FF2B5EF4-FFF2-40B4-BE49-F238E27FC236}">
                    <a16:creationId xmlns:a16="http://schemas.microsoft.com/office/drawing/2014/main" id="{EA73E23D-5E6C-7A64-CA46-7B29D13DFAF7}"/>
                  </a:ext>
                </a:extLst>
              </p:cNvPr>
              <p:cNvSpPr txBox="1"/>
              <p:nvPr/>
            </p:nvSpPr>
            <p:spPr>
              <a:xfrm>
                <a:off x="2088001" y="3400609"/>
                <a:ext cx="3362959" cy="584775"/>
              </a:xfrm>
              <a:prstGeom prst="rect">
                <a:avLst/>
              </a:prstGeom>
              <a:noFill/>
            </p:spPr>
            <p:txBody>
              <a:bodyPr wrap="square">
                <a:spAutoFit/>
              </a:bodyPr>
              <a:lstStyle/>
              <a:p>
                <a:pPr algn="ctr"/>
                <a:r>
                  <a:rPr lang="en-US" altLang="zh-CN"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Special Sessions</a:t>
                </a:r>
                <a:endParaRPr lang="zh-CN" altLang="en-US"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8" name="Group 17">
              <a:extLst>
                <a:ext uri="{FF2B5EF4-FFF2-40B4-BE49-F238E27FC236}">
                  <a16:creationId xmlns:a16="http://schemas.microsoft.com/office/drawing/2014/main" id="{B2942CEF-8371-C0C9-C6C6-EEC3448D2614}"/>
                </a:ext>
              </a:extLst>
            </p:cNvPr>
            <p:cNvGrpSpPr/>
            <p:nvPr/>
          </p:nvGrpSpPr>
          <p:grpSpPr>
            <a:xfrm>
              <a:off x="1960327" y="2178371"/>
              <a:ext cx="3862182" cy="797996"/>
              <a:chOff x="578642" y="2606406"/>
              <a:chExt cx="4982899" cy="797996"/>
            </a:xfrm>
          </p:grpSpPr>
          <p:sp>
            <p:nvSpPr>
              <p:cNvPr id="20" name="矩形: 圆角 18">
                <a:extLst>
                  <a:ext uri="{FF2B5EF4-FFF2-40B4-BE49-F238E27FC236}">
                    <a16:creationId xmlns:a16="http://schemas.microsoft.com/office/drawing/2014/main" id="{532C6A77-01F3-57F7-66A2-012537B955F7}"/>
                  </a:ext>
                </a:extLst>
              </p:cNvPr>
              <p:cNvSpPr/>
              <p:nvPr/>
            </p:nvSpPr>
            <p:spPr>
              <a:xfrm>
                <a:off x="578642" y="2606406"/>
                <a:ext cx="4955774" cy="797996"/>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文本框 19">
                <a:extLst>
                  <a:ext uri="{FF2B5EF4-FFF2-40B4-BE49-F238E27FC236}">
                    <a16:creationId xmlns:a16="http://schemas.microsoft.com/office/drawing/2014/main" id="{FA0AF03F-9B51-C436-8614-A3954D76DEDE}"/>
                  </a:ext>
                </a:extLst>
              </p:cNvPr>
              <p:cNvSpPr txBox="1"/>
              <p:nvPr/>
            </p:nvSpPr>
            <p:spPr>
              <a:xfrm>
                <a:off x="583922" y="2713017"/>
                <a:ext cx="4977619" cy="584775"/>
              </a:xfrm>
              <a:prstGeom prst="rect">
                <a:avLst/>
              </a:prstGeom>
              <a:noFill/>
            </p:spPr>
            <p:txBody>
              <a:bodyPr wrap="square">
                <a:spAutoFit/>
              </a:bodyPr>
              <a:lstStyle/>
              <a:p>
                <a:pPr algn="ctr"/>
                <a:r>
                  <a:rPr lang="en-US" altLang="zh-CN"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Technical Sessions</a:t>
                </a:r>
              </a:p>
            </p:txBody>
          </p:sp>
        </p:grpSp>
      </p:grpSp>
      <p:grpSp>
        <p:nvGrpSpPr>
          <p:cNvPr id="58" name="Group 57">
            <a:extLst>
              <a:ext uri="{FF2B5EF4-FFF2-40B4-BE49-F238E27FC236}">
                <a16:creationId xmlns:a16="http://schemas.microsoft.com/office/drawing/2014/main" id="{89849E67-AA10-6D29-66EB-A345934EB4BF}"/>
              </a:ext>
            </a:extLst>
          </p:cNvPr>
          <p:cNvGrpSpPr/>
          <p:nvPr/>
        </p:nvGrpSpPr>
        <p:grpSpPr>
          <a:xfrm>
            <a:off x="252524" y="1174852"/>
            <a:ext cx="1059259" cy="533361"/>
            <a:chOff x="200881" y="2072101"/>
            <a:chExt cx="1059259" cy="533361"/>
          </a:xfrm>
        </p:grpSpPr>
        <p:sp>
          <p:nvSpPr>
            <p:cNvPr id="59" name="Rectangle: Rounded Corners 9">
              <a:extLst>
                <a:ext uri="{FF2B5EF4-FFF2-40B4-BE49-F238E27FC236}">
                  <a16:creationId xmlns:a16="http://schemas.microsoft.com/office/drawing/2014/main" id="{682D05A6-7379-0777-DD26-4B69B4C795CA}"/>
                </a:ext>
              </a:extLst>
            </p:cNvPr>
            <p:cNvSpPr/>
            <p:nvPr/>
          </p:nvSpPr>
          <p:spPr>
            <a:xfrm>
              <a:off x="200881" y="2072101"/>
              <a:ext cx="978785" cy="533361"/>
            </a:xfrm>
            <a:prstGeom prst="roundRect">
              <a:avLst>
                <a:gd name="adj" fmla="val 6412"/>
              </a:avLst>
            </a:prstGeom>
            <a:solidFill>
              <a:srgbClr val="E1F0E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60" name="Content Placeholder 2">
              <a:extLst>
                <a:ext uri="{FF2B5EF4-FFF2-40B4-BE49-F238E27FC236}">
                  <a16:creationId xmlns:a16="http://schemas.microsoft.com/office/drawing/2014/main" id="{738B60A0-2575-3EFC-C16E-B5C9A092FEFF}"/>
                </a:ext>
              </a:extLst>
            </p:cNvPr>
            <p:cNvSpPr txBox="1"/>
            <p:nvPr/>
          </p:nvSpPr>
          <p:spPr>
            <a:xfrm>
              <a:off x="203268" y="2072101"/>
              <a:ext cx="1056872" cy="47920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Pt. I</a:t>
              </a:r>
            </a:p>
          </p:txBody>
        </p:sp>
      </p:grpSp>
      <p:grpSp>
        <p:nvGrpSpPr>
          <p:cNvPr id="61" name="Group 60">
            <a:extLst>
              <a:ext uri="{FF2B5EF4-FFF2-40B4-BE49-F238E27FC236}">
                <a16:creationId xmlns:a16="http://schemas.microsoft.com/office/drawing/2014/main" id="{E2DF934E-42D2-1233-3BE5-BC89E79940FA}"/>
              </a:ext>
            </a:extLst>
          </p:cNvPr>
          <p:cNvGrpSpPr/>
          <p:nvPr/>
        </p:nvGrpSpPr>
        <p:grpSpPr>
          <a:xfrm>
            <a:off x="2368387" y="5697113"/>
            <a:ext cx="1274262" cy="533361"/>
            <a:chOff x="184098" y="2072101"/>
            <a:chExt cx="1176365" cy="533361"/>
          </a:xfrm>
        </p:grpSpPr>
        <p:sp>
          <p:nvSpPr>
            <p:cNvPr id="62" name="Rectangle: Rounded Corners 9">
              <a:extLst>
                <a:ext uri="{FF2B5EF4-FFF2-40B4-BE49-F238E27FC236}">
                  <a16:creationId xmlns:a16="http://schemas.microsoft.com/office/drawing/2014/main" id="{2827A33E-6D92-6830-162C-29922B8E9AB8}"/>
                </a:ext>
              </a:extLst>
            </p:cNvPr>
            <p:cNvSpPr/>
            <p:nvPr/>
          </p:nvSpPr>
          <p:spPr>
            <a:xfrm>
              <a:off x="200881" y="2072101"/>
              <a:ext cx="1056872" cy="533361"/>
            </a:xfrm>
            <a:prstGeom prst="roundRect">
              <a:avLst>
                <a:gd name="adj" fmla="val 6412"/>
              </a:avLst>
            </a:prstGeom>
            <a:solidFill>
              <a:srgbClr val="E1F0E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63" name="Content Placeholder 2">
              <a:extLst>
                <a:ext uri="{FF2B5EF4-FFF2-40B4-BE49-F238E27FC236}">
                  <a16:creationId xmlns:a16="http://schemas.microsoft.com/office/drawing/2014/main" id="{2ECAC0BB-2560-71BC-83A8-9655BB340E41}"/>
                </a:ext>
              </a:extLst>
            </p:cNvPr>
            <p:cNvSpPr txBox="1"/>
            <p:nvPr/>
          </p:nvSpPr>
          <p:spPr>
            <a:xfrm>
              <a:off x="184098" y="2072101"/>
              <a:ext cx="1176365" cy="47920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Pt. III</a:t>
              </a:r>
            </a:p>
          </p:txBody>
        </p:sp>
      </p:grpSp>
      <p:grpSp>
        <p:nvGrpSpPr>
          <p:cNvPr id="67" name="Group 66">
            <a:extLst>
              <a:ext uri="{FF2B5EF4-FFF2-40B4-BE49-F238E27FC236}">
                <a16:creationId xmlns:a16="http://schemas.microsoft.com/office/drawing/2014/main" id="{EEDCEC46-C2CB-29A2-CB09-B8A5A6D0166D}"/>
              </a:ext>
            </a:extLst>
          </p:cNvPr>
          <p:cNvGrpSpPr/>
          <p:nvPr/>
        </p:nvGrpSpPr>
        <p:grpSpPr>
          <a:xfrm>
            <a:off x="10882077" y="1140775"/>
            <a:ext cx="1059259" cy="533361"/>
            <a:chOff x="200881" y="2072101"/>
            <a:chExt cx="1059259" cy="533361"/>
          </a:xfrm>
        </p:grpSpPr>
        <p:sp>
          <p:nvSpPr>
            <p:cNvPr id="68" name="Rectangle: Rounded Corners 9">
              <a:extLst>
                <a:ext uri="{FF2B5EF4-FFF2-40B4-BE49-F238E27FC236}">
                  <a16:creationId xmlns:a16="http://schemas.microsoft.com/office/drawing/2014/main" id="{468C63BF-6B96-1F9D-2CAA-4529761889CD}"/>
                </a:ext>
              </a:extLst>
            </p:cNvPr>
            <p:cNvSpPr/>
            <p:nvPr/>
          </p:nvSpPr>
          <p:spPr>
            <a:xfrm>
              <a:off x="200881" y="2072101"/>
              <a:ext cx="978785" cy="533361"/>
            </a:xfrm>
            <a:prstGeom prst="roundRect">
              <a:avLst>
                <a:gd name="adj" fmla="val 6412"/>
              </a:avLst>
            </a:prstGeom>
            <a:solidFill>
              <a:srgbClr val="E1F0E6"/>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rgbClr val="008A41"/>
                </a:solidFill>
              </a:endParaRPr>
            </a:p>
          </p:txBody>
        </p:sp>
        <p:sp>
          <p:nvSpPr>
            <p:cNvPr id="69" name="Content Placeholder 2">
              <a:extLst>
                <a:ext uri="{FF2B5EF4-FFF2-40B4-BE49-F238E27FC236}">
                  <a16:creationId xmlns:a16="http://schemas.microsoft.com/office/drawing/2014/main" id="{DDCF336E-887C-7F08-0FC9-A65894D4BCC4}"/>
                </a:ext>
              </a:extLst>
            </p:cNvPr>
            <p:cNvSpPr txBox="1"/>
            <p:nvPr/>
          </p:nvSpPr>
          <p:spPr>
            <a:xfrm>
              <a:off x="203268" y="2072101"/>
              <a:ext cx="1056872" cy="47920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spcBef>
                  <a:spcPts val="0"/>
                </a:spcBef>
                <a:buNone/>
              </a:pPr>
              <a:r>
                <a:rPr lang="en-US" altLang="zh-CN" sz="2800" b="1">
                  <a:solidFill>
                    <a:srgbClr val="008A41"/>
                  </a:solidFill>
                  <a:latin typeface="Times New Roman" panose="02020603050405020304" pitchFamily="18" charset="0"/>
                  <a:cs typeface="Times New Roman" panose="02020603050405020304" pitchFamily="18" charset="0"/>
                </a:rPr>
                <a:t>Pt. II</a:t>
              </a:r>
            </a:p>
          </p:txBody>
        </p:sp>
      </p:grpSp>
      <p:grpSp>
        <p:nvGrpSpPr>
          <p:cNvPr id="2" name="Group 1">
            <a:extLst>
              <a:ext uri="{FF2B5EF4-FFF2-40B4-BE49-F238E27FC236}">
                <a16:creationId xmlns:a16="http://schemas.microsoft.com/office/drawing/2014/main" id="{6946B91A-E6E1-971A-A5CF-13B680A04834}"/>
              </a:ext>
            </a:extLst>
          </p:cNvPr>
          <p:cNvGrpSpPr/>
          <p:nvPr/>
        </p:nvGrpSpPr>
        <p:grpSpPr>
          <a:xfrm>
            <a:off x="7903830" y="1934420"/>
            <a:ext cx="3467639" cy="795528"/>
            <a:chOff x="2139655" y="4455753"/>
            <a:chExt cx="3467639" cy="795528"/>
          </a:xfrm>
        </p:grpSpPr>
        <p:sp>
          <p:nvSpPr>
            <p:cNvPr id="21" name="矩形: 圆角 20">
              <a:extLst>
                <a:ext uri="{FF2B5EF4-FFF2-40B4-BE49-F238E27FC236}">
                  <a16:creationId xmlns:a16="http://schemas.microsoft.com/office/drawing/2014/main" id="{16B320F3-AECA-B835-F3EB-5785164EE5C9}"/>
                </a:ext>
              </a:extLst>
            </p:cNvPr>
            <p:cNvSpPr/>
            <p:nvPr/>
          </p:nvSpPr>
          <p:spPr>
            <a:xfrm>
              <a:off x="2139655" y="4455753"/>
              <a:ext cx="3467639" cy="795528"/>
            </a:xfrm>
            <a:prstGeom prst="round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文本框 24">
              <a:extLst>
                <a:ext uri="{FF2B5EF4-FFF2-40B4-BE49-F238E27FC236}">
                  <a16:creationId xmlns:a16="http://schemas.microsoft.com/office/drawing/2014/main" id="{BF1D4A7F-618B-D739-E8C5-C86CF6658E3A}"/>
                </a:ext>
              </a:extLst>
            </p:cNvPr>
            <p:cNvSpPr txBox="1"/>
            <p:nvPr/>
          </p:nvSpPr>
          <p:spPr>
            <a:xfrm>
              <a:off x="2236173" y="4561130"/>
              <a:ext cx="3274602" cy="584775"/>
            </a:xfrm>
            <a:prstGeom prst="rect">
              <a:avLst/>
            </a:prstGeom>
            <a:noFill/>
          </p:spPr>
          <p:txBody>
            <a:bodyPr wrap="square">
              <a:spAutoFit/>
            </a:bodyPr>
            <a:lstStyle/>
            <a:p>
              <a:pPr algn="ctr"/>
              <a:r>
                <a:rPr lang="en-US" altLang="zh-CN"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rPr>
                <a:t>UV Competitions</a:t>
              </a:r>
              <a:endParaRPr lang="zh-CN" altLang="en-US" sz="3200" b="1">
                <a:solidFill>
                  <a:srgbClr val="FFFF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212765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7B1495-9F9C-9299-E933-35B56581FC9F}"/>
              </a:ext>
            </a:extLst>
          </p:cNvPr>
          <p:cNvSpPr/>
          <p:nvPr/>
        </p:nvSpPr>
        <p:spPr>
          <a:xfrm>
            <a:off x="625700" y="1183030"/>
            <a:ext cx="9953561" cy="5139711"/>
          </a:xfrm>
          <a:prstGeom prst="rect">
            <a:avLst/>
          </a:prstGeom>
          <a:solidFill>
            <a:schemeClr val="accent6">
              <a:lumMod val="20000"/>
              <a:lumOff val="80000"/>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文本占位符 3">
            <a:extLst>
              <a:ext uri="{FF2B5EF4-FFF2-40B4-BE49-F238E27FC236}">
                <a16:creationId xmlns:a16="http://schemas.microsoft.com/office/drawing/2014/main" id="{51E64D42-E18A-45A2-830C-9532D5695085}"/>
              </a:ext>
            </a:extLst>
          </p:cNvPr>
          <p:cNvSpPr>
            <a:spLocks noGrp="1"/>
          </p:cNvSpPr>
          <p:nvPr>
            <p:ph type="body" sz="quarter" idx="13"/>
          </p:nvPr>
        </p:nvSpPr>
        <p:spPr>
          <a:xfrm>
            <a:off x="625699" y="455083"/>
            <a:ext cx="9408317" cy="727947"/>
          </a:xfrm>
        </p:spPr>
        <p:txBody>
          <a:bodyPr/>
          <a:lstStyle/>
          <a:p>
            <a:pPr algn="l"/>
            <a:r>
              <a:rPr lang="en-US" altLang="zh-CN" sz="3600">
                <a:solidFill>
                  <a:srgbClr val="008A41"/>
                </a:solidFill>
                <a:latin typeface="Times New Roman" panose="02020603050405020304" pitchFamily="18" charset="0"/>
                <a:ea typeface="黑体" panose="02010609060101010101" pitchFamily="49" charset="-122"/>
                <a:cs typeface="Times New Roman" panose="02020603050405020304" pitchFamily="18" charset="0"/>
              </a:rPr>
              <a:t>IEEE UV2026 Basic Structure of Sessions </a:t>
            </a:r>
            <a:endParaRPr lang="zh-CN" altLang="en-US" sz="3600">
              <a:solidFill>
                <a:srgbClr val="008A41"/>
              </a:solidFill>
            </a:endParaRPr>
          </a:p>
        </p:txBody>
      </p:sp>
      <p:sp>
        <p:nvSpPr>
          <p:cNvPr id="34" name="内容占位符 33">
            <a:extLst>
              <a:ext uri="{FF2B5EF4-FFF2-40B4-BE49-F238E27FC236}">
                <a16:creationId xmlns:a16="http://schemas.microsoft.com/office/drawing/2014/main" id="{9492FE17-0CCE-4C31-9DD8-A2AB72CC31E5}"/>
              </a:ext>
            </a:extLst>
          </p:cNvPr>
          <p:cNvSpPr>
            <a:spLocks noGrp="1"/>
          </p:cNvSpPr>
          <p:nvPr>
            <p:ph sz="quarter" idx="14"/>
          </p:nvPr>
        </p:nvSpPr>
        <p:spPr>
          <a:xfrm>
            <a:off x="1270000" y="1409890"/>
            <a:ext cx="9499600" cy="5759006"/>
          </a:xfrm>
        </p:spPr>
        <p:txBody>
          <a:bodyPr>
            <a:normAutofit/>
          </a:bodyPr>
          <a:lstStyle/>
          <a:p>
            <a:pPr>
              <a:spcBef>
                <a:spcPts val="600"/>
              </a:spcBef>
              <a:spcAft>
                <a:spcPts val="600"/>
              </a:spcAft>
              <a:buNone/>
            </a:pPr>
            <a:r>
              <a:rPr lang="en-US" altLang="zh-CN" sz="2400" b="1" dirty="0">
                <a:solidFill>
                  <a:srgbClr val="006666"/>
                </a:solidFill>
                <a:latin typeface="Times New Roman" panose="02020603050405020304" pitchFamily="18" charset="0"/>
                <a:ea typeface="黑体" panose="02010609060101010101" pitchFamily="49" charset="-122"/>
                <a:cs typeface="Times New Roman" panose="02020603050405020304" pitchFamily="18" charset="0"/>
              </a:rPr>
              <a:t>Keynote Day</a:t>
            </a:r>
          </a:p>
          <a:p>
            <a:pPr marL="800100" lvl="1" indent="-342900">
              <a:spcBef>
                <a:spcPts val="600"/>
              </a:spcBef>
              <a:spcAft>
                <a:spcPts val="600"/>
              </a:spcAft>
              <a:buFont typeface="Wingdings" panose="05000000000000000000" pitchFamily="2" charset="2"/>
              <a:buChar char="v"/>
            </a:pPr>
            <a:r>
              <a:rPr lang="en-US" altLang="zh-CN" sz="2200" spc="-100" dirty="0">
                <a:solidFill>
                  <a:srgbClr val="006666"/>
                </a:solidFill>
                <a:latin typeface="Times New Roman" panose="02020603050405020304" pitchFamily="18" charset="0"/>
                <a:ea typeface="宋体" panose="02010600030101010101" pitchFamily="2" charset="-122"/>
                <a:cs typeface="Times New Roman" panose="02020603050405020304" pitchFamily="18" charset="0"/>
              </a:rPr>
              <a:t>Organized by IEEE UV2026 program committee</a:t>
            </a:r>
          </a:p>
          <a:p>
            <a:pPr marL="800100" lvl="1" indent="-342900">
              <a:spcBef>
                <a:spcPts val="600"/>
              </a:spcBef>
              <a:spcAft>
                <a:spcPts val="600"/>
              </a:spcAft>
              <a:buFont typeface="Wingdings" panose="05000000000000000000" pitchFamily="2" charset="2"/>
              <a:buChar char="v"/>
            </a:pPr>
            <a:r>
              <a:rPr lang="en-US" altLang="zh-CN" sz="2200" spc="-100" dirty="0">
                <a:solidFill>
                  <a:srgbClr val="006666"/>
                </a:solidFill>
                <a:latin typeface="Times New Roman" panose="02020603050405020304" pitchFamily="18" charset="0"/>
                <a:ea typeface="宋体" panose="02010600030101010101" pitchFamily="2" charset="-122"/>
                <a:cs typeface="Times New Roman" panose="02020603050405020304" pitchFamily="18" charset="0"/>
              </a:rPr>
              <a:t>Opening remarks and invited keynote talks</a:t>
            </a:r>
          </a:p>
          <a:p>
            <a:pPr marL="0" indent="0">
              <a:spcBef>
                <a:spcPts val="600"/>
              </a:spcBef>
              <a:spcAft>
                <a:spcPts val="600"/>
              </a:spcAft>
              <a:buNone/>
            </a:pPr>
            <a:r>
              <a:rPr lang="en-US" altLang="zh-CN" sz="2400" b="1" dirty="0">
                <a:solidFill>
                  <a:srgbClr val="006666"/>
                </a:solidFill>
                <a:latin typeface="Times New Roman" panose="02020603050405020304" pitchFamily="18" charset="0"/>
                <a:ea typeface="黑体" panose="02010609060101010101" pitchFamily="49" charset="-122"/>
                <a:cs typeface="Times New Roman" panose="02020603050405020304" pitchFamily="18" charset="0"/>
              </a:rPr>
              <a:t>Technical Sessions</a:t>
            </a:r>
          </a:p>
          <a:p>
            <a:pPr marL="800100" lvl="1" indent="-342900">
              <a:spcBef>
                <a:spcPts val="600"/>
              </a:spcBef>
              <a:spcAft>
                <a:spcPts val="600"/>
              </a:spcAft>
              <a:buFont typeface="Wingdings" panose="05000000000000000000" pitchFamily="2" charset="2"/>
              <a:buChar char="v"/>
            </a:pPr>
            <a:r>
              <a:rPr lang="en-US" altLang="zh-CN" sz="2200" spc="-100" dirty="0">
                <a:solidFill>
                  <a:srgbClr val="006666"/>
                </a:solidFill>
                <a:latin typeface="Times New Roman" panose="02020603050405020304" pitchFamily="18" charset="0"/>
                <a:ea typeface="宋体" panose="02010600030101010101" pitchFamily="2" charset="-122"/>
                <a:cs typeface="Times New Roman" panose="02020603050405020304" pitchFamily="18" charset="0"/>
              </a:rPr>
              <a:t>Organized by session chairs</a:t>
            </a:r>
          </a:p>
          <a:p>
            <a:pPr marL="800100" lvl="1" indent="-342900">
              <a:spcBef>
                <a:spcPts val="600"/>
              </a:spcBef>
              <a:spcAft>
                <a:spcPts val="600"/>
              </a:spcAft>
              <a:buFont typeface="Wingdings" panose="05000000000000000000" pitchFamily="2" charset="2"/>
              <a:buChar char="v"/>
            </a:pPr>
            <a:r>
              <a:rPr lang="en-US" altLang="zh-CN" sz="2200" spc="-100" dirty="0">
                <a:solidFill>
                  <a:srgbClr val="006666"/>
                </a:solidFill>
                <a:latin typeface="Times New Roman" panose="02020603050405020304" pitchFamily="18" charset="0"/>
                <a:ea typeface="宋体" panose="02010600030101010101" pitchFamily="2" charset="-122"/>
                <a:cs typeface="Times New Roman" panose="02020603050405020304" pitchFamily="18" charset="0"/>
              </a:rPr>
              <a:t>Distribute “Session Call-for-Papers” by session chairs</a:t>
            </a:r>
          </a:p>
          <a:p>
            <a:pPr marL="800100" lvl="1" indent="-342900">
              <a:spcBef>
                <a:spcPts val="600"/>
              </a:spcBef>
              <a:spcAft>
                <a:spcPts val="600"/>
              </a:spcAft>
              <a:buFont typeface="Wingdings" panose="05000000000000000000" pitchFamily="2" charset="2"/>
              <a:buChar char="v"/>
            </a:pPr>
            <a:r>
              <a:rPr lang="en-US" altLang="zh-CN" sz="2200" spc="-100" dirty="0">
                <a:solidFill>
                  <a:srgbClr val="006666"/>
                </a:solidFill>
                <a:latin typeface="Times New Roman" panose="02020603050405020304" pitchFamily="18" charset="0"/>
                <a:ea typeface="宋体" panose="02010600030101010101" pitchFamily="2" charset="-122"/>
                <a:cs typeface="Times New Roman" panose="02020603050405020304" pitchFamily="18" charset="0"/>
              </a:rPr>
              <a:t>Session chairs select oral talks and review submitted papers</a:t>
            </a:r>
          </a:p>
          <a:p>
            <a:pPr marL="0" indent="0">
              <a:spcBef>
                <a:spcPct val="0"/>
              </a:spcBef>
              <a:buNone/>
            </a:pPr>
            <a:r>
              <a:rPr lang="en-US" altLang="zh-CN" sz="2400" b="1" dirty="0">
                <a:solidFill>
                  <a:srgbClr val="006666"/>
                </a:solidFill>
                <a:latin typeface="Times New Roman" panose="02020603050405020304" pitchFamily="18" charset="0"/>
                <a:ea typeface="黑体" panose="02010609060101010101" pitchFamily="49" charset="-122"/>
                <a:cs typeface="Times New Roman" panose="02020603050405020304" pitchFamily="18" charset="0"/>
              </a:rPr>
              <a:t>Special Sessions</a:t>
            </a:r>
          </a:p>
          <a:p>
            <a:pPr marL="800100" lvl="1" indent="-342900">
              <a:spcBef>
                <a:spcPts val="600"/>
              </a:spcBef>
              <a:spcAft>
                <a:spcPts val="600"/>
              </a:spcAft>
              <a:buFont typeface="Wingdings" panose="05000000000000000000" pitchFamily="2" charset="2"/>
              <a:buChar char="v"/>
            </a:pPr>
            <a:r>
              <a:rPr lang="en-US" altLang="zh-CN" sz="2200" spc="-100" dirty="0">
                <a:solidFill>
                  <a:srgbClr val="006666"/>
                </a:solidFill>
                <a:latin typeface="Times New Roman" panose="02020603050405020304" pitchFamily="18" charset="0"/>
                <a:ea typeface="宋体" panose="02010600030101010101" pitchFamily="2" charset="-122"/>
                <a:cs typeface="Times New Roman" panose="02020603050405020304" pitchFamily="18" charset="0"/>
              </a:rPr>
              <a:t>Distribute “Call-for-Session-Proposals” by the program committee</a:t>
            </a:r>
          </a:p>
          <a:p>
            <a:pPr marL="800100" lvl="1" indent="-342900">
              <a:spcBef>
                <a:spcPts val="600"/>
              </a:spcBef>
              <a:spcAft>
                <a:spcPts val="600"/>
              </a:spcAft>
              <a:buFont typeface="Wingdings" panose="05000000000000000000" pitchFamily="2" charset="2"/>
              <a:buChar char="v"/>
            </a:pPr>
            <a:r>
              <a:rPr lang="en-US" altLang="zh-CN" sz="2200" spc="-100" dirty="0">
                <a:solidFill>
                  <a:srgbClr val="006666"/>
                </a:solidFill>
                <a:latin typeface="Times New Roman" panose="02020603050405020304" pitchFamily="18" charset="0"/>
                <a:ea typeface="宋体" panose="02010600030101010101" pitchFamily="2" charset="-122"/>
                <a:cs typeface="Times New Roman" panose="02020603050405020304" pitchFamily="18" charset="0"/>
              </a:rPr>
              <a:t>Special sessions organized by special session chairs</a:t>
            </a:r>
          </a:p>
          <a:p>
            <a:pPr marL="800100" lvl="1" indent="-342900">
              <a:spcBef>
                <a:spcPts val="600"/>
              </a:spcBef>
              <a:spcAft>
                <a:spcPts val="600"/>
              </a:spcAft>
              <a:buFont typeface="Wingdings" panose="05000000000000000000" pitchFamily="2" charset="2"/>
              <a:buChar char="v"/>
            </a:pPr>
            <a:r>
              <a:rPr lang="en-US" altLang="zh-CN" sz="2200" spc="-100" dirty="0">
                <a:solidFill>
                  <a:srgbClr val="006666"/>
                </a:solidFill>
                <a:latin typeface="Times New Roman" panose="02020603050405020304" pitchFamily="18" charset="0"/>
                <a:ea typeface="宋体" panose="02010600030101010101" pitchFamily="2" charset="-122"/>
                <a:cs typeface="Times New Roman" panose="02020603050405020304" pitchFamily="18" charset="0"/>
              </a:rPr>
              <a:t>Special session chairs select oral talks, panels, and organize paper submissions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5"/>
          <p:cNvSpPr/>
          <p:nvPr/>
        </p:nvSpPr>
        <p:spPr>
          <a:xfrm>
            <a:off x="161614" y="1049064"/>
            <a:ext cx="11585742" cy="5663048"/>
          </a:xfrm>
          <a:prstGeom prst="rect">
            <a:avLst/>
          </a:prstGeom>
          <a:noFill/>
          <a:ln>
            <a:noFill/>
          </a:ln>
        </p:spPr>
        <p:txBody>
          <a:bodyPr spcFirstLastPara="1" wrap="square" lIns="91425" tIns="45700" rIns="91425" bIns="45700" anchor="t" anchorCtr="0">
            <a:spAutoFit/>
          </a:bodyPr>
          <a:lstStyle/>
          <a:p>
            <a:pPr marL="731520" marR="0" lvl="2" indent="-457200" algn="l" rtl="0">
              <a:lnSpc>
                <a:spcPct val="150000"/>
              </a:lnSpc>
              <a:spcAft>
                <a:spcPts val="0"/>
              </a:spcAft>
              <a:buClr>
                <a:schemeClr val="dk1"/>
              </a:buClr>
              <a:buSzPts val="2000"/>
              <a:buFont typeface="Arial"/>
              <a:buAutoNum type="arabicPeriod"/>
            </a:pPr>
            <a:r>
              <a:rPr lang="en-US" sz="2000" b="1" i="0" u="none" strike="noStrike" cap="none" dirty="0">
                <a:solidFill>
                  <a:srgbClr val="006666"/>
                </a:solidFill>
                <a:latin typeface="Times New Roman"/>
                <a:ea typeface="Times New Roman"/>
                <a:cs typeface="Times New Roman"/>
                <a:sym typeface="Times New Roman"/>
              </a:rPr>
              <a:t>[</a:t>
            </a:r>
            <a:r>
              <a:rPr lang="en-US" altLang="zh-CN" sz="2000" b="1" i="0" u="none" strike="noStrike" cap="none" dirty="0">
                <a:solidFill>
                  <a:srgbClr val="006666"/>
                </a:solidFill>
                <a:latin typeface="Arial Narrow"/>
                <a:ea typeface="Arial Narrow"/>
                <a:cs typeface="Arial Narrow"/>
                <a:sym typeface="Arial Narrow"/>
              </a:rPr>
              <a:t>Session 1</a:t>
            </a:r>
            <a:r>
              <a:rPr lang="en-US" sz="2000" b="1" i="0" u="none" strike="noStrike" cap="none" dirty="0">
                <a:solidFill>
                  <a:srgbClr val="006666"/>
                </a:solidFill>
                <a:latin typeface="Times New Roman"/>
                <a:ea typeface="Times New Roman"/>
                <a:cs typeface="Times New Roman"/>
                <a:sym typeface="Times New Roman"/>
              </a:rPr>
              <a:t>] </a:t>
            </a:r>
            <a:r>
              <a:rPr lang="en-US" sz="2000" b="1" i="1" u="sng" strike="noStrike" cap="none" dirty="0">
                <a:solidFill>
                  <a:schemeClr val="accent6"/>
                </a:solidFill>
                <a:latin typeface="Times New Roman"/>
                <a:ea typeface="Times New Roman"/>
                <a:cs typeface="Times New Roman"/>
                <a:sym typeface="Times New Roman"/>
              </a:rPr>
              <a:t>UV Vision, Development, and Evaluation</a:t>
            </a:r>
            <a:endParaRPr dirty="0"/>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[TS1-A] Vision for Universal Village </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[TS1-B] Development Status of Universal Village</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[TS1-C] UV Indices, UV Incentive Mechanisms, and Evaluation of UV Subsystems - Methods, Technologies, and Systems</a:t>
            </a:r>
          </a:p>
          <a:p>
            <a:pPr marL="731520" lvl="2" indent="-457200">
              <a:lnSpc>
                <a:spcPct val="150000"/>
              </a:lnSpc>
              <a:buClr>
                <a:schemeClr val="dk1"/>
              </a:buClr>
              <a:buSzPts val="2000"/>
              <a:buFont typeface="Times New Roman"/>
              <a:buAutoNum type="arabicPeriod"/>
            </a:pPr>
            <a:r>
              <a:rPr lang="en-US" sz="2000" b="1" i="0" u="none" strike="noStrike" cap="none" dirty="0">
                <a:solidFill>
                  <a:schemeClr val="accent6">
                    <a:lumMod val="75000"/>
                  </a:schemeClr>
                </a:solidFill>
                <a:latin typeface="Times New Roman"/>
                <a:ea typeface="Times New Roman"/>
                <a:cs typeface="Times New Roman"/>
                <a:sym typeface="Times New Roman"/>
              </a:rPr>
              <a:t>[</a:t>
            </a:r>
            <a:r>
              <a:rPr lang="en-US" altLang="zh-CN" sz="2000" b="1" dirty="0">
                <a:solidFill>
                  <a:schemeClr val="accent6">
                    <a:lumMod val="75000"/>
                  </a:schemeClr>
                </a:solidFill>
                <a:latin typeface="Arial Narrow"/>
                <a:ea typeface="Arial Narrow"/>
                <a:cs typeface="Arial Narrow"/>
                <a:sym typeface="Arial Narrow"/>
              </a:rPr>
              <a:t>Session </a:t>
            </a:r>
            <a:r>
              <a:rPr lang="en-US" sz="2000" b="1" i="0" u="none" strike="noStrike" cap="none" dirty="0">
                <a:solidFill>
                  <a:schemeClr val="accent6">
                    <a:lumMod val="75000"/>
                  </a:schemeClr>
                </a:solidFill>
                <a:latin typeface="Arial Narrow"/>
                <a:ea typeface="Arial Narrow"/>
                <a:cs typeface="Arial Narrow"/>
                <a:sym typeface="Arial Narrow"/>
              </a:rPr>
              <a:t>2</a:t>
            </a:r>
            <a:r>
              <a:rPr lang="en-US" sz="2000" b="1" i="0" u="none" strike="noStrike" cap="none" dirty="0">
                <a:solidFill>
                  <a:schemeClr val="accent6">
                    <a:lumMod val="75000"/>
                  </a:schemeClr>
                </a:solidFill>
                <a:latin typeface="Times New Roman"/>
                <a:ea typeface="Times New Roman"/>
                <a:cs typeface="Times New Roman"/>
                <a:sym typeface="Times New Roman"/>
              </a:rPr>
              <a:t>] </a:t>
            </a:r>
            <a:r>
              <a:rPr lang="en-US" sz="2000" b="1" i="1" u="sng" strike="noStrike" cap="none" dirty="0">
                <a:solidFill>
                  <a:schemeClr val="accent6"/>
                </a:solidFill>
                <a:latin typeface="Times New Roman"/>
                <a:ea typeface="Times New Roman"/>
                <a:cs typeface="Times New Roman"/>
                <a:sym typeface="Times New Roman"/>
              </a:rPr>
              <a:t>UV Framework Design, Modeling, and System Integration</a:t>
            </a:r>
            <a:endParaRPr dirty="0"/>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[TS2-A] Systematic and Integrated Frameworks for UV Subsystems and Contributing Factors</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[TS2-B] Intelligent Modeling, Simulation, and System Analysis </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[TS2-C] Scalability, Sustainability, and Human-Centered Design in UV System Integration</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[Special Session ] [TS2-SP1] Intersection of Energy, Power Science and Smart Cities</a:t>
            </a:r>
          </a:p>
          <a:p>
            <a:pPr marL="731520" lvl="2" indent="-457200">
              <a:lnSpc>
                <a:spcPct val="150000"/>
              </a:lnSpc>
              <a:buClr>
                <a:schemeClr val="dk1"/>
              </a:buClr>
              <a:buSzPts val="2000"/>
              <a:buFont typeface="Times New Roman"/>
              <a:buAutoNum type="arabicPeriod"/>
            </a:pPr>
            <a:r>
              <a:rPr lang="en-US" sz="2000" b="1" i="0" u="none" strike="noStrike" cap="none" dirty="0">
                <a:solidFill>
                  <a:schemeClr val="accent6">
                    <a:lumMod val="75000"/>
                  </a:schemeClr>
                </a:solidFill>
                <a:latin typeface="Times New Roman"/>
                <a:ea typeface="Times New Roman"/>
                <a:cs typeface="Times New Roman"/>
                <a:sym typeface="Times New Roman"/>
              </a:rPr>
              <a:t>[</a:t>
            </a:r>
            <a:r>
              <a:rPr lang="en-US" altLang="zh-CN" sz="2000" b="1" dirty="0">
                <a:solidFill>
                  <a:schemeClr val="accent6">
                    <a:lumMod val="75000"/>
                  </a:schemeClr>
                </a:solidFill>
                <a:latin typeface="Arial Narrow"/>
                <a:ea typeface="Arial Narrow"/>
                <a:cs typeface="Arial Narrow"/>
                <a:sym typeface="Arial Narrow"/>
              </a:rPr>
              <a:t>Session </a:t>
            </a:r>
            <a:r>
              <a:rPr lang="en-US" sz="2000" b="1" i="0" u="none" strike="noStrike" cap="none" dirty="0">
                <a:solidFill>
                  <a:schemeClr val="accent6">
                    <a:lumMod val="75000"/>
                  </a:schemeClr>
                </a:solidFill>
                <a:latin typeface="Arial Narrow"/>
                <a:ea typeface="Arial Narrow"/>
                <a:cs typeface="Arial Narrow"/>
                <a:sym typeface="Arial Narrow"/>
              </a:rPr>
              <a:t>3</a:t>
            </a:r>
            <a:r>
              <a:rPr lang="en-US" sz="2000" b="1" i="0" u="none" strike="noStrike" cap="none" dirty="0">
                <a:solidFill>
                  <a:schemeClr val="accent6">
                    <a:lumMod val="75000"/>
                  </a:schemeClr>
                </a:solidFill>
                <a:latin typeface="Times New Roman"/>
                <a:ea typeface="Times New Roman"/>
                <a:cs typeface="Times New Roman"/>
                <a:sym typeface="Times New Roman"/>
              </a:rPr>
              <a:t>] </a:t>
            </a:r>
            <a:r>
              <a:rPr lang="en-US" sz="2000" b="1" i="1" u="sng" strike="noStrike" cap="none" dirty="0">
                <a:solidFill>
                  <a:schemeClr val="accent6"/>
                </a:solidFill>
                <a:latin typeface="Times New Roman"/>
                <a:ea typeface="Times New Roman"/>
                <a:cs typeface="Times New Roman"/>
                <a:sym typeface="Times New Roman"/>
              </a:rPr>
              <a:t>Mobility, Planning, Management, and Infrastructure Innovations</a:t>
            </a:r>
            <a:endParaRPr sz="2000" b="1" i="0" u="none" strike="noStrike" cap="none" dirty="0">
              <a:solidFill>
                <a:schemeClr val="accent6"/>
              </a:solidFill>
              <a:latin typeface="Times New Roman"/>
              <a:ea typeface="Times New Roman"/>
              <a:cs typeface="Times New Roman"/>
              <a:sym typeface="Times New Roman"/>
            </a:endParaRP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[TS3-A] Intelligent Transportation, Urban Planning, and Smart City Infrastructure</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[TS3-B] Intelligent Vehicles, Mobility Support for Vulnerable Groups</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[TS3-C] Smart Response Systems for City Emergencies</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[TS3-D] Information Flow, Communication, Networks, and Security</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[TS3-E] UV Underground: Underground Infrastructure &amp; Future Urbanization Needs</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[Special Session] [TS3-SP1] Built Environment, Travel Behavior, and Data-Driven Mobility Planning</a:t>
            </a:r>
          </a:p>
          <a:p>
            <a:pPr marL="1485900" marR="0" lvl="6"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[Special Session] [TS3-SP2] Sustainable Built Environments: Algorithmic Modeling and Generative AI </a:t>
            </a:r>
            <a:r>
              <a:rPr lang="en-US" sz="1700" b="0" i="0" u="none" strike="noStrike" cap="none" dirty="0">
                <a:solidFill>
                  <a:schemeClr val="dk1"/>
                </a:solidFill>
                <a:latin typeface="Times New Roman"/>
                <a:ea typeface="Times New Roman"/>
                <a:cs typeface="Times New Roman"/>
                <a:sym typeface="Times New Roman"/>
              </a:rPr>
              <a:t>Applications</a:t>
            </a:r>
          </a:p>
        </p:txBody>
      </p:sp>
      <p:sp>
        <p:nvSpPr>
          <p:cNvPr id="286" name="Google Shape;286;p15"/>
          <p:cNvSpPr/>
          <p:nvPr/>
        </p:nvSpPr>
        <p:spPr>
          <a:xfrm>
            <a:off x="0" y="6410227"/>
            <a:ext cx="12192000" cy="447773"/>
          </a:xfrm>
          <a:prstGeom prst="rect">
            <a:avLst/>
          </a:prstGeom>
          <a:solidFill>
            <a:srgbClr val="3C6C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Text Placeholder 1">
            <a:extLst>
              <a:ext uri="{FF2B5EF4-FFF2-40B4-BE49-F238E27FC236}">
                <a16:creationId xmlns:a16="http://schemas.microsoft.com/office/drawing/2014/main" id="{50A8B380-6726-1440-6C08-421CC082B7EA}"/>
              </a:ext>
            </a:extLst>
          </p:cNvPr>
          <p:cNvSpPr>
            <a:spLocks noGrp="1"/>
          </p:cNvSpPr>
          <p:nvPr>
            <p:ph type="body" sz="quarter" idx="10"/>
          </p:nvPr>
        </p:nvSpPr>
        <p:spPr/>
        <p:txBody>
          <a:bodyPr/>
          <a:lstStyle/>
          <a:p>
            <a:r>
              <a:rPr lang="en-US" dirty="0"/>
              <a:t> Technical Sessions (A)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16"/>
          <p:cNvSpPr/>
          <p:nvPr/>
        </p:nvSpPr>
        <p:spPr>
          <a:xfrm>
            <a:off x="185768" y="1003444"/>
            <a:ext cx="11979487" cy="5539938"/>
          </a:xfrm>
          <a:prstGeom prst="rect">
            <a:avLst/>
          </a:prstGeom>
          <a:noFill/>
          <a:ln>
            <a:noFill/>
          </a:ln>
        </p:spPr>
        <p:txBody>
          <a:bodyPr spcFirstLastPara="1" wrap="square" lIns="91425" tIns="45700" rIns="91425" bIns="45700" anchor="t" anchorCtr="0">
            <a:spAutoFit/>
          </a:bodyPr>
          <a:lstStyle/>
          <a:p>
            <a:pPr lvl="0">
              <a:lnSpc>
                <a:spcPct val="150000"/>
              </a:lnSpc>
            </a:pPr>
            <a:r>
              <a:rPr lang="en-US" sz="2000" b="1" dirty="0">
                <a:solidFill>
                  <a:schemeClr val="dk1"/>
                </a:solidFill>
                <a:latin typeface="Times New Roman"/>
                <a:ea typeface="Times New Roman"/>
                <a:cs typeface="Times New Roman"/>
                <a:sym typeface="Times New Roman"/>
              </a:rPr>
              <a:t>4.    </a:t>
            </a:r>
            <a:r>
              <a:rPr lang="en-US" sz="2000" b="1" dirty="0">
                <a:solidFill>
                  <a:srgbClr val="006666"/>
                </a:solidFill>
                <a:latin typeface="Times New Roman"/>
                <a:ea typeface="Times New Roman"/>
                <a:cs typeface="Times New Roman"/>
                <a:sym typeface="Times New Roman"/>
              </a:rPr>
              <a:t>[</a:t>
            </a:r>
            <a:r>
              <a:rPr lang="en-US" altLang="zh-CN" sz="2000" b="1" dirty="0">
                <a:solidFill>
                  <a:srgbClr val="006666"/>
                </a:solidFill>
                <a:latin typeface="Arial Narrow"/>
                <a:ea typeface="Arial Narrow"/>
                <a:cs typeface="Arial Narrow"/>
                <a:sym typeface="Arial Narrow"/>
              </a:rPr>
              <a:t>Session </a:t>
            </a:r>
            <a:r>
              <a:rPr lang="en-US" sz="2000" b="1" dirty="0">
                <a:solidFill>
                  <a:srgbClr val="006666"/>
                </a:solidFill>
                <a:latin typeface="Arial Narrow"/>
                <a:ea typeface="Arial Narrow"/>
                <a:cs typeface="Arial Narrow"/>
                <a:sym typeface="Arial Narrow"/>
              </a:rPr>
              <a:t>4</a:t>
            </a:r>
            <a:r>
              <a:rPr lang="en-US" sz="2000" b="1" dirty="0">
                <a:solidFill>
                  <a:srgbClr val="006666"/>
                </a:solidFill>
                <a:latin typeface="Times New Roman"/>
                <a:ea typeface="Times New Roman"/>
                <a:cs typeface="Times New Roman"/>
                <a:sym typeface="Times New Roman"/>
              </a:rPr>
              <a:t>]</a:t>
            </a:r>
            <a:r>
              <a:rPr lang="en-US" sz="2000" b="1" dirty="0">
                <a:solidFill>
                  <a:srgbClr val="006666"/>
                </a:solidFill>
                <a:latin typeface="Arial Narrow"/>
                <a:ea typeface="Arial Narrow"/>
                <a:cs typeface="Arial Narrow"/>
                <a:sym typeface="Arial Narrow"/>
              </a:rPr>
              <a:t> </a:t>
            </a:r>
            <a:r>
              <a:rPr lang="en-US" sz="2000" b="1" i="1" u="sng" dirty="0">
                <a:solidFill>
                  <a:schemeClr val="accent6"/>
                </a:solidFill>
                <a:latin typeface="Times New Roman"/>
                <a:ea typeface="Times New Roman"/>
                <a:cs typeface="Times New Roman"/>
                <a:sym typeface="Times New Roman"/>
              </a:rPr>
              <a:t>Energy and Material Innovations for Efficiency, Safety, and Sustainability </a:t>
            </a:r>
            <a:endParaRPr sz="2000" b="1" dirty="0">
              <a:solidFill>
                <a:schemeClr val="accent6"/>
              </a:solidFill>
              <a:latin typeface="Times New Roman"/>
              <a:ea typeface="Times New Roman"/>
              <a:cs typeface="Times New Roman"/>
              <a:sym typeface="Times New Roman"/>
            </a:endParaRPr>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[TS4-A] Renewable Energy and Smart Energy Management</a:t>
            </a:r>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[TS4-B] Smart Materials and Devices</a:t>
            </a:r>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[Special Session] [TS4-SP1] Semiconductor Chip Manufacturing in the AI Era: Enabling 3D Optoelectronics &amp; Next-Generation Integration</a:t>
            </a:r>
          </a:p>
          <a:p>
            <a:pPr lvl="0">
              <a:lnSpc>
                <a:spcPct val="150000"/>
              </a:lnSpc>
            </a:pPr>
            <a:r>
              <a:rPr lang="en-US" sz="2000" b="1" dirty="0">
                <a:solidFill>
                  <a:schemeClr val="dk1"/>
                </a:solidFill>
                <a:latin typeface="Times New Roman"/>
                <a:ea typeface="Times New Roman"/>
                <a:cs typeface="Times New Roman"/>
                <a:sym typeface="Times New Roman"/>
              </a:rPr>
              <a:t>5.     </a:t>
            </a:r>
            <a:r>
              <a:rPr lang="en-US" sz="2000" b="1" dirty="0">
                <a:solidFill>
                  <a:srgbClr val="006666"/>
                </a:solidFill>
                <a:latin typeface="Times New Roman"/>
                <a:ea typeface="Times New Roman"/>
                <a:cs typeface="Times New Roman"/>
                <a:sym typeface="Times New Roman"/>
              </a:rPr>
              <a:t>[</a:t>
            </a:r>
            <a:r>
              <a:rPr lang="en-US" altLang="zh-CN" sz="2000" b="1" dirty="0">
                <a:solidFill>
                  <a:srgbClr val="006666"/>
                </a:solidFill>
                <a:latin typeface="Arial Narrow"/>
                <a:ea typeface="Arial Narrow"/>
                <a:cs typeface="Arial Narrow"/>
                <a:sym typeface="Arial Narrow"/>
              </a:rPr>
              <a:t>Session </a:t>
            </a:r>
            <a:r>
              <a:rPr lang="en-US" sz="2000" b="1" dirty="0">
                <a:solidFill>
                  <a:srgbClr val="006666"/>
                </a:solidFill>
                <a:latin typeface="Arial Narrow"/>
                <a:ea typeface="Arial Narrow"/>
                <a:cs typeface="Arial Narrow"/>
                <a:sym typeface="Arial Narrow"/>
              </a:rPr>
              <a:t>5</a:t>
            </a:r>
            <a:r>
              <a:rPr lang="en-US" sz="2000" b="1" dirty="0">
                <a:solidFill>
                  <a:srgbClr val="006666"/>
                </a:solidFill>
                <a:latin typeface="Times New Roman"/>
                <a:ea typeface="Times New Roman"/>
                <a:cs typeface="Times New Roman"/>
                <a:sym typeface="Times New Roman"/>
              </a:rPr>
              <a:t>] </a:t>
            </a:r>
            <a:r>
              <a:rPr lang="en-US" sz="2000" b="1" i="1" u="sng" dirty="0">
                <a:solidFill>
                  <a:schemeClr val="accent6"/>
                </a:solidFill>
                <a:latin typeface="Times New Roman"/>
                <a:ea typeface="Times New Roman"/>
                <a:cs typeface="Times New Roman"/>
                <a:sym typeface="Times New Roman"/>
              </a:rPr>
              <a:t>Manufacturing Innovations for Efficiency, Safety, and Sustainability</a:t>
            </a:r>
            <a:endParaRPr dirty="0"/>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highlight>
                  <a:schemeClr val="lt1"/>
                </a:highlight>
                <a:latin typeface="Times New Roman"/>
                <a:ea typeface="Times New Roman"/>
                <a:cs typeface="Times New Roman"/>
                <a:sym typeface="Times New Roman"/>
              </a:rPr>
              <a:t>[TS5] AI-Enabled Manufacturing</a:t>
            </a:r>
          </a:p>
          <a:p>
            <a:pPr lvl="0">
              <a:lnSpc>
                <a:spcPct val="150000"/>
              </a:lnSpc>
            </a:pPr>
            <a:r>
              <a:rPr lang="en-US" sz="2000" b="1" dirty="0">
                <a:solidFill>
                  <a:schemeClr val="dk1"/>
                </a:solidFill>
                <a:latin typeface="Times New Roman"/>
                <a:ea typeface="Times New Roman"/>
                <a:cs typeface="Times New Roman"/>
                <a:sym typeface="Times New Roman"/>
              </a:rPr>
              <a:t>6.     </a:t>
            </a:r>
            <a:r>
              <a:rPr lang="en-US" sz="2000" b="1" dirty="0">
                <a:solidFill>
                  <a:srgbClr val="006666"/>
                </a:solidFill>
                <a:latin typeface="Times New Roman"/>
                <a:ea typeface="Times New Roman"/>
                <a:cs typeface="Times New Roman"/>
                <a:sym typeface="Times New Roman"/>
              </a:rPr>
              <a:t>[</a:t>
            </a:r>
            <a:r>
              <a:rPr lang="en-US" altLang="zh-CN" sz="2000" b="1" dirty="0">
                <a:solidFill>
                  <a:srgbClr val="006666"/>
                </a:solidFill>
                <a:latin typeface="Arial Narrow"/>
                <a:ea typeface="Arial Narrow"/>
                <a:cs typeface="Arial Narrow"/>
                <a:sym typeface="Arial Narrow"/>
              </a:rPr>
              <a:t>Session </a:t>
            </a:r>
            <a:r>
              <a:rPr lang="en-US" sz="2000" b="1" dirty="0">
                <a:solidFill>
                  <a:srgbClr val="006666"/>
                </a:solidFill>
                <a:latin typeface="Arial Narrow"/>
                <a:ea typeface="Arial Narrow"/>
                <a:cs typeface="Arial Narrow"/>
                <a:sym typeface="Arial Narrow"/>
              </a:rPr>
              <a:t>6</a:t>
            </a:r>
            <a:r>
              <a:rPr lang="en-US" sz="2000" b="1" dirty="0">
                <a:solidFill>
                  <a:srgbClr val="006666"/>
                </a:solidFill>
                <a:latin typeface="Times New Roman"/>
                <a:ea typeface="Times New Roman"/>
                <a:cs typeface="Times New Roman"/>
                <a:sym typeface="Times New Roman"/>
              </a:rPr>
              <a:t>] </a:t>
            </a:r>
            <a:r>
              <a:rPr lang="en-US" sz="2000" b="1" i="1" u="sng" dirty="0">
                <a:solidFill>
                  <a:schemeClr val="accent6"/>
                </a:solidFill>
                <a:latin typeface="Times New Roman"/>
                <a:ea typeface="Times New Roman"/>
                <a:cs typeface="Times New Roman"/>
                <a:sym typeface="Times New Roman"/>
              </a:rPr>
              <a:t>Agriculture Innovations for Efficiency, Safety, and Sustainability</a:t>
            </a:r>
            <a:endParaRPr dirty="0"/>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highlight>
                  <a:schemeClr val="lt1"/>
                </a:highlight>
                <a:latin typeface="Times New Roman"/>
                <a:ea typeface="Times New Roman"/>
                <a:cs typeface="Times New Roman"/>
                <a:sym typeface="Times New Roman"/>
              </a:rPr>
              <a:t>[TS6] AI-Driven Smart Agriculture: Bridging Tech Innovation &amp; Sustainable Growth for Rural Vitalization</a:t>
            </a:r>
          </a:p>
          <a:p>
            <a:pPr lvl="0">
              <a:lnSpc>
                <a:spcPct val="150000"/>
              </a:lnSpc>
            </a:pPr>
            <a:r>
              <a:rPr lang="en-US" sz="2000" b="1" dirty="0">
                <a:solidFill>
                  <a:schemeClr val="dk1"/>
                </a:solidFill>
                <a:latin typeface="Times New Roman"/>
                <a:ea typeface="Times New Roman"/>
                <a:cs typeface="Times New Roman"/>
                <a:sym typeface="Times New Roman"/>
              </a:rPr>
              <a:t>7.     </a:t>
            </a:r>
            <a:r>
              <a:rPr lang="en-US" sz="2000" b="1" dirty="0">
                <a:solidFill>
                  <a:srgbClr val="006666"/>
                </a:solidFill>
                <a:latin typeface="Times New Roman"/>
                <a:ea typeface="Times New Roman"/>
                <a:cs typeface="Times New Roman"/>
                <a:sym typeface="Times New Roman"/>
              </a:rPr>
              <a:t>[</a:t>
            </a:r>
            <a:r>
              <a:rPr lang="en-US" altLang="zh-CN" sz="2000" b="1" dirty="0">
                <a:solidFill>
                  <a:srgbClr val="006666"/>
                </a:solidFill>
                <a:latin typeface="Arial Narrow"/>
                <a:ea typeface="Arial Narrow"/>
                <a:cs typeface="Arial Narrow"/>
                <a:sym typeface="Arial Narrow"/>
              </a:rPr>
              <a:t>Session </a:t>
            </a:r>
            <a:r>
              <a:rPr lang="en-US" sz="2000" b="1" dirty="0">
                <a:solidFill>
                  <a:srgbClr val="006666"/>
                </a:solidFill>
                <a:latin typeface="Arial Narrow"/>
                <a:ea typeface="Arial Narrow"/>
                <a:cs typeface="Arial Narrow"/>
                <a:sym typeface="Arial Narrow"/>
              </a:rPr>
              <a:t>7</a:t>
            </a:r>
            <a:r>
              <a:rPr lang="en-US" sz="2000" b="1" dirty="0">
                <a:solidFill>
                  <a:srgbClr val="006666"/>
                </a:solidFill>
                <a:latin typeface="Times New Roman"/>
                <a:ea typeface="Times New Roman"/>
                <a:cs typeface="Times New Roman"/>
                <a:sym typeface="Times New Roman"/>
              </a:rPr>
              <a:t>] </a:t>
            </a:r>
            <a:r>
              <a:rPr lang="en-US" sz="2000" b="1" i="1" u="sng" dirty="0">
                <a:solidFill>
                  <a:schemeClr val="accent6"/>
                </a:solidFill>
                <a:latin typeface="Times New Roman"/>
                <a:ea typeface="Times New Roman"/>
                <a:cs typeface="Times New Roman"/>
                <a:sym typeface="Times New Roman"/>
              </a:rPr>
              <a:t>Environmental Innovations for Harmony between Humans and Nature</a:t>
            </a:r>
            <a:r>
              <a:rPr lang="en-US" sz="2000" dirty="0">
                <a:solidFill>
                  <a:schemeClr val="dk1"/>
                </a:solidFill>
                <a:latin typeface="Times New Roman"/>
                <a:ea typeface="Times New Roman"/>
                <a:cs typeface="Times New Roman"/>
                <a:sym typeface="Times New Roman"/>
              </a:rPr>
              <a:t>          </a:t>
            </a:r>
            <a:endParaRPr dirty="0"/>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[TS7-A] Smart Environmental Protection; Smart Ecological Systems</a:t>
            </a:r>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[TS7-B] </a:t>
            </a:r>
            <a:r>
              <a:rPr lang="en-US" sz="1700" b="0" i="0" u="none" strike="noStrike" cap="none" spc="-50" dirty="0">
                <a:solidFill>
                  <a:srgbClr val="006666"/>
                </a:solidFill>
                <a:latin typeface="Times New Roman"/>
                <a:ea typeface="Times New Roman"/>
                <a:cs typeface="Times New Roman"/>
                <a:sym typeface="Times New Roman"/>
              </a:rPr>
              <a:t>Mobility-enabled Material Cycles; the Circular Economy; Trash and Scrap Collection, Processing, Reuse, and Recycling</a:t>
            </a:r>
            <a:endParaRPr lang="en-US" sz="1700" spc="-50" dirty="0">
              <a:solidFill>
                <a:srgbClr val="006666"/>
              </a:solidFill>
              <a:latin typeface="Times New Roman"/>
              <a:ea typeface="Times New Roman"/>
              <a:cs typeface="Times New Roman"/>
              <a:sym typeface="Times New Roman"/>
            </a:endParaRPr>
          </a:p>
          <a:p>
            <a:pPr lvl="0">
              <a:lnSpc>
                <a:spcPct val="150000"/>
              </a:lnSpc>
            </a:pPr>
            <a:r>
              <a:rPr lang="en-US" sz="2000" b="1" dirty="0">
                <a:solidFill>
                  <a:schemeClr val="dk1"/>
                </a:solidFill>
                <a:latin typeface="Times New Roman"/>
                <a:ea typeface="Times New Roman"/>
                <a:cs typeface="Times New Roman"/>
                <a:sym typeface="Times New Roman"/>
              </a:rPr>
              <a:t>8.     </a:t>
            </a:r>
            <a:r>
              <a:rPr lang="en-US" sz="2000" b="1" dirty="0">
                <a:solidFill>
                  <a:srgbClr val="006666"/>
                </a:solidFill>
                <a:latin typeface="Times New Roman"/>
                <a:ea typeface="Times New Roman"/>
                <a:cs typeface="Times New Roman"/>
                <a:sym typeface="Times New Roman"/>
              </a:rPr>
              <a:t>[</a:t>
            </a:r>
            <a:r>
              <a:rPr lang="en-US" altLang="zh-CN" sz="2000" b="1" dirty="0">
                <a:solidFill>
                  <a:srgbClr val="006666"/>
                </a:solidFill>
                <a:latin typeface="Arial Narrow"/>
                <a:ea typeface="Arial Narrow"/>
                <a:cs typeface="Arial Narrow"/>
                <a:sym typeface="Arial Narrow"/>
              </a:rPr>
              <a:t>Session </a:t>
            </a:r>
            <a:r>
              <a:rPr lang="en-US" sz="2000" b="1" dirty="0">
                <a:solidFill>
                  <a:srgbClr val="006666"/>
                </a:solidFill>
                <a:latin typeface="Arial Narrow"/>
                <a:ea typeface="Arial Narrow"/>
                <a:cs typeface="Arial Narrow"/>
                <a:sym typeface="Arial Narrow"/>
              </a:rPr>
              <a:t>8</a:t>
            </a:r>
            <a:r>
              <a:rPr lang="en-US" sz="2000" b="1" dirty="0">
                <a:solidFill>
                  <a:srgbClr val="006666"/>
                </a:solidFill>
                <a:latin typeface="Times New Roman"/>
                <a:ea typeface="Times New Roman"/>
                <a:cs typeface="Times New Roman"/>
                <a:sym typeface="Times New Roman"/>
              </a:rPr>
              <a:t>] </a:t>
            </a:r>
            <a:r>
              <a:rPr lang="en-US" sz="2000" b="1" i="1" u="sng" dirty="0">
                <a:solidFill>
                  <a:schemeClr val="accent6"/>
                </a:solidFill>
                <a:latin typeface="Times New Roman"/>
                <a:ea typeface="Times New Roman"/>
                <a:cs typeface="Times New Roman"/>
                <a:sym typeface="Times New Roman"/>
              </a:rPr>
              <a:t>Lifestyle Style Innovations for Happiness</a:t>
            </a:r>
            <a:endParaRPr lang="en-US" sz="2000" b="1" dirty="0">
              <a:solidFill>
                <a:schemeClr val="accent6"/>
              </a:solidFill>
              <a:latin typeface="Times New Roman"/>
              <a:ea typeface="Times New Roman"/>
              <a:cs typeface="Times New Roman"/>
              <a:sym typeface="Times New Roman"/>
            </a:endParaRPr>
          </a:p>
          <a:p>
            <a:pPr marL="1203325" lvl="2" indent="-457200">
              <a:buClr>
                <a:srgbClr val="006666"/>
              </a:buClr>
              <a:buSzPts val="2000"/>
              <a:buFont typeface="Wingdings" panose="05000000000000000000" pitchFamily="2" charset="2"/>
              <a:buChar char="v"/>
            </a:pPr>
            <a:r>
              <a:rPr lang="en-US" sz="1700" dirty="0">
                <a:solidFill>
                  <a:srgbClr val="006666"/>
                </a:solidFill>
                <a:latin typeface="Times New Roman"/>
                <a:ea typeface="Times New Roman"/>
                <a:cs typeface="Times New Roman"/>
                <a:sym typeface="Times New Roman"/>
              </a:rPr>
              <a:t>[TS8-A] Smart Homes and Community, Virtual Living</a:t>
            </a:r>
          </a:p>
          <a:p>
            <a:pPr marL="1203325" lvl="2" indent="-457200">
              <a:buClr>
                <a:srgbClr val="006666"/>
              </a:buClr>
              <a:buSzPts val="2000"/>
              <a:buFont typeface="Wingdings" panose="05000000000000000000" pitchFamily="2" charset="2"/>
              <a:buChar char="v"/>
            </a:pPr>
            <a:r>
              <a:rPr lang="en-US" sz="1700" dirty="0">
                <a:solidFill>
                  <a:srgbClr val="006666"/>
                </a:solidFill>
                <a:latin typeface="Times New Roman"/>
                <a:ea typeface="Times New Roman"/>
                <a:cs typeface="Times New Roman"/>
                <a:sym typeface="Times New Roman"/>
              </a:rPr>
              <a:t>[TS8-B] Mobility, Connectivity, and Innovative Lifestyles</a:t>
            </a:r>
          </a:p>
          <a:p>
            <a:pPr marL="1203325" lvl="2" indent="-457200">
              <a:buClr>
                <a:srgbClr val="006666"/>
              </a:buClr>
              <a:buSzPts val="2000"/>
              <a:buFont typeface="Wingdings" panose="05000000000000000000" pitchFamily="2" charset="2"/>
              <a:buChar char="v"/>
            </a:pPr>
            <a:r>
              <a:rPr lang="en-US" sz="1700" dirty="0">
                <a:solidFill>
                  <a:srgbClr val="006666"/>
                </a:solidFill>
                <a:latin typeface="Times New Roman"/>
                <a:ea typeface="Times New Roman"/>
                <a:cs typeface="Times New Roman"/>
                <a:sym typeface="Times New Roman"/>
              </a:rPr>
              <a:t>[Special Session] [TS8-SP1] Integration of Sports Science and Medical Research: Interdisciplinary Innovation in Sports, Traditional Chinese Medicine, and Western Medicine</a:t>
            </a:r>
          </a:p>
        </p:txBody>
      </p:sp>
      <p:sp>
        <p:nvSpPr>
          <p:cNvPr id="298" name="Google Shape;298;p16"/>
          <p:cNvSpPr/>
          <p:nvPr/>
        </p:nvSpPr>
        <p:spPr>
          <a:xfrm>
            <a:off x="0" y="6410227"/>
            <a:ext cx="12192000" cy="447773"/>
          </a:xfrm>
          <a:prstGeom prst="rect">
            <a:avLst/>
          </a:prstGeom>
          <a:solidFill>
            <a:srgbClr val="3C6C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 name="Text Placeholder 2">
            <a:extLst>
              <a:ext uri="{FF2B5EF4-FFF2-40B4-BE49-F238E27FC236}">
                <a16:creationId xmlns:a16="http://schemas.microsoft.com/office/drawing/2014/main" id="{F111B41D-53E4-BC7E-4233-1CCB44636397}"/>
              </a:ext>
            </a:extLst>
          </p:cNvPr>
          <p:cNvSpPr>
            <a:spLocks noGrp="1"/>
          </p:cNvSpPr>
          <p:nvPr>
            <p:ph type="body" sz="quarter" idx="10"/>
          </p:nvPr>
        </p:nvSpPr>
        <p:spPr/>
        <p:txBody>
          <a:bodyPr/>
          <a:lstStyle/>
          <a:p>
            <a:r>
              <a:rPr lang="en-US" dirty="0"/>
              <a:t> Technical Sessions (B)</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7"/>
          <p:cNvSpPr/>
          <p:nvPr/>
        </p:nvSpPr>
        <p:spPr>
          <a:xfrm>
            <a:off x="558671" y="1331641"/>
            <a:ext cx="10740718" cy="4616608"/>
          </a:xfrm>
          <a:prstGeom prst="rect">
            <a:avLst/>
          </a:prstGeom>
          <a:noFill/>
          <a:ln>
            <a:noFill/>
          </a:ln>
        </p:spPr>
        <p:txBody>
          <a:bodyPr spcFirstLastPara="1" wrap="square" lIns="91425" tIns="45700" rIns="91425" bIns="45700" anchor="t" anchorCtr="0">
            <a:spAutoFit/>
          </a:bodyPr>
          <a:lstStyle/>
          <a:p>
            <a:pPr lvl="0">
              <a:lnSpc>
                <a:spcPct val="150000"/>
              </a:lnSpc>
            </a:pPr>
            <a:r>
              <a:rPr lang="en-US" sz="2000" b="1" dirty="0">
                <a:solidFill>
                  <a:schemeClr val="dk1"/>
                </a:solidFill>
                <a:latin typeface="Times New Roman"/>
                <a:ea typeface="Times New Roman"/>
                <a:cs typeface="Times New Roman"/>
                <a:sym typeface="Times New Roman"/>
              </a:rPr>
              <a:t>9.     </a:t>
            </a:r>
            <a:r>
              <a:rPr lang="en-US" sz="2000" b="1" dirty="0">
                <a:solidFill>
                  <a:srgbClr val="006666"/>
                </a:solidFill>
                <a:latin typeface="Times New Roman"/>
                <a:ea typeface="Times New Roman"/>
                <a:cs typeface="Times New Roman"/>
                <a:sym typeface="Times New Roman"/>
              </a:rPr>
              <a:t>[</a:t>
            </a:r>
            <a:r>
              <a:rPr lang="en-US" altLang="zh-CN" sz="2000" b="1" dirty="0">
                <a:solidFill>
                  <a:srgbClr val="006666"/>
                </a:solidFill>
                <a:latin typeface="Arial Narrow"/>
                <a:ea typeface="Arial Narrow"/>
                <a:cs typeface="Arial Narrow"/>
                <a:sym typeface="Arial Narrow"/>
              </a:rPr>
              <a:t>Session </a:t>
            </a:r>
            <a:r>
              <a:rPr lang="en-US" sz="2000" b="1" dirty="0">
                <a:solidFill>
                  <a:srgbClr val="006666"/>
                </a:solidFill>
                <a:latin typeface="Arial Narrow"/>
                <a:ea typeface="Arial Narrow"/>
                <a:cs typeface="Arial Narrow"/>
                <a:sym typeface="Arial Narrow"/>
              </a:rPr>
              <a:t>9</a:t>
            </a:r>
            <a:r>
              <a:rPr lang="en-US" sz="2000" b="1" dirty="0">
                <a:solidFill>
                  <a:srgbClr val="006666"/>
                </a:solidFill>
                <a:latin typeface="Times New Roman"/>
                <a:ea typeface="Times New Roman"/>
                <a:cs typeface="Times New Roman"/>
                <a:sym typeface="Times New Roman"/>
              </a:rPr>
              <a:t>]</a:t>
            </a:r>
            <a:r>
              <a:rPr lang="en-US" sz="2000" b="1" dirty="0">
                <a:solidFill>
                  <a:schemeClr val="dk1"/>
                </a:solidFill>
                <a:latin typeface="Times New Roman"/>
                <a:ea typeface="Times New Roman"/>
                <a:cs typeface="Times New Roman"/>
                <a:sym typeface="Times New Roman"/>
              </a:rPr>
              <a:t> </a:t>
            </a:r>
            <a:r>
              <a:rPr lang="en-US" sz="2000" b="1" i="1" u="sng" dirty="0">
                <a:solidFill>
                  <a:schemeClr val="accent6"/>
                </a:solidFill>
                <a:latin typeface="Times New Roman"/>
                <a:ea typeface="Times New Roman"/>
                <a:cs typeface="Times New Roman"/>
                <a:sym typeface="Times New Roman"/>
              </a:rPr>
              <a:t>Healthcare Innovations for Safety and Well-Being</a:t>
            </a:r>
            <a:endParaRPr sz="2000" b="1" dirty="0">
              <a:solidFill>
                <a:schemeClr val="accent6"/>
              </a:solidFill>
              <a:latin typeface="Times New Roman"/>
              <a:ea typeface="Times New Roman"/>
              <a:cs typeface="Times New Roman"/>
              <a:sym typeface="Times New Roman"/>
            </a:endParaRP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[TS9-A] AI-assisted Healthcare Monitoring</a:t>
            </a: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[TS9-B] Smart Medicine and Smart Healthcare</a:t>
            </a: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[TS9-C] Public Health, Epidemic Prevention and Control</a:t>
            </a: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[TS9-D] The Fusion of Traditional Chinese Medicine and Modern Science</a:t>
            </a: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[TS9-E] AI-Driven Sports Training, Exercise, and Fitness</a:t>
            </a: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b="0" i="0" u="none" strike="noStrike" cap="none" dirty="0">
                <a:solidFill>
                  <a:srgbClr val="006666"/>
                </a:solidFill>
                <a:latin typeface="Times New Roman"/>
                <a:ea typeface="Times New Roman"/>
                <a:cs typeface="Times New Roman"/>
                <a:sym typeface="Times New Roman"/>
              </a:rPr>
              <a:t>[Special Session] [TS9-SP1] AI-Powered IoMT Telehealth Innovation</a:t>
            </a:r>
          </a:p>
          <a:p>
            <a:pPr marL="800100" marR="0" lvl="1" indent="-215900" algn="l" rtl="0">
              <a:spcBef>
                <a:spcPts val="0"/>
              </a:spcBef>
              <a:spcAft>
                <a:spcPts val="0"/>
              </a:spcAft>
              <a:buClr>
                <a:schemeClr val="dk1"/>
              </a:buClr>
              <a:buSzPts val="2000"/>
              <a:buFont typeface="Noto Sans Symbols"/>
              <a:buNone/>
            </a:pPr>
            <a:endParaRPr sz="2000" b="0" i="0" u="none" strike="noStrike" cap="none" dirty="0">
              <a:solidFill>
                <a:schemeClr val="dk1"/>
              </a:solidFill>
              <a:latin typeface="Times New Roman"/>
              <a:ea typeface="Times New Roman"/>
              <a:cs typeface="Times New Roman"/>
              <a:sym typeface="Times New Roman"/>
            </a:endParaRPr>
          </a:p>
          <a:p>
            <a:pPr marL="1881188" lvl="0" indent="-1881188"/>
            <a:r>
              <a:rPr lang="en-US" sz="2000" b="1" dirty="0">
                <a:solidFill>
                  <a:schemeClr val="dk1"/>
                </a:solidFill>
                <a:latin typeface="Times New Roman"/>
                <a:ea typeface="Times New Roman"/>
                <a:cs typeface="Times New Roman"/>
                <a:sym typeface="Times New Roman"/>
              </a:rPr>
              <a:t>10.    </a:t>
            </a:r>
            <a:r>
              <a:rPr lang="en-US" sz="2000" b="1" dirty="0">
                <a:solidFill>
                  <a:srgbClr val="006666"/>
                </a:solidFill>
                <a:latin typeface="Times New Roman"/>
                <a:ea typeface="Times New Roman"/>
                <a:cs typeface="Times New Roman"/>
                <a:sym typeface="Times New Roman"/>
              </a:rPr>
              <a:t>[</a:t>
            </a:r>
            <a:r>
              <a:rPr lang="en-US" altLang="zh-CN" sz="2000" b="1" dirty="0">
                <a:solidFill>
                  <a:srgbClr val="006666"/>
                </a:solidFill>
                <a:latin typeface="Arial Narrow"/>
                <a:ea typeface="Arial Narrow"/>
                <a:cs typeface="Arial Narrow"/>
                <a:sym typeface="Arial Narrow"/>
              </a:rPr>
              <a:t>Session </a:t>
            </a:r>
            <a:r>
              <a:rPr lang="en-US" sz="2000" b="1" dirty="0">
                <a:solidFill>
                  <a:srgbClr val="006666"/>
                </a:solidFill>
                <a:latin typeface="Arial Narrow"/>
                <a:ea typeface="Arial Narrow"/>
                <a:cs typeface="Arial Narrow"/>
                <a:sym typeface="Arial Narrow"/>
              </a:rPr>
              <a:t>10</a:t>
            </a:r>
            <a:r>
              <a:rPr lang="en-US" sz="2000" b="1" dirty="0">
                <a:solidFill>
                  <a:srgbClr val="006666"/>
                </a:solidFill>
                <a:latin typeface="Times New Roman"/>
                <a:ea typeface="Times New Roman"/>
                <a:cs typeface="Times New Roman"/>
                <a:sym typeface="Times New Roman"/>
              </a:rPr>
              <a:t>] </a:t>
            </a:r>
            <a:r>
              <a:rPr lang="en-US" sz="2000" b="1" i="1" u="sng" dirty="0">
                <a:solidFill>
                  <a:schemeClr val="accent6"/>
                </a:solidFill>
                <a:latin typeface="Times New Roman"/>
                <a:ea typeface="Times New Roman"/>
                <a:cs typeface="Times New Roman"/>
                <a:sym typeface="Times New Roman"/>
              </a:rPr>
              <a:t>Social and Cultural Revolution for Diversity, Inclusiveness, Fairness, and Preservation of Cultural Heritage</a:t>
            </a:r>
            <a:endParaRPr sz="2000" b="1" dirty="0">
              <a:solidFill>
                <a:schemeClr val="accent6"/>
              </a:solidFill>
              <a:latin typeface="Times New Roman"/>
              <a:ea typeface="Times New Roman"/>
              <a:cs typeface="Times New Roman"/>
              <a:sym typeface="Times New Roman"/>
            </a:endParaRP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dirty="0">
                <a:solidFill>
                  <a:srgbClr val="006666"/>
                </a:solidFill>
                <a:latin typeface="Times New Roman"/>
                <a:ea typeface="Times New Roman"/>
                <a:cs typeface="Times New Roman"/>
                <a:sym typeface="Times New Roman"/>
              </a:rPr>
              <a:t>[TS10-A] Urbanization, Social Governance, and Smart Communities</a:t>
            </a: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dirty="0">
                <a:solidFill>
                  <a:srgbClr val="006666"/>
                </a:solidFill>
                <a:latin typeface="Times New Roman"/>
                <a:ea typeface="Times New Roman"/>
                <a:cs typeface="Times New Roman"/>
                <a:sym typeface="Times New Roman"/>
              </a:rPr>
              <a:t>[TS10-B] Smart Government and Social Services</a:t>
            </a: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dirty="0">
                <a:solidFill>
                  <a:srgbClr val="006666"/>
                </a:solidFill>
                <a:latin typeface="Times New Roman"/>
                <a:ea typeface="Times New Roman"/>
                <a:cs typeface="Times New Roman"/>
                <a:sym typeface="Times New Roman"/>
              </a:rPr>
              <a:t>[TS10-C] Integrated Solutions for Smart Humanity</a:t>
            </a: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dirty="0">
                <a:solidFill>
                  <a:srgbClr val="006666"/>
                </a:solidFill>
                <a:latin typeface="Times New Roman"/>
                <a:ea typeface="Times New Roman"/>
                <a:cs typeface="Times New Roman"/>
                <a:sym typeface="Times New Roman"/>
              </a:rPr>
              <a:t>[TS10-D] Smart Design and Design Ethics</a:t>
            </a: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dirty="0">
                <a:solidFill>
                  <a:srgbClr val="006666"/>
                </a:solidFill>
                <a:latin typeface="Times New Roman"/>
                <a:ea typeface="Times New Roman"/>
                <a:cs typeface="Times New Roman"/>
                <a:sym typeface="Times New Roman"/>
              </a:rPr>
              <a:t>[TS10-E] Cultural Heritage Preservation and Creative Industries</a:t>
            </a:r>
          </a:p>
          <a:p>
            <a:pPr marL="1203325" marR="0" lvl="2" indent="-457200" algn="l" rtl="0">
              <a:spcBef>
                <a:spcPts val="0"/>
              </a:spcBef>
              <a:spcAft>
                <a:spcPts val="0"/>
              </a:spcAft>
              <a:buClr>
                <a:srgbClr val="006666"/>
              </a:buClr>
              <a:buSzPts val="2000"/>
              <a:buFont typeface="Wingdings" panose="05000000000000000000" pitchFamily="2" charset="2"/>
              <a:buChar char="v"/>
            </a:pPr>
            <a:r>
              <a:rPr lang="en-US" sz="1700" dirty="0">
                <a:solidFill>
                  <a:srgbClr val="006666"/>
                </a:solidFill>
                <a:latin typeface="Times New Roman"/>
                <a:ea typeface="Times New Roman"/>
                <a:cs typeface="Times New Roman"/>
                <a:sym typeface="Times New Roman"/>
              </a:rPr>
              <a:t>[TS10-F] Equitable AI for the Underrepresented and Vulnerable Groups </a:t>
            </a:r>
          </a:p>
        </p:txBody>
      </p:sp>
      <p:sp>
        <p:nvSpPr>
          <p:cNvPr id="310" name="Google Shape;310;p17"/>
          <p:cNvSpPr/>
          <p:nvPr/>
        </p:nvSpPr>
        <p:spPr>
          <a:xfrm>
            <a:off x="0" y="6410227"/>
            <a:ext cx="12192000" cy="447773"/>
          </a:xfrm>
          <a:prstGeom prst="rect">
            <a:avLst/>
          </a:prstGeom>
          <a:solidFill>
            <a:srgbClr val="3C6C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Text Placeholder 1">
            <a:extLst>
              <a:ext uri="{FF2B5EF4-FFF2-40B4-BE49-F238E27FC236}">
                <a16:creationId xmlns:a16="http://schemas.microsoft.com/office/drawing/2014/main" id="{988130C9-C7A2-FE15-3E31-10BDC5B62E65}"/>
              </a:ext>
            </a:extLst>
          </p:cNvPr>
          <p:cNvSpPr>
            <a:spLocks noGrp="1"/>
          </p:cNvSpPr>
          <p:nvPr>
            <p:ph type="body" sz="quarter" idx="10"/>
          </p:nvPr>
        </p:nvSpPr>
        <p:spPr/>
        <p:txBody>
          <a:bodyPr/>
          <a:lstStyle/>
          <a:p>
            <a:r>
              <a:rPr lang="en-US" dirty="0"/>
              <a:t> Technical Sessions (C)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18"/>
          <p:cNvSpPr/>
          <p:nvPr/>
        </p:nvSpPr>
        <p:spPr>
          <a:xfrm>
            <a:off x="751868" y="1509275"/>
            <a:ext cx="9280028" cy="2985392"/>
          </a:xfrm>
          <a:prstGeom prst="rect">
            <a:avLst/>
          </a:prstGeom>
          <a:noFill/>
          <a:ln>
            <a:noFill/>
          </a:ln>
        </p:spPr>
        <p:txBody>
          <a:bodyPr spcFirstLastPara="1" wrap="square" lIns="91425" tIns="45700" rIns="91425" bIns="45700" anchor="t" anchorCtr="0">
            <a:spAutoFit/>
          </a:bodyPr>
          <a:lstStyle/>
          <a:p>
            <a:pPr lvl="0"/>
            <a:r>
              <a:rPr lang="en-US" sz="2000" b="1" dirty="0">
                <a:solidFill>
                  <a:schemeClr val="dk1"/>
                </a:solidFill>
                <a:latin typeface="Times New Roman"/>
                <a:ea typeface="Times New Roman"/>
                <a:cs typeface="Times New Roman"/>
                <a:sym typeface="Times New Roman"/>
              </a:rPr>
              <a:t>11.   </a:t>
            </a:r>
            <a:r>
              <a:rPr lang="en-US" sz="2000" b="1" dirty="0">
                <a:solidFill>
                  <a:srgbClr val="006666"/>
                </a:solidFill>
                <a:latin typeface="Arial Narrow"/>
                <a:ea typeface="Arial Narrow"/>
                <a:cs typeface="Arial Narrow"/>
                <a:sym typeface="Arial Narrow"/>
              </a:rPr>
              <a:t>[</a:t>
            </a:r>
            <a:r>
              <a:rPr lang="en-US" altLang="zh-CN" sz="2000" b="1" dirty="0">
                <a:solidFill>
                  <a:srgbClr val="006666"/>
                </a:solidFill>
                <a:latin typeface="Arial Narrow"/>
                <a:ea typeface="Arial Narrow"/>
                <a:cs typeface="Arial Narrow"/>
                <a:sym typeface="Arial Narrow"/>
              </a:rPr>
              <a:t>Session </a:t>
            </a:r>
            <a:r>
              <a:rPr lang="en-US" sz="2000" b="1" dirty="0">
                <a:solidFill>
                  <a:srgbClr val="006666"/>
                </a:solidFill>
                <a:latin typeface="Arial Narrow"/>
                <a:ea typeface="Arial Narrow"/>
                <a:cs typeface="Arial Narrow"/>
                <a:sym typeface="Arial Narrow"/>
              </a:rPr>
              <a:t>11] </a:t>
            </a:r>
            <a:r>
              <a:rPr lang="en-US" sz="2000" b="1" i="1" u="sng" dirty="0">
                <a:solidFill>
                  <a:schemeClr val="accent6"/>
                </a:solidFill>
                <a:latin typeface="Times New Roman"/>
                <a:ea typeface="Times New Roman"/>
                <a:cs typeface="Times New Roman"/>
                <a:sym typeface="Times New Roman"/>
              </a:rPr>
              <a:t>Algorithms, Benchmark Development, and Data Management</a:t>
            </a:r>
            <a:endParaRPr sz="1800" dirty="0">
              <a:solidFill>
                <a:schemeClr val="dk1"/>
              </a:solidFill>
              <a:latin typeface="Arial"/>
              <a:ea typeface="Arial"/>
              <a:cs typeface="Arial"/>
              <a:sym typeface="Arial"/>
            </a:endParaRPr>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600" b="0" i="0" u="none" strike="noStrike" cap="none" dirty="0">
                <a:solidFill>
                  <a:srgbClr val="006666"/>
                </a:solidFill>
                <a:latin typeface="Times New Roman"/>
                <a:ea typeface="Times New Roman"/>
                <a:cs typeface="Times New Roman"/>
                <a:sym typeface="Times New Roman"/>
              </a:rPr>
              <a:t>[TS11-A] Responsible and Ethical Data Management and Processing</a:t>
            </a:r>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600" b="0" i="0" u="none" strike="noStrike" cap="none" dirty="0">
                <a:solidFill>
                  <a:srgbClr val="006666"/>
                </a:solidFill>
                <a:latin typeface="Times New Roman"/>
                <a:ea typeface="Times New Roman"/>
                <a:cs typeface="Times New Roman"/>
                <a:sym typeface="Times New Roman"/>
              </a:rPr>
              <a:t>[TS11-B] Learning Algorithm and Model Development, Analysis, and Interpretability</a:t>
            </a:r>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600" b="0" i="0" u="none" strike="noStrike" cap="none" dirty="0">
                <a:solidFill>
                  <a:srgbClr val="006666"/>
                </a:solidFill>
                <a:latin typeface="Times New Roman"/>
                <a:ea typeface="Times New Roman"/>
                <a:cs typeface="Times New Roman"/>
                <a:sym typeface="Times New Roman"/>
              </a:rPr>
              <a:t>[TS11-C] Benchmark Development, Evaluation, and Long-Term Reproducibility</a:t>
            </a:r>
          </a:p>
          <a:p>
            <a:pPr marL="457200" marR="0" lvl="1" indent="0" algn="l" rtl="0">
              <a:spcBef>
                <a:spcPts val="0"/>
              </a:spcBef>
              <a:spcAft>
                <a:spcPts val="0"/>
              </a:spcAft>
              <a:buNone/>
            </a:pPr>
            <a:endParaRPr sz="2000" b="0" i="0" u="none" strike="noStrike" cap="none" dirty="0">
              <a:solidFill>
                <a:schemeClr val="dk1"/>
              </a:solidFill>
              <a:highlight>
                <a:srgbClr val="FFFF00"/>
              </a:highlight>
              <a:latin typeface="Arial"/>
              <a:ea typeface="Arial"/>
              <a:cs typeface="Arial"/>
              <a:sym typeface="Arial"/>
            </a:endParaRPr>
          </a:p>
          <a:p>
            <a:pPr lvl="0" algn="just"/>
            <a:r>
              <a:rPr lang="en-US" sz="2000" b="1" dirty="0">
                <a:solidFill>
                  <a:schemeClr val="dk1"/>
                </a:solidFill>
                <a:latin typeface="Times New Roman"/>
                <a:ea typeface="Times New Roman"/>
                <a:cs typeface="Times New Roman"/>
                <a:sym typeface="Times New Roman"/>
              </a:rPr>
              <a:t>12.   </a:t>
            </a:r>
            <a:r>
              <a:rPr lang="en-US" sz="2000" b="1" dirty="0">
                <a:solidFill>
                  <a:srgbClr val="006666"/>
                </a:solidFill>
                <a:latin typeface="Arial Narrow"/>
                <a:ea typeface="Arial Narrow"/>
                <a:cs typeface="Arial Narrow"/>
                <a:sym typeface="Arial Narrow"/>
              </a:rPr>
              <a:t>[</a:t>
            </a:r>
            <a:r>
              <a:rPr lang="en-US" altLang="zh-CN" sz="2000" b="1" dirty="0">
                <a:solidFill>
                  <a:srgbClr val="006666"/>
                </a:solidFill>
                <a:latin typeface="Arial Narrow"/>
                <a:ea typeface="Arial Narrow"/>
                <a:cs typeface="Arial Narrow"/>
                <a:sym typeface="Arial Narrow"/>
              </a:rPr>
              <a:t>Session </a:t>
            </a:r>
            <a:r>
              <a:rPr lang="en-US" sz="2000" b="1" dirty="0">
                <a:solidFill>
                  <a:srgbClr val="006666"/>
                </a:solidFill>
                <a:latin typeface="Arial Narrow"/>
                <a:ea typeface="Arial Narrow"/>
                <a:cs typeface="Arial Narrow"/>
                <a:sym typeface="Arial Narrow"/>
              </a:rPr>
              <a:t>12]</a:t>
            </a:r>
            <a:r>
              <a:rPr lang="en-US" sz="2000" b="1" dirty="0">
                <a:solidFill>
                  <a:srgbClr val="006666"/>
                </a:solidFill>
                <a:latin typeface="Times New Roman"/>
                <a:ea typeface="Times New Roman"/>
                <a:cs typeface="Times New Roman"/>
                <a:sym typeface="Times New Roman"/>
              </a:rPr>
              <a:t> </a:t>
            </a:r>
            <a:r>
              <a:rPr lang="en-US" sz="2000" b="1" i="1" u="sng" dirty="0">
                <a:solidFill>
                  <a:schemeClr val="accent6"/>
                </a:solidFill>
                <a:latin typeface="Times New Roman"/>
                <a:ea typeface="Times New Roman"/>
                <a:cs typeface="Times New Roman"/>
                <a:sym typeface="Times New Roman"/>
              </a:rPr>
              <a:t>Special Sessions - New Proposed Sessions</a:t>
            </a:r>
            <a:endParaRPr dirty="0"/>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600" dirty="0">
                <a:solidFill>
                  <a:srgbClr val="006666"/>
                </a:solidFill>
                <a:latin typeface="Times New Roman"/>
                <a:ea typeface="Times New Roman"/>
                <a:cs typeface="Times New Roman"/>
                <a:sym typeface="Times New Roman"/>
              </a:rPr>
              <a:t>[SP12-A] AI and Finance</a:t>
            </a:r>
          </a:p>
          <a:p>
            <a:pPr marL="1203325" marR="0" lvl="4" indent="-457200" algn="l" rtl="0">
              <a:spcBef>
                <a:spcPts val="0"/>
              </a:spcBef>
              <a:spcAft>
                <a:spcPts val="0"/>
              </a:spcAft>
              <a:buClr>
                <a:srgbClr val="006666"/>
              </a:buClr>
              <a:buSzPts val="2000"/>
              <a:buFont typeface="Wingdings" panose="05000000000000000000" pitchFamily="2" charset="2"/>
              <a:buChar char="v"/>
            </a:pPr>
            <a:r>
              <a:rPr lang="en-US" sz="1600" dirty="0">
                <a:solidFill>
                  <a:srgbClr val="006666"/>
                </a:solidFill>
                <a:latin typeface="Times New Roman"/>
                <a:ea typeface="Times New Roman"/>
                <a:cs typeface="Times New Roman"/>
                <a:sym typeface="Times New Roman"/>
              </a:rPr>
              <a:t>[SP12-B] Reconstructing Human-Centered Family Education in the AI Era: Learning, Parenting, and Relational Development</a:t>
            </a:r>
          </a:p>
          <a:p>
            <a:pPr marL="1203325" lvl="4" indent="-457200">
              <a:buClr>
                <a:srgbClr val="006666"/>
              </a:buClr>
              <a:buSzPts val="2000"/>
              <a:buFont typeface="Wingdings" panose="05000000000000000000" pitchFamily="2" charset="2"/>
              <a:buChar char="v"/>
            </a:pPr>
            <a:r>
              <a:rPr lang="en-US" sz="1600" dirty="0">
                <a:solidFill>
                  <a:srgbClr val="006666"/>
                </a:solidFill>
                <a:latin typeface="Times New Roman"/>
                <a:ea typeface="Times New Roman"/>
                <a:cs typeface="Times New Roman"/>
                <a:sym typeface="Times New Roman"/>
              </a:rPr>
              <a:t>[SP12-</a:t>
            </a:r>
            <a:r>
              <a:rPr lang="en-US" altLang="zh-CN" sz="1600" dirty="0">
                <a:solidFill>
                  <a:srgbClr val="006666"/>
                </a:solidFill>
                <a:latin typeface="Times New Roman"/>
                <a:ea typeface="Times New Roman"/>
                <a:cs typeface="Times New Roman"/>
                <a:sym typeface="Times New Roman"/>
              </a:rPr>
              <a:t>C</a:t>
            </a:r>
            <a:r>
              <a:rPr lang="en-US" sz="1600" dirty="0">
                <a:solidFill>
                  <a:srgbClr val="006666"/>
                </a:solidFill>
                <a:latin typeface="Times New Roman"/>
                <a:ea typeface="Times New Roman"/>
                <a:cs typeface="Times New Roman"/>
                <a:sym typeface="Times New Roman"/>
              </a:rPr>
              <a:t>] </a:t>
            </a:r>
            <a:r>
              <a:rPr lang="en-US" sz="1600" dirty="0" err="1">
                <a:solidFill>
                  <a:srgbClr val="006666"/>
                </a:solidFill>
                <a:latin typeface="Times New Roman"/>
                <a:ea typeface="Times New Roman"/>
                <a:cs typeface="Times New Roman"/>
                <a:sym typeface="Times New Roman"/>
              </a:rPr>
              <a:t>Shanwei</a:t>
            </a:r>
            <a:r>
              <a:rPr lang="en-US" sz="1600" dirty="0">
                <a:solidFill>
                  <a:srgbClr val="006666"/>
                </a:solidFill>
                <a:latin typeface="Times New Roman"/>
                <a:ea typeface="Times New Roman"/>
                <a:cs typeface="Times New Roman"/>
                <a:sym typeface="Times New Roman"/>
              </a:rPr>
              <a:t> Forum: Quality-Driven Development of New Energy Vehicles through Sustainable Smart Manufacturing</a:t>
            </a:r>
          </a:p>
        </p:txBody>
      </p:sp>
      <p:sp>
        <p:nvSpPr>
          <p:cNvPr id="321" name="Google Shape;321;p18"/>
          <p:cNvSpPr/>
          <p:nvPr/>
        </p:nvSpPr>
        <p:spPr>
          <a:xfrm>
            <a:off x="0" y="6410227"/>
            <a:ext cx="12192000" cy="447773"/>
          </a:xfrm>
          <a:prstGeom prst="rect">
            <a:avLst/>
          </a:prstGeom>
          <a:solidFill>
            <a:srgbClr val="3C6C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 name="Text Placeholder 1">
            <a:extLst>
              <a:ext uri="{FF2B5EF4-FFF2-40B4-BE49-F238E27FC236}">
                <a16:creationId xmlns:a16="http://schemas.microsoft.com/office/drawing/2014/main" id="{A946B120-4425-BD4B-0DA3-1C0BAB905A73}"/>
              </a:ext>
            </a:extLst>
          </p:cNvPr>
          <p:cNvSpPr>
            <a:spLocks noGrp="1"/>
          </p:cNvSpPr>
          <p:nvPr>
            <p:ph type="body" sz="quarter" idx="10"/>
          </p:nvPr>
        </p:nvSpPr>
        <p:spPr/>
        <p:txBody>
          <a:bodyPr/>
          <a:lstStyle/>
          <a:p>
            <a:r>
              <a:rPr lang="en-US" dirty="0"/>
              <a:t> Technical Sessions (D)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0"/>
          <p:cNvSpPr/>
          <p:nvPr/>
        </p:nvSpPr>
        <p:spPr>
          <a:xfrm>
            <a:off x="1384080" y="1864851"/>
            <a:ext cx="9180000" cy="22467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3200" b="1" dirty="0">
              <a:solidFill>
                <a:srgbClr val="009242"/>
              </a:solidFill>
              <a:latin typeface="Times New Roman"/>
              <a:ea typeface="Times New Roman"/>
              <a:cs typeface="Times New Roman"/>
              <a:sym typeface="Times New Roman"/>
            </a:endParaRPr>
          </a:p>
          <a:p>
            <a:pPr marL="0" marR="0" lvl="0" indent="0" algn="ctr" rtl="0">
              <a:spcBef>
                <a:spcPts val="0"/>
              </a:spcBef>
              <a:spcAft>
                <a:spcPts val="0"/>
              </a:spcAft>
              <a:buNone/>
            </a:pPr>
            <a:r>
              <a:rPr lang="en-US" sz="5400" b="1" dirty="0">
                <a:solidFill>
                  <a:srgbClr val="009242"/>
                </a:solidFill>
                <a:latin typeface="Times New Roman"/>
                <a:ea typeface="Times New Roman"/>
                <a:cs typeface="Times New Roman"/>
                <a:sym typeface="Times New Roman"/>
              </a:rPr>
              <a:t>Roles &amp; Responsibilities for </a:t>
            </a:r>
            <a:br>
              <a:rPr lang="en-US" sz="5400" b="1" dirty="0">
                <a:solidFill>
                  <a:srgbClr val="009242"/>
                </a:solidFill>
                <a:latin typeface="Times New Roman"/>
                <a:ea typeface="Times New Roman"/>
                <a:cs typeface="Times New Roman"/>
                <a:sym typeface="Times New Roman"/>
              </a:rPr>
            </a:br>
            <a:r>
              <a:rPr lang="en-US" sz="5400" b="1" dirty="0">
                <a:solidFill>
                  <a:srgbClr val="009242"/>
                </a:solidFill>
                <a:latin typeface="Times New Roman"/>
                <a:ea typeface="Times New Roman"/>
                <a:cs typeface="Times New Roman"/>
                <a:sym typeface="Times New Roman"/>
              </a:rPr>
              <a:t>UV2026 Session Chairs</a:t>
            </a:r>
            <a:endParaRPr sz="2800" b="1" dirty="0">
              <a:solidFill>
                <a:srgbClr val="548135"/>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2" name="Shape 180">
            <a:extLst>
              <a:ext uri="{FF2B5EF4-FFF2-40B4-BE49-F238E27FC236}">
                <a16:creationId xmlns:a16="http://schemas.microsoft.com/office/drawing/2014/main" id="{7780519F-0C91-1764-3755-63E9075B3443}"/>
              </a:ext>
            </a:extLst>
          </p:cNvPr>
          <p:cNvSpPr txBox="1">
            <a:spLocks/>
          </p:cNvSpPr>
          <p:nvPr/>
        </p:nvSpPr>
        <p:spPr>
          <a:xfrm>
            <a:off x="2818245" y="1845826"/>
            <a:ext cx="8370918" cy="5012174"/>
          </a:xfrm>
          <a:prstGeom prst="rect">
            <a:avLst/>
          </a:prstGeom>
          <a:noFill/>
          <a:ln>
            <a:noFill/>
          </a:ln>
        </p:spPr>
        <p:txBody>
          <a:bodyPr spcFirstLastPara="1" wrap="square" lIns="121900" tIns="60933" rIns="121900" bIns="60933" anchor="t" anchorCtr="0">
            <a:noAutofit/>
          </a:bodyPr>
          <a:lstStyle>
            <a:defPPr marR="0" lvl="0" algn="l" rtl="0">
              <a:lnSpc>
                <a:spcPct val="100000"/>
              </a:lnSpc>
              <a:spcBef>
                <a:spcPts val="0"/>
              </a:spcBef>
              <a:spcAft>
                <a:spcPts val="0"/>
              </a:spcAft>
            </a:defPPr>
            <a:lvl1pPr marL="0" marR="0" lvl="0" indent="0" algn="l" rtl="0">
              <a:lnSpc>
                <a:spcPct val="100000"/>
              </a:lnSpc>
              <a:spcBef>
                <a:spcPts val="1000"/>
              </a:spcBef>
              <a:spcAft>
                <a:spcPts val="0"/>
              </a:spcAft>
              <a:buClr>
                <a:schemeClr val="dk1"/>
              </a:buClr>
              <a:buSzPts val="2800"/>
              <a:buFont typeface="Arial"/>
              <a:buNone/>
              <a:defRPr sz="3800" b="1" i="0" u="none" strike="noStrike" cap="none">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Arial"/>
              </a:defRPr>
            </a:lvl1pPr>
            <a:lvl2pPr marL="914400" marR="0" lvl="1" indent="-381000" algn="l" rtl="0">
              <a:lnSpc>
                <a:spcPct val="90000"/>
              </a:lnSpc>
              <a:spcBef>
                <a:spcPts val="500"/>
              </a:spcBef>
              <a:spcAft>
                <a:spcPts val="0"/>
              </a:spcAft>
              <a:buClr>
                <a:schemeClr val="dk1"/>
              </a:buClr>
              <a:buSzPts val="24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2pPr>
            <a:lvl3pPr marL="1371600" marR="0" lvl="2" indent="-355600" algn="l" rtl="0">
              <a:lnSpc>
                <a:spcPct val="90000"/>
              </a:lnSpc>
              <a:spcBef>
                <a:spcPts val="500"/>
              </a:spcBef>
              <a:spcAft>
                <a:spcPts val="0"/>
              </a:spcAft>
              <a:buClr>
                <a:schemeClr val="dk1"/>
              </a:buClr>
              <a:buSzPts val="20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3pPr>
            <a:lvl4pPr marL="1828800" marR="0" lvl="3" indent="-342900" algn="l" rtl="0">
              <a:lnSpc>
                <a:spcPct val="90000"/>
              </a:lnSpc>
              <a:spcBef>
                <a:spcPts val="500"/>
              </a:spcBef>
              <a:spcAft>
                <a:spcPts val="0"/>
              </a:spcAft>
              <a:buClr>
                <a:schemeClr val="dk1"/>
              </a:buClr>
              <a:buSzPts val="18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4pPr>
            <a:lvl5pPr marL="2286000" marR="0" lvl="4" indent="-342900" algn="l" rtl="0">
              <a:lnSpc>
                <a:spcPct val="90000"/>
              </a:lnSpc>
              <a:spcBef>
                <a:spcPts val="500"/>
              </a:spcBef>
              <a:spcAft>
                <a:spcPts val="0"/>
              </a:spcAft>
              <a:buClr>
                <a:schemeClr val="dk1"/>
              </a:buClr>
              <a:buSzPts val="18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56734" indent="-342900">
              <a:lnSpc>
                <a:spcPct val="120000"/>
              </a:lnSpc>
              <a:spcBef>
                <a:spcPts val="1047"/>
              </a:spcBef>
              <a:buSzPct val="113000"/>
              <a:buFont typeface="Wingdings" panose="05000000000000000000" pitchFamily="2" charset="2"/>
              <a:buChar char="q"/>
            </a:pPr>
            <a:endParaRPr lang="en-US" sz="1867" dirty="0">
              <a:sym typeface="Garamond" panose="02020404030301010803"/>
            </a:endParaRPr>
          </a:p>
        </p:txBody>
      </p:sp>
      <p:sp>
        <p:nvSpPr>
          <p:cNvPr id="5" name="Shape 180">
            <a:extLst>
              <a:ext uri="{FF2B5EF4-FFF2-40B4-BE49-F238E27FC236}">
                <a16:creationId xmlns:a16="http://schemas.microsoft.com/office/drawing/2014/main" id="{D4A0F46B-16E7-EF0D-C8B3-ACC2B0E076DE}"/>
              </a:ext>
            </a:extLst>
          </p:cNvPr>
          <p:cNvSpPr txBox="1">
            <a:spLocks/>
          </p:cNvSpPr>
          <p:nvPr/>
        </p:nvSpPr>
        <p:spPr>
          <a:xfrm>
            <a:off x="558671" y="251082"/>
            <a:ext cx="8370918" cy="727947"/>
          </a:xfrm>
          <a:prstGeom prst="rect">
            <a:avLst/>
          </a:prstGeom>
          <a:noFill/>
          <a:ln>
            <a:noFill/>
          </a:ln>
        </p:spPr>
        <p:txBody>
          <a:bodyPr spcFirstLastPara="1" wrap="square" lIns="121900" tIns="60933" rIns="121900" bIns="60933" anchor="t" anchorCtr="0">
            <a:noAutofit/>
          </a:bodyPr>
          <a:lstStyle>
            <a:defPPr marR="0" lvl="0" algn="l" rtl="0">
              <a:lnSpc>
                <a:spcPct val="100000"/>
              </a:lnSpc>
              <a:spcBef>
                <a:spcPts val="0"/>
              </a:spcBef>
              <a:spcAft>
                <a:spcPts val="0"/>
              </a:spcAft>
            </a:defPPr>
            <a:lvl1pPr marL="0" marR="0" lvl="0" indent="0" algn="l" rtl="0">
              <a:lnSpc>
                <a:spcPct val="100000"/>
              </a:lnSpc>
              <a:spcBef>
                <a:spcPts val="1000"/>
              </a:spcBef>
              <a:spcAft>
                <a:spcPts val="0"/>
              </a:spcAft>
              <a:buClr>
                <a:schemeClr val="dk1"/>
              </a:buClr>
              <a:buSzPts val="2800"/>
              <a:buFont typeface="Arial"/>
              <a:buNone/>
              <a:defRPr sz="3800" b="1" i="0" u="none" strike="noStrike" cap="none">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Arial"/>
              </a:defRPr>
            </a:lvl1pPr>
            <a:lvl2pPr marL="914400" marR="0" lvl="1" indent="-381000" algn="l" rtl="0">
              <a:lnSpc>
                <a:spcPct val="90000"/>
              </a:lnSpc>
              <a:spcBef>
                <a:spcPts val="500"/>
              </a:spcBef>
              <a:spcAft>
                <a:spcPts val="0"/>
              </a:spcAft>
              <a:buClr>
                <a:schemeClr val="dk1"/>
              </a:buClr>
              <a:buSzPts val="24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2pPr>
            <a:lvl3pPr marL="1371600" marR="0" lvl="2" indent="-355600" algn="l" rtl="0">
              <a:lnSpc>
                <a:spcPct val="90000"/>
              </a:lnSpc>
              <a:spcBef>
                <a:spcPts val="500"/>
              </a:spcBef>
              <a:spcAft>
                <a:spcPts val="0"/>
              </a:spcAft>
              <a:buClr>
                <a:schemeClr val="dk1"/>
              </a:buClr>
              <a:buSzPts val="20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3pPr>
            <a:lvl4pPr marL="1828800" marR="0" lvl="3" indent="-342900" algn="l" rtl="0">
              <a:lnSpc>
                <a:spcPct val="90000"/>
              </a:lnSpc>
              <a:spcBef>
                <a:spcPts val="500"/>
              </a:spcBef>
              <a:spcAft>
                <a:spcPts val="0"/>
              </a:spcAft>
              <a:buClr>
                <a:schemeClr val="dk1"/>
              </a:buClr>
              <a:buSzPts val="18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4pPr>
            <a:lvl5pPr marL="2286000" marR="0" lvl="4" indent="-342900" algn="l" rtl="0">
              <a:lnSpc>
                <a:spcPct val="90000"/>
              </a:lnSpc>
              <a:spcBef>
                <a:spcPts val="500"/>
              </a:spcBef>
              <a:spcAft>
                <a:spcPts val="0"/>
              </a:spcAft>
              <a:buClr>
                <a:schemeClr val="dk1"/>
              </a:buClr>
              <a:buSzPts val="1800"/>
              <a:buFont typeface="Arial"/>
              <a:buChar char="•"/>
              <a:defRPr sz="4000" b="0" i="0" u="none" strike="noStrike" cap="none">
                <a:solidFill>
                  <a:schemeClr val="dk1"/>
                </a:solidFill>
                <a:latin typeface="Times New Roman" panose="02020603050405020304" pitchFamily="18" charset="0"/>
                <a:ea typeface="宋体" panose="02010600030101010101" pitchFamily="2" charset="-122"/>
                <a:cs typeface="Times New Roman" panose="02020603050405020304" pitchFamily="18" charset="0"/>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indent="-286166">
              <a:lnSpc>
                <a:spcPct val="120000"/>
              </a:lnSpc>
              <a:spcBef>
                <a:spcPts val="1047"/>
              </a:spcBef>
              <a:buSzPct val="113000"/>
            </a:pPr>
            <a:r>
              <a:rPr lang="en-US" dirty="0"/>
              <a:t>Timetable for Session Chairs</a:t>
            </a:r>
            <a:endParaRPr lang="en-US" dirty="0">
              <a:sym typeface="Garamond" panose="02020404030301010803"/>
            </a:endParaRPr>
          </a:p>
        </p:txBody>
      </p:sp>
      <p:graphicFrame>
        <p:nvGraphicFramePr>
          <p:cNvPr id="7" name="表格 6">
            <a:extLst>
              <a:ext uri="{FF2B5EF4-FFF2-40B4-BE49-F238E27FC236}">
                <a16:creationId xmlns:a16="http://schemas.microsoft.com/office/drawing/2014/main" id="{F66D56F0-9218-4AFE-3252-FE8F2DFD4CE3}"/>
              </a:ext>
            </a:extLst>
          </p:cNvPr>
          <p:cNvGraphicFramePr>
            <a:graphicFrameLocks noGrp="1"/>
          </p:cNvGraphicFramePr>
          <p:nvPr>
            <p:extLst>
              <p:ext uri="{D42A27DB-BD31-4B8C-83A1-F6EECF244321}">
                <p14:modId xmlns:p14="http://schemas.microsoft.com/office/powerpoint/2010/main" val="1184466286"/>
              </p:ext>
            </p:extLst>
          </p:nvPr>
        </p:nvGraphicFramePr>
        <p:xfrm>
          <a:off x="614482" y="1195104"/>
          <a:ext cx="11451892" cy="5449624"/>
        </p:xfrm>
        <a:graphic>
          <a:graphicData uri="http://schemas.openxmlformats.org/drawingml/2006/table">
            <a:tbl>
              <a:tblPr/>
              <a:tblGrid>
                <a:gridCol w="1931328">
                  <a:extLst>
                    <a:ext uri="{9D8B030D-6E8A-4147-A177-3AD203B41FA5}">
                      <a16:colId xmlns:a16="http://schemas.microsoft.com/office/drawing/2014/main" val="3614555446"/>
                    </a:ext>
                  </a:extLst>
                </a:gridCol>
                <a:gridCol w="9520564">
                  <a:extLst>
                    <a:ext uri="{9D8B030D-6E8A-4147-A177-3AD203B41FA5}">
                      <a16:colId xmlns:a16="http://schemas.microsoft.com/office/drawing/2014/main" val="1590502022"/>
                    </a:ext>
                  </a:extLst>
                </a:gridCol>
              </a:tblGrid>
              <a:tr h="334220">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Date</a:t>
                      </a: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Responsibilities / Tasks</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5317917"/>
                  </a:ext>
                </a:extLst>
              </a:tr>
              <a:tr h="358862">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August 1</a:t>
                      </a:r>
                      <a:endParaRPr lang="en-US" sz="1600" dirty="0">
                        <a:solidFill>
                          <a:srgbClr val="006666"/>
                        </a:solidFill>
                        <a:latin typeface="Times New Roman" panose="02020603050405020304" pitchFamily="18" charset="0"/>
                        <a:cs typeface="Times New Roman" panose="02020603050405020304" pitchFamily="18" charset="0"/>
                      </a:endParaRP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rgbClr val="006666"/>
                          </a:solidFill>
                          <a:latin typeface="Times New Roman" panose="02020603050405020304" pitchFamily="18" charset="0"/>
                          <a:cs typeface="Times New Roman" panose="02020603050405020304" pitchFamily="18" charset="0"/>
                        </a:rPr>
                        <a:t>Finalize speaker and panelist profiles, including bios, affiliations, profile photos, talk titles, and abstracts.</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6498576"/>
                  </a:ext>
                </a:extLst>
              </a:tr>
              <a:tr h="605112">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September 1</a:t>
                      </a:r>
                      <a:endParaRPr lang="en-US" sz="1600" dirty="0">
                        <a:solidFill>
                          <a:srgbClr val="006666"/>
                        </a:solidFill>
                        <a:latin typeface="Times New Roman" panose="02020603050405020304" pitchFamily="18" charset="0"/>
                        <a:cs typeface="Times New Roman" panose="02020603050405020304" pitchFamily="18" charset="0"/>
                      </a:endParaRP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rgbClr val="006666"/>
                          </a:solidFill>
                          <a:latin typeface="Times New Roman" panose="02020603050405020304" pitchFamily="18" charset="0"/>
                          <a:cs typeface="Times New Roman" panose="02020603050405020304" pitchFamily="18" charset="0"/>
                        </a:rPr>
                        <a:t>Conclude the peer-review process for manuscripts submitted by the official August 1 deadline.</a:t>
                      </a:r>
                    </a:p>
                    <a:p>
                      <a:pPr algn="l">
                        <a:buNone/>
                      </a:pPr>
                      <a:r>
                        <a:rPr lang="en-US" sz="1600" dirty="0">
                          <a:solidFill>
                            <a:srgbClr val="006666"/>
                          </a:solidFill>
                          <a:latin typeface="Times New Roman" panose="02020603050405020304" pitchFamily="18" charset="0"/>
                          <a:cs typeface="Times New Roman" panose="02020603050405020304" pitchFamily="18" charset="0"/>
                        </a:rPr>
                        <a:t>Issue official acceptance notifications to authors.</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5691270"/>
                  </a:ext>
                </a:extLst>
              </a:tr>
              <a:tr h="605112">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September 5</a:t>
                      </a:r>
                      <a:endParaRPr lang="en-US" sz="1600" dirty="0">
                        <a:solidFill>
                          <a:srgbClr val="006666"/>
                        </a:solidFill>
                        <a:latin typeface="Times New Roman" panose="02020603050405020304" pitchFamily="18" charset="0"/>
                        <a:cs typeface="Times New Roman" panose="02020603050405020304" pitchFamily="18" charset="0"/>
                      </a:endParaRP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rgbClr val="006666"/>
                          </a:solidFill>
                          <a:latin typeface="Times New Roman" panose="02020603050405020304" pitchFamily="18" charset="0"/>
                          <a:cs typeface="Times New Roman" panose="02020603050405020304" pitchFamily="18" charset="0"/>
                        </a:rPr>
                        <a:t>Submit proposed session agendas to the Program Chairs, including preferred scheduling, speaker order, presentation durations, and total session length.</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3814957"/>
                  </a:ext>
                </a:extLst>
              </a:tr>
              <a:tr h="605112">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September 15</a:t>
                      </a:r>
                      <a:endParaRPr lang="en-US" sz="1600">
                        <a:solidFill>
                          <a:srgbClr val="006666"/>
                        </a:solidFill>
                        <a:latin typeface="Times New Roman" panose="02020603050405020304" pitchFamily="18" charset="0"/>
                        <a:cs typeface="Times New Roman" panose="02020603050405020304" pitchFamily="18" charset="0"/>
                      </a:endParaRP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rgbClr val="006666"/>
                          </a:solidFill>
                          <a:latin typeface="Times New Roman" panose="02020603050405020304" pitchFamily="18" charset="0"/>
                          <a:cs typeface="Times New Roman" panose="02020603050405020304" pitchFamily="18" charset="0"/>
                        </a:rPr>
                        <a:t>Conclude the review process for Program Chair-approved late submissions, if applicable. (Round 1)</a:t>
                      </a:r>
                    </a:p>
                    <a:p>
                      <a:pPr algn="l">
                        <a:buNone/>
                      </a:pPr>
                      <a:r>
                        <a:rPr lang="en-US" sz="1600" dirty="0">
                          <a:solidFill>
                            <a:srgbClr val="006666"/>
                          </a:solidFill>
                          <a:latin typeface="Times New Roman" panose="02020603050405020304" pitchFamily="18" charset="0"/>
                          <a:cs typeface="Times New Roman" panose="02020603050405020304" pitchFamily="18" charset="0"/>
                        </a:rPr>
                        <a:t>Review final program arrangements and update session agendas, speaker titles, and abstracts.</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2541424"/>
                  </a:ext>
                </a:extLst>
              </a:tr>
              <a:tr h="605112">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September 30</a:t>
                      </a:r>
                      <a:endParaRPr lang="en-US" sz="1600">
                        <a:solidFill>
                          <a:srgbClr val="006666"/>
                        </a:solidFill>
                        <a:latin typeface="Times New Roman" panose="02020603050405020304" pitchFamily="18" charset="0"/>
                        <a:cs typeface="Times New Roman" panose="02020603050405020304" pitchFamily="18" charset="0"/>
                      </a:endParaRP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rgbClr val="006666"/>
                          </a:solidFill>
                          <a:latin typeface="Times New Roman" panose="02020603050405020304" pitchFamily="18" charset="0"/>
                          <a:cs typeface="Times New Roman" panose="02020603050405020304" pitchFamily="18" charset="0"/>
                        </a:rPr>
                        <a:t>Complete any remaining review updates for approved late submissions, if applicable. (Round 2)</a:t>
                      </a:r>
                    </a:p>
                    <a:p>
                      <a:pPr algn="l">
                        <a:buNone/>
                      </a:pPr>
                      <a:r>
                        <a:rPr lang="en-US" sz="1600" dirty="0">
                          <a:solidFill>
                            <a:srgbClr val="006666"/>
                          </a:solidFill>
                          <a:latin typeface="Times New Roman" panose="02020603050405020304" pitchFamily="18" charset="0"/>
                          <a:cs typeface="Times New Roman" panose="02020603050405020304" pitchFamily="18" charset="0"/>
                        </a:rPr>
                        <a:t>Review and update the official Conference Program Book materials.</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0711795"/>
                  </a:ext>
                </a:extLst>
              </a:tr>
              <a:tr h="654396">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October 7</a:t>
                      </a:r>
                      <a:endParaRPr lang="en-US" sz="1600">
                        <a:solidFill>
                          <a:srgbClr val="006666"/>
                        </a:solidFill>
                        <a:latin typeface="Times New Roman" panose="02020603050405020304" pitchFamily="18" charset="0"/>
                        <a:cs typeface="Times New Roman" panose="02020603050405020304" pitchFamily="18" charset="0"/>
                      </a:endParaRP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rgbClr val="006666"/>
                          </a:solidFill>
                          <a:latin typeface="Times New Roman" panose="02020603050405020304" pitchFamily="18" charset="0"/>
                          <a:cs typeface="Times New Roman" panose="02020603050405020304" pitchFamily="18" charset="0"/>
                        </a:rPr>
                        <a:t>Finalize remaining session updates and submit session documentation to the Program Chairs. (Round 3)</a:t>
                      </a:r>
                    </a:p>
                    <a:p>
                      <a:pPr algn="l">
                        <a:buNone/>
                      </a:pPr>
                      <a:r>
                        <a:rPr lang="en-US" sz="1600" dirty="0">
                          <a:solidFill>
                            <a:srgbClr val="006666"/>
                          </a:solidFill>
                          <a:latin typeface="Times New Roman" panose="02020603050405020304" pitchFamily="18" charset="0"/>
                          <a:cs typeface="Times New Roman" panose="02020603050405020304" pitchFamily="18" charset="0"/>
                        </a:rPr>
                        <a:t>Compile and submit session proceedings materials, subject to Program Chairs’ confirmation.</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5280138"/>
                  </a:ext>
                </a:extLst>
              </a:tr>
              <a:tr h="358862">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October 10–11</a:t>
                      </a:r>
                      <a:endParaRPr lang="en-US" sz="1600">
                        <a:solidFill>
                          <a:srgbClr val="006666"/>
                        </a:solidFill>
                        <a:latin typeface="Times New Roman" panose="02020603050405020304" pitchFamily="18" charset="0"/>
                        <a:cs typeface="Times New Roman" panose="02020603050405020304" pitchFamily="18" charset="0"/>
                      </a:endParaRP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rgbClr val="006666"/>
                          </a:solidFill>
                          <a:latin typeface="Times New Roman" panose="02020603050405020304" pitchFamily="18" charset="0"/>
                          <a:cs typeface="Times New Roman" panose="02020603050405020304" pitchFamily="18" charset="0"/>
                        </a:rPr>
                        <a:t>Conduct technical connectivity tests with session speakers and collect backup presentation videos.</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8206391"/>
                  </a:ext>
                </a:extLst>
              </a:tr>
              <a:tr h="358862">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October 17–20</a:t>
                      </a:r>
                      <a:endParaRPr lang="en-US" sz="1600">
                        <a:solidFill>
                          <a:srgbClr val="006666"/>
                        </a:solidFill>
                        <a:latin typeface="Times New Roman" panose="02020603050405020304" pitchFamily="18" charset="0"/>
                        <a:cs typeface="Times New Roman" panose="02020603050405020304" pitchFamily="18" charset="0"/>
                      </a:endParaRP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b="1" dirty="0">
                          <a:solidFill>
                            <a:srgbClr val="006666"/>
                          </a:solidFill>
                          <a:latin typeface="Times New Roman" panose="02020603050405020304" pitchFamily="18" charset="0"/>
                          <a:cs typeface="Times New Roman" panose="02020603050405020304" pitchFamily="18" charset="0"/>
                        </a:rPr>
                        <a:t>[Official IEEE UV2026]</a:t>
                      </a:r>
                      <a:r>
                        <a:rPr lang="en-US" sz="1600" dirty="0">
                          <a:solidFill>
                            <a:srgbClr val="006666"/>
                          </a:solidFill>
                          <a:latin typeface="Times New Roman" panose="02020603050405020304" pitchFamily="18" charset="0"/>
                          <a:cs typeface="Times New Roman" panose="02020603050405020304" pitchFamily="18" charset="0"/>
                        </a:rPr>
                        <a:t> Execute the live session, manage Q&amp;A, and ensure adherence to the published schedule.</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6561190"/>
                  </a:ext>
                </a:extLst>
              </a:tr>
              <a:tr h="358862">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November 1</a:t>
                      </a:r>
                      <a:endParaRPr lang="en-US" sz="1600">
                        <a:solidFill>
                          <a:srgbClr val="006666"/>
                        </a:solidFill>
                        <a:latin typeface="Times New Roman" panose="02020603050405020304" pitchFamily="18" charset="0"/>
                        <a:cs typeface="Times New Roman" panose="02020603050405020304" pitchFamily="18" charset="0"/>
                      </a:endParaRP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rgbClr val="006666"/>
                          </a:solidFill>
                          <a:latin typeface="Times New Roman" panose="02020603050405020304" pitchFamily="18" charset="0"/>
                          <a:cs typeface="Times New Roman" panose="02020603050405020304" pitchFamily="18" charset="0"/>
                        </a:rPr>
                        <a:t>Collect post-event revised files and final archive materials from invited speakers and general authors, if required.</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1373493"/>
                  </a:ext>
                </a:extLst>
              </a:tr>
              <a:tr h="605112">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November 8</a:t>
                      </a:r>
                      <a:endParaRPr lang="en-US" sz="1600">
                        <a:solidFill>
                          <a:srgbClr val="006666"/>
                        </a:solidFill>
                        <a:latin typeface="Times New Roman" panose="02020603050405020304" pitchFamily="18" charset="0"/>
                        <a:cs typeface="Times New Roman" panose="02020603050405020304" pitchFamily="18" charset="0"/>
                      </a:endParaRPr>
                    </a:p>
                  </a:txBody>
                  <a:tcPr marL="57004" marR="57004" marT="28502" marB="28502"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l">
                        <a:buNone/>
                      </a:pPr>
                      <a:r>
                        <a:rPr lang="en-US" sz="1600" dirty="0">
                          <a:solidFill>
                            <a:srgbClr val="006666"/>
                          </a:solidFill>
                          <a:latin typeface="Times New Roman" panose="02020603050405020304" pitchFamily="18" charset="0"/>
                          <a:cs typeface="Times New Roman" panose="02020603050405020304" pitchFamily="18" charset="0"/>
                        </a:rPr>
                        <a:t>Submit updated session documentation and folders to the Program Chairs.</a:t>
                      </a:r>
                    </a:p>
                    <a:p>
                      <a:pPr algn="l">
                        <a:buNone/>
                      </a:pPr>
                      <a:r>
                        <a:rPr lang="en-US" sz="1600" dirty="0">
                          <a:solidFill>
                            <a:srgbClr val="006666"/>
                          </a:solidFill>
                          <a:latin typeface="Times New Roman" panose="02020603050405020304" pitchFamily="18" charset="0"/>
                          <a:cs typeface="Times New Roman" panose="02020603050405020304" pitchFamily="18" charset="0"/>
                        </a:rPr>
                        <a:t>Provide any necessary technical clarifications for the final archive.</a:t>
                      </a:r>
                    </a:p>
                  </a:txBody>
                  <a:tcPr marL="57004" marR="57004" marT="28502" marB="28502"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7185944"/>
                  </a:ext>
                </a:extLst>
              </a:tr>
            </a:tbl>
          </a:graphicData>
        </a:graphic>
      </p:graphicFrame>
    </p:spTree>
    <p:extLst>
      <p:ext uri="{BB962C8B-B14F-4D97-AF65-F5344CB8AC3E}">
        <p14:creationId xmlns:p14="http://schemas.microsoft.com/office/powerpoint/2010/main" val="6395629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8">
          <a:extLst>
            <a:ext uri="{FF2B5EF4-FFF2-40B4-BE49-F238E27FC236}">
              <a16:creationId xmlns:a16="http://schemas.microsoft.com/office/drawing/2014/main" id="{4C2F2269-897F-7789-F4B6-1E8DC84EDC93}"/>
            </a:ext>
          </a:extLst>
        </p:cNvPr>
        <p:cNvGrpSpPr/>
        <p:nvPr/>
      </p:nvGrpSpPr>
      <p:grpSpPr>
        <a:xfrm>
          <a:off x="0" y="0"/>
          <a:ext cx="0" cy="0"/>
          <a:chOff x="0" y="0"/>
          <a:chExt cx="0" cy="0"/>
        </a:xfrm>
      </p:grpSpPr>
      <p:sp>
        <p:nvSpPr>
          <p:cNvPr id="180" name="Shape 180">
            <a:extLst>
              <a:ext uri="{FF2B5EF4-FFF2-40B4-BE49-F238E27FC236}">
                <a16:creationId xmlns:a16="http://schemas.microsoft.com/office/drawing/2014/main" id="{24E13551-8E80-AEEF-595E-373896B1EFBF}"/>
              </a:ext>
            </a:extLst>
          </p:cNvPr>
          <p:cNvSpPr txBox="1">
            <a:spLocks noGrp="1"/>
          </p:cNvSpPr>
          <p:nvPr>
            <p:ph type="body" sz="quarter" idx="10"/>
          </p:nvPr>
        </p:nvSpPr>
        <p:spPr>
          <a:xfrm>
            <a:off x="558671" y="251082"/>
            <a:ext cx="8370918" cy="727947"/>
          </a:xfrm>
          <a:prstGeom prst="rect">
            <a:avLst/>
          </a:prstGeom>
          <a:noFill/>
          <a:ln>
            <a:noFill/>
          </a:ln>
        </p:spPr>
        <p:txBody>
          <a:bodyPr spcFirstLastPara="1" wrap="square" lIns="121900" tIns="60933" rIns="121900" bIns="60933" anchor="t" anchorCtr="0">
            <a:noAutofit/>
          </a:bodyPr>
          <a:lstStyle/>
          <a:p>
            <a:pPr indent="-286166">
              <a:lnSpc>
                <a:spcPct val="120000"/>
              </a:lnSpc>
              <a:spcBef>
                <a:spcPts val="1047"/>
              </a:spcBef>
              <a:buSzPct val="113000"/>
            </a:pPr>
            <a:r>
              <a:rPr lang="en-US" dirty="0"/>
              <a:t>Timetable for Program Chairs</a:t>
            </a:r>
            <a:endParaRPr dirty="0">
              <a:sym typeface="Garamond" panose="02020404030301010803"/>
            </a:endParaRPr>
          </a:p>
        </p:txBody>
      </p:sp>
      <p:graphicFrame>
        <p:nvGraphicFramePr>
          <p:cNvPr id="4" name="表格 3">
            <a:extLst>
              <a:ext uri="{FF2B5EF4-FFF2-40B4-BE49-F238E27FC236}">
                <a16:creationId xmlns:a16="http://schemas.microsoft.com/office/drawing/2014/main" id="{19CE617F-5BC6-D56D-8FF9-8D549E987AF0}"/>
              </a:ext>
            </a:extLst>
          </p:cNvPr>
          <p:cNvGraphicFramePr>
            <a:graphicFrameLocks noGrp="1"/>
          </p:cNvGraphicFramePr>
          <p:nvPr>
            <p:extLst>
              <p:ext uri="{D42A27DB-BD31-4B8C-83A1-F6EECF244321}">
                <p14:modId xmlns:p14="http://schemas.microsoft.com/office/powerpoint/2010/main" val="1195780275"/>
              </p:ext>
            </p:extLst>
          </p:nvPr>
        </p:nvGraphicFramePr>
        <p:xfrm>
          <a:off x="558671" y="1200357"/>
          <a:ext cx="11446831" cy="5489244"/>
        </p:xfrm>
        <a:graphic>
          <a:graphicData uri="http://schemas.openxmlformats.org/drawingml/2006/table">
            <a:tbl>
              <a:tblPr>
                <a:tableStyleId>{2D5ABB26-0587-4C30-8999-92F81FD0307C}</a:tableStyleId>
              </a:tblPr>
              <a:tblGrid>
                <a:gridCol w="1904599">
                  <a:extLst>
                    <a:ext uri="{9D8B030D-6E8A-4147-A177-3AD203B41FA5}">
                      <a16:colId xmlns:a16="http://schemas.microsoft.com/office/drawing/2014/main" val="1037570975"/>
                    </a:ext>
                  </a:extLst>
                </a:gridCol>
                <a:gridCol w="9542232">
                  <a:extLst>
                    <a:ext uri="{9D8B030D-6E8A-4147-A177-3AD203B41FA5}">
                      <a16:colId xmlns:a16="http://schemas.microsoft.com/office/drawing/2014/main" val="692771109"/>
                    </a:ext>
                  </a:extLst>
                </a:gridCol>
              </a:tblGrid>
              <a:tr h="219161">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Date</a:t>
                      </a: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Responsibilities / Tasks</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9275477"/>
                  </a:ext>
                </a:extLst>
              </a:tr>
              <a:tr h="372574">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August 1</a:t>
                      </a:r>
                      <a:endParaRPr lang="en-US" sz="1600" dirty="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600" b="0" dirty="0">
                          <a:solidFill>
                            <a:srgbClr val="006666"/>
                          </a:solidFill>
                          <a:latin typeface="Times New Roman" panose="02020603050405020304" pitchFamily="18" charset="0"/>
                          <a:cs typeface="Times New Roman" panose="02020603050405020304" pitchFamily="18" charset="0"/>
                        </a:rPr>
                        <a:t>Review and approve the roster of invited speakers to ensure technical alignment with UV2026 themes.</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157152"/>
                  </a:ext>
                </a:extLst>
              </a:tr>
              <a:tr h="525987">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September 1</a:t>
                      </a:r>
                      <a:endParaRPr lang="en-US" sz="1600" dirty="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1600" b="0" dirty="0">
                          <a:solidFill>
                            <a:srgbClr val="006666"/>
                          </a:solidFill>
                          <a:latin typeface="Times New Roman" panose="02020603050405020304" pitchFamily="18" charset="0"/>
                          <a:cs typeface="Times New Roman" panose="02020603050405020304" pitchFamily="18" charset="0"/>
                        </a:rPr>
                        <a:t>Distribute technical instructions for preparing camera-ready manuscripts.</a:t>
                      </a:r>
                    </a:p>
                    <a:p>
                      <a:pPr algn="l">
                        <a:buNone/>
                      </a:pPr>
                      <a:r>
                        <a:rPr lang="en-US" sz="1600" b="0" dirty="0">
                          <a:solidFill>
                            <a:srgbClr val="006666"/>
                          </a:solidFill>
                          <a:latin typeface="Times New Roman" panose="02020603050405020304" pitchFamily="18" charset="0"/>
                          <a:cs typeface="Times New Roman" panose="02020603050405020304" pitchFamily="18" charset="0"/>
                        </a:rPr>
                        <a:t>Issue formal registration reminders to all prospective attendees and authors.</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279892"/>
                  </a:ext>
                </a:extLst>
              </a:tr>
              <a:tr h="372574">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September 5</a:t>
                      </a:r>
                      <a:endParaRPr lang="en-US" sz="1600" dirty="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600" b="0" dirty="0">
                          <a:solidFill>
                            <a:srgbClr val="006666"/>
                          </a:solidFill>
                          <a:latin typeface="Times New Roman" panose="02020603050405020304" pitchFamily="18" charset="0"/>
                          <a:cs typeface="Times New Roman" panose="02020603050405020304" pitchFamily="18" charset="0"/>
                        </a:rPr>
                        <a:t>Collect and synthesize session program proposals from Session Chairs to begin building the master schedule.</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723284"/>
                  </a:ext>
                </a:extLst>
              </a:tr>
              <a:tr h="525987">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September 15</a:t>
                      </a:r>
                      <a:endParaRPr lang="en-US" sz="1600" dirty="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600" b="0" dirty="0">
                          <a:solidFill>
                            <a:srgbClr val="006666"/>
                          </a:solidFill>
                          <a:latin typeface="Times New Roman" panose="02020603050405020304" pitchFamily="18" charset="0"/>
                          <a:cs typeface="Times New Roman" panose="02020603050405020304" pitchFamily="18" charset="0"/>
                        </a:rPr>
                        <a:t>Consolidate session program updates and synthesize the master agenda.</a:t>
                      </a:r>
                    </a:p>
                    <a:p>
                      <a:pPr algn="l">
                        <a:buNone/>
                      </a:pPr>
                      <a:r>
                        <a:rPr lang="en-US" sz="1600" b="0" dirty="0">
                          <a:solidFill>
                            <a:srgbClr val="006666"/>
                          </a:solidFill>
                          <a:latin typeface="Times New Roman" panose="02020603050405020304" pitchFamily="18" charset="0"/>
                          <a:cs typeface="Times New Roman" panose="02020603050405020304" pitchFamily="18" charset="0"/>
                        </a:rPr>
                        <a:t>Finalize scheduling and time slots with all Session Chairs.</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8706641"/>
                  </a:ext>
                </a:extLst>
              </a:tr>
              <a:tr h="372574">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September 25</a:t>
                      </a:r>
                      <a:endParaRPr lang="en-US" sz="1600" dirty="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600" b="0" dirty="0">
                          <a:solidFill>
                            <a:srgbClr val="006666"/>
                          </a:solidFill>
                          <a:latin typeface="Times New Roman" panose="02020603050405020304" pitchFamily="18" charset="0"/>
                          <a:cs typeface="Times New Roman" panose="02020603050405020304" pitchFamily="18" charset="0"/>
                        </a:rPr>
                        <a:t>Commence formal compilation of the official Conference Program Book.</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7372255"/>
                  </a:ext>
                </a:extLst>
              </a:tr>
              <a:tr h="525987">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October 1</a:t>
                      </a:r>
                      <a:endParaRPr lang="en-US" sz="160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600" b="0" dirty="0">
                          <a:solidFill>
                            <a:srgbClr val="006666"/>
                          </a:solidFill>
                          <a:latin typeface="Times New Roman" panose="02020603050405020304" pitchFamily="18" charset="0"/>
                          <a:cs typeface="Times New Roman" panose="02020603050405020304" pitchFamily="18" charset="0"/>
                        </a:rPr>
                        <a:t>Update and digitally publish the Conference Program Book on the official website.</a:t>
                      </a:r>
                    </a:p>
                    <a:p>
                      <a:pPr algn="l">
                        <a:buNone/>
                      </a:pPr>
                      <a:r>
                        <a:rPr lang="en-US" sz="1600" b="0" dirty="0">
                          <a:solidFill>
                            <a:srgbClr val="006666"/>
                          </a:solidFill>
                          <a:latin typeface="Times New Roman" panose="02020603050405020304" pitchFamily="18" charset="0"/>
                          <a:cs typeface="Times New Roman" panose="02020603050405020304" pitchFamily="18" charset="0"/>
                        </a:rPr>
                        <a:t>Compile online meeting instructions and notify all presenters and attendees.</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8308488"/>
                  </a:ext>
                </a:extLst>
              </a:tr>
              <a:tr h="525987">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October 10</a:t>
                      </a:r>
                      <a:endParaRPr lang="en-US" sz="160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600" b="0" dirty="0">
                          <a:solidFill>
                            <a:srgbClr val="006666"/>
                          </a:solidFill>
                          <a:latin typeface="Times New Roman" panose="02020603050405020304" pitchFamily="18" charset="0"/>
                          <a:cs typeface="Times New Roman" panose="02020603050405020304" pitchFamily="18" charset="0"/>
                        </a:rPr>
                        <a:t>Update the Conference Program Book on the official website.</a:t>
                      </a:r>
                    </a:p>
                    <a:p>
                      <a:pPr algn="l">
                        <a:buNone/>
                      </a:pPr>
                      <a:r>
                        <a:rPr lang="en-US" sz="1600" b="0" dirty="0">
                          <a:solidFill>
                            <a:srgbClr val="006666"/>
                          </a:solidFill>
                          <a:latin typeface="Times New Roman" panose="02020603050405020304" pitchFamily="18" charset="0"/>
                          <a:cs typeface="Times New Roman" panose="02020603050405020304" pitchFamily="18" charset="0"/>
                        </a:rPr>
                        <a:t>Compile preliminary Conference Proceedings and generate secure download access for registered participants.</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7053638"/>
                  </a:ext>
                </a:extLst>
              </a:tr>
              <a:tr h="372574">
                <a:tc>
                  <a:txBody>
                    <a:bodyPr/>
                    <a:lstStyle/>
                    <a:p>
                      <a:pPr algn="ctr">
                        <a:buNone/>
                      </a:pPr>
                      <a:r>
                        <a:rPr lang="en-US" sz="1600" b="1" dirty="0">
                          <a:solidFill>
                            <a:srgbClr val="006666"/>
                          </a:solidFill>
                          <a:latin typeface="Times New Roman" panose="02020603050405020304" pitchFamily="18" charset="0"/>
                          <a:cs typeface="Times New Roman" panose="02020603050405020304" pitchFamily="18" charset="0"/>
                        </a:rPr>
                        <a:t>October 10–11</a:t>
                      </a:r>
                      <a:endParaRPr lang="en-US" sz="1600" dirty="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600" b="0" dirty="0">
                          <a:solidFill>
                            <a:srgbClr val="006666"/>
                          </a:solidFill>
                          <a:latin typeface="Times New Roman" panose="02020603050405020304" pitchFamily="18" charset="0"/>
                          <a:cs typeface="Times New Roman" panose="02020603050405020304" pitchFamily="18" charset="0"/>
                        </a:rPr>
                        <a:t>Conduct technical connectivity tests with keynote speakers and collect backup video presentations.</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1793478"/>
                  </a:ext>
                </a:extLst>
              </a:tr>
              <a:tr h="372574">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October 17–20</a:t>
                      </a:r>
                      <a:endParaRPr lang="en-US" sz="160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600" b="1" dirty="0">
                          <a:solidFill>
                            <a:srgbClr val="006666"/>
                          </a:solidFill>
                          <a:latin typeface="Times New Roman" panose="02020603050405020304" pitchFamily="18" charset="0"/>
                          <a:cs typeface="Times New Roman" panose="02020603050405020304" pitchFamily="18" charset="0"/>
                        </a:rPr>
                        <a:t>[Official IEEE UV2026] </a:t>
                      </a:r>
                      <a:r>
                        <a:rPr lang="en-US" sz="1600" b="0" dirty="0">
                          <a:solidFill>
                            <a:srgbClr val="006666"/>
                          </a:solidFill>
                          <a:latin typeface="Times New Roman" panose="02020603050405020304" pitchFamily="18" charset="0"/>
                          <a:cs typeface="Times New Roman" panose="02020603050405020304" pitchFamily="18" charset="0"/>
                        </a:rPr>
                        <a:t>Coordinate the official Sessions and Keynote Program of IEEE UV2026.</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392963"/>
                  </a:ext>
                </a:extLst>
              </a:tr>
              <a:tr h="372574">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November 1</a:t>
                      </a:r>
                      <a:endParaRPr lang="en-US" sz="160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600" b="0" dirty="0">
                          <a:solidFill>
                            <a:srgbClr val="006666"/>
                          </a:solidFill>
                          <a:latin typeface="Times New Roman" panose="02020603050405020304" pitchFamily="18" charset="0"/>
                          <a:cs typeface="Times New Roman" panose="02020603050405020304" pitchFamily="18" charset="0"/>
                        </a:rPr>
                        <a:t>Audit collected manuscripts for IEEE formatting and copyright compliance.</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9359971"/>
                  </a:ext>
                </a:extLst>
              </a:tr>
              <a:tr h="679400">
                <a:tc>
                  <a:txBody>
                    <a:bodyPr/>
                    <a:lstStyle/>
                    <a:p>
                      <a:pPr algn="ctr">
                        <a:buNone/>
                      </a:pPr>
                      <a:r>
                        <a:rPr lang="en-US" sz="1600" b="1">
                          <a:solidFill>
                            <a:srgbClr val="006666"/>
                          </a:solidFill>
                          <a:latin typeface="Times New Roman" panose="02020603050405020304" pitchFamily="18" charset="0"/>
                          <a:cs typeface="Times New Roman" panose="02020603050405020304" pitchFamily="18" charset="0"/>
                        </a:rPr>
                        <a:t>November 17</a:t>
                      </a:r>
                      <a:endParaRPr lang="en-US" sz="1600">
                        <a:solidFill>
                          <a:srgbClr val="006666"/>
                        </a:solidFill>
                        <a:latin typeface="Times New Roman" panose="02020603050405020304" pitchFamily="18" charset="0"/>
                        <a:cs typeface="Times New Roman" panose="02020603050405020304" pitchFamily="18" charset="0"/>
                      </a:endParaRPr>
                    </a:p>
                  </a:txBody>
                  <a:tcPr marL="54619" marR="54619" marT="27310" marB="2731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a:buNone/>
                      </a:pPr>
                      <a:r>
                        <a:rPr lang="en-US" sz="1600" b="0" dirty="0">
                          <a:solidFill>
                            <a:srgbClr val="006666"/>
                          </a:solidFill>
                          <a:latin typeface="Times New Roman" panose="02020603050405020304" pitchFamily="18" charset="0"/>
                          <a:cs typeface="Times New Roman" panose="02020603050405020304" pitchFamily="18" charset="0"/>
                        </a:rPr>
                        <a:t>Incorporate post-event updates into the definitive Program Book and Conference Proceedings.</a:t>
                      </a:r>
                    </a:p>
                    <a:p>
                      <a:pPr algn="l">
                        <a:buNone/>
                      </a:pPr>
                      <a:r>
                        <a:rPr lang="en-US" sz="1600" b="0" dirty="0">
                          <a:solidFill>
                            <a:srgbClr val="006666"/>
                          </a:solidFill>
                          <a:latin typeface="Times New Roman" panose="02020603050405020304" pitchFamily="18" charset="0"/>
                          <a:cs typeface="Times New Roman" panose="02020603050405020304" pitchFamily="18" charset="0"/>
                        </a:rPr>
                        <a:t>Submit the final proceedings package to IEEE for possible archival and inclusion in IEEE Xplore, subject to IEEE scope, formatting, copyright, and quality requirements.</a:t>
                      </a:r>
                    </a:p>
                  </a:txBody>
                  <a:tcPr marL="54619" marR="54619" marT="27310" marB="2731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5815776"/>
                  </a:ext>
                </a:extLst>
              </a:tr>
            </a:tbl>
          </a:graphicData>
        </a:graphic>
      </p:graphicFrame>
    </p:spTree>
    <p:extLst>
      <p:ext uri="{BB962C8B-B14F-4D97-AF65-F5344CB8AC3E}">
        <p14:creationId xmlns:p14="http://schemas.microsoft.com/office/powerpoint/2010/main" val="1929768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Shape 180"/>
          <p:cNvSpPr txBox="1">
            <a:spLocks noGrp="1"/>
          </p:cNvSpPr>
          <p:nvPr>
            <p:ph type="body" sz="quarter" idx="10"/>
          </p:nvPr>
        </p:nvSpPr>
        <p:spPr>
          <a:xfrm>
            <a:off x="249838" y="1868314"/>
            <a:ext cx="11692323" cy="3849464"/>
          </a:xfrm>
          <a:prstGeom prst="rect">
            <a:avLst/>
          </a:prstGeom>
          <a:noFill/>
          <a:ln>
            <a:noFill/>
          </a:ln>
        </p:spPr>
        <p:txBody>
          <a:bodyPr spcFirstLastPara="1" wrap="square" lIns="121900" tIns="60933" rIns="121900" bIns="60933" anchor="t" anchorCtr="0">
            <a:noAutofit/>
          </a:bodyPr>
          <a:lstStyle/>
          <a:p>
            <a:pPr marL="342900" indent="-342900">
              <a:spcBef>
                <a:spcPts val="0"/>
              </a:spcBef>
              <a:spcAft>
                <a:spcPts val="533"/>
              </a:spcAft>
              <a:buClr>
                <a:srgbClr val="006666"/>
              </a:buClr>
              <a:buSzPct val="100000"/>
              <a:buFont typeface="Wingdings" panose="05000000000000000000" pitchFamily="2" charset="2"/>
              <a:buChar char="q"/>
            </a:pPr>
            <a:r>
              <a:rPr lang="en-US" altLang="zh-CN" sz="2400" b="1" dirty="0">
                <a:solidFill>
                  <a:schemeClr val="accent2"/>
                </a:solidFill>
              </a:rPr>
              <a:t>Prepare </a:t>
            </a:r>
            <a:r>
              <a:rPr lang="en-US" altLang="zh-CN" sz="2400" b="1" dirty="0">
                <a:solidFill>
                  <a:schemeClr val="tx1"/>
                </a:solidFill>
              </a:rPr>
              <a:t>and distribute the session-specific “Call for Papers” poster. </a:t>
            </a:r>
            <a:r>
              <a:rPr lang="en-US" altLang="zh-CN" sz="2400" i="1" dirty="0">
                <a:solidFill>
                  <a:schemeClr val="accent1">
                    <a:lumMod val="50000"/>
                  </a:schemeClr>
                </a:solidFill>
                <a:highlight>
                  <a:srgbClr val="FFFF00"/>
                </a:highlight>
              </a:rPr>
              <a:t>* </a:t>
            </a:r>
          </a:p>
          <a:p>
            <a:pPr marL="342900" indent="-342900">
              <a:spcBef>
                <a:spcPts val="0"/>
              </a:spcBef>
              <a:spcAft>
                <a:spcPts val="533"/>
              </a:spcAft>
              <a:buClr>
                <a:srgbClr val="006666"/>
              </a:buClr>
              <a:buSzPct val="100000"/>
              <a:buFont typeface="Wingdings" panose="05000000000000000000" pitchFamily="2" charset="2"/>
              <a:buChar char="q"/>
            </a:pPr>
            <a:r>
              <a:rPr lang="en-US" altLang="zh-CN" sz="2400" b="1" dirty="0">
                <a:solidFill>
                  <a:schemeClr val="accent2"/>
                </a:solidFill>
              </a:rPr>
              <a:t>Prepare and distribute </a:t>
            </a:r>
            <a:r>
              <a:rPr lang="en-US" altLang="zh-CN" sz="2400" b="1" dirty="0">
                <a:solidFill>
                  <a:schemeClr val="tx1"/>
                </a:solidFill>
              </a:rPr>
              <a:t>the “Session Committee &amp; Invited Speakers” poster. </a:t>
            </a:r>
            <a:r>
              <a:rPr lang="en-US" altLang="zh-CN" sz="2400" i="1" dirty="0">
                <a:solidFill>
                  <a:schemeClr val="accent1">
                    <a:lumMod val="50000"/>
                  </a:schemeClr>
                </a:solidFill>
                <a:highlight>
                  <a:srgbClr val="FFFF00"/>
                </a:highlight>
              </a:rPr>
              <a:t>* </a:t>
            </a:r>
          </a:p>
          <a:p>
            <a:pPr marL="342900" indent="-342900">
              <a:spcBef>
                <a:spcPts val="0"/>
              </a:spcBef>
              <a:spcAft>
                <a:spcPts val="533"/>
              </a:spcAft>
              <a:buClr>
                <a:srgbClr val="006666"/>
              </a:buClr>
              <a:buSzPct val="100000"/>
              <a:buFont typeface="Wingdings" panose="05000000000000000000" pitchFamily="2" charset="2"/>
              <a:buChar char="q"/>
            </a:pPr>
            <a:r>
              <a:rPr lang="en-US" altLang="zh-CN" sz="2400" b="1" dirty="0">
                <a:solidFill>
                  <a:schemeClr val="accent2"/>
                </a:solidFill>
              </a:rPr>
              <a:t>Invite </a:t>
            </a:r>
            <a:r>
              <a:rPr lang="en-US" altLang="zh-CN" sz="2400" b="1" dirty="0">
                <a:solidFill>
                  <a:schemeClr val="tx1"/>
                </a:solidFill>
              </a:rPr>
              <a:t>authors, session committee members, speakers, and reviewers.</a:t>
            </a:r>
          </a:p>
          <a:p>
            <a:pPr marL="342900" indent="-342900">
              <a:spcBef>
                <a:spcPts val="0"/>
              </a:spcBef>
              <a:spcAft>
                <a:spcPts val="533"/>
              </a:spcAft>
              <a:buClr>
                <a:srgbClr val="006666"/>
              </a:buClr>
              <a:buSzPct val="100000"/>
              <a:buFont typeface="Wingdings" panose="05000000000000000000" pitchFamily="2" charset="2"/>
              <a:buChar char="q"/>
            </a:pPr>
            <a:r>
              <a:rPr lang="en-US" altLang="zh-CN" sz="2400" b="1" dirty="0">
                <a:solidFill>
                  <a:schemeClr val="accent2"/>
                </a:solidFill>
              </a:rPr>
              <a:t>Collect and submit </a:t>
            </a:r>
            <a:r>
              <a:rPr lang="en-US" altLang="zh-CN" sz="2400" b="1" dirty="0">
                <a:solidFill>
                  <a:schemeClr val="tx1"/>
                </a:solidFill>
              </a:rPr>
              <a:t>speaker bios, profile photos, talk titles, and abstracts to the Program Chairs.</a:t>
            </a:r>
          </a:p>
          <a:p>
            <a:pPr marL="342900" indent="-342900">
              <a:spcBef>
                <a:spcPts val="0"/>
              </a:spcBef>
              <a:spcAft>
                <a:spcPts val="533"/>
              </a:spcAft>
              <a:buClr>
                <a:srgbClr val="006666"/>
              </a:buClr>
              <a:buSzPct val="100000"/>
              <a:buFont typeface="Wingdings" panose="05000000000000000000" pitchFamily="2" charset="2"/>
              <a:buChar char="q"/>
            </a:pPr>
            <a:r>
              <a:rPr lang="en-US" altLang="zh-CN" sz="2400" b="1" dirty="0">
                <a:solidFill>
                  <a:schemeClr val="accent2"/>
                </a:solidFill>
              </a:rPr>
              <a:t>Organize </a:t>
            </a:r>
            <a:r>
              <a:rPr lang="en-US" altLang="zh-CN" sz="2400" b="1" dirty="0">
                <a:solidFill>
                  <a:schemeClr val="tx1"/>
                </a:solidFill>
              </a:rPr>
              <a:t>paper reviews through the online review system. </a:t>
            </a:r>
            <a:r>
              <a:rPr lang="en-US" altLang="zh-CN" sz="2400" i="1" dirty="0">
                <a:solidFill>
                  <a:schemeClr val="accent1">
                    <a:lumMod val="50000"/>
                  </a:schemeClr>
                </a:solidFill>
                <a:highlight>
                  <a:srgbClr val="FFFF00"/>
                </a:highlight>
              </a:rPr>
              <a:t>* </a:t>
            </a:r>
          </a:p>
          <a:p>
            <a:pPr marL="342900" indent="-342900">
              <a:spcBef>
                <a:spcPts val="0"/>
              </a:spcBef>
              <a:spcAft>
                <a:spcPts val="533"/>
              </a:spcAft>
              <a:buClr>
                <a:srgbClr val="006666"/>
              </a:buClr>
              <a:buSzPct val="100000"/>
              <a:buFont typeface="Wingdings" panose="05000000000000000000" pitchFamily="2" charset="2"/>
              <a:buChar char="q"/>
            </a:pPr>
            <a:r>
              <a:rPr lang="en-US" altLang="zh-CN" sz="2400" b="1" dirty="0">
                <a:solidFill>
                  <a:schemeClr val="accent2"/>
                </a:solidFill>
              </a:rPr>
              <a:t>Submit </a:t>
            </a:r>
            <a:r>
              <a:rPr lang="en-US" altLang="zh-CN" sz="2400" b="1" dirty="0">
                <a:solidFill>
                  <a:schemeClr val="tx1"/>
                </a:solidFill>
              </a:rPr>
              <a:t>the proposed session program and agenda to the Program Chairs.</a:t>
            </a:r>
          </a:p>
          <a:p>
            <a:pPr marL="342900" indent="-342900">
              <a:spcBef>
                <a:spcPts val="0"/>
              </a:spcBef>
              <a:spcAft>
                <a:spcPts val="533"/>
              </a:spcAft>
              <a:buClr>
                <a:srgbClr val="006666"/>
              </a:buClr>
              <a:buSzPct val="100000"/>
              <a:buFont typeface="Wingdings" panose="05000000000000000000" pitchFamily="2" charset="2"/>
              <a:buChar char="q"/>
            </a:pPr>
            <a:r>
              <a:rPr lang="en-US" altLang="zh-CN" sz="2400" b="1" dirty="0">
                <a:solidFill>
                  <a:schemeClr val="accent2"/>
                </a:solidFill>
              </a:rPr>
              <a:t>Ensure </a:t>
            </a:r>
            <a:r>
              <a:rPr lang="en-US" altLang="zh-CN" sz="2400" b="1" dirty="0">
                <a:solidFill>
                  <a:schemeClr val="tx1"/>
                </a:solidFill>
              </a:rPr>
              <a:t>that authors follow IEEE paper formatting and copyright requirements for camera-ready papers. </a:t>
            </a:r>
            <a:r>
              <a:rPr lang="en-US" altLang="zh-CN" sz="2400" i="1" dirty="0">
                <a:solidFill>
                  <a:schemeClr val="accent1">
                    <a:lumMod val="50000"/>
                  </a:schemeClr>
                </a:solidFill>
                <a:highlight>
                  <a:srgbClr val="FFFF00"/>
                </a:highlight>
              </a:rPr>
              <a:t>* </a:t>
            </a:r>
          </a:p>
          <a:p>
            <a:pPr marL="342900" indent="-342900">
              <a:spcBef>
                <a:spcPts val="0"/>
              </a:spcBef>
              <a:spcAft>
                <a:spcPts val="533"/>
              </a:spcAft>
              <a:buClr>
                <a:srgbClr val="006666"/>
              </a:buClr>
              <a:buSzPct val="100000"/>
              <a:buFont typeface="Wingdings" panose="05000000000000000000" pitchFamily="2" charset="2"/>
              <a:buChar char="q"/>
            </a:pPr>
            <a:r>
              <a:rPr lang="en-US" altLang="zh-CN" sz="2400" b="1" dirty="0">
                <a:solidFill>
                  <a:schemeClr val="accent2"/>
                </a:solidFill>
              </a:rPr>
              <a:t>Remind </a:t>
            </a:r>
            <a:r>
              <a:rPr lang="en-US" altLang="zh-CN" sz="2400" b="1" dirty="0">
                <a:solidFill>
                  <a:schemeClr val="tx1"/>
                </a:solidFill>
              </a:rPr>
              <a:t>speakers and authors to register early to receive the early-bird rate.</a:t>
            </a:r>
            <a:r>
              <a:rPr lang="en-US" altLang="zh-CN" sz="2000" i="1" dirty="0">
                <a:solidFill>
                  <a:schemeClr val="tx1"/>
                </a:solidFill>
                <a:highlight>
                  <a:srgbClr val="FFFF00"/>
                </a:highlight>
              </a:rPr>
              <a:t> </a:t>
            </a:r>
          </a:p>
          <a:p>
            <a:pPr>
              <a:spcBef>
                <a:spcPts val="0"/>
              </a:spcBef>
              <a:spcAft>
                <a:spcPts val="533"/>
              </a:spcAft>
              <a:buClr>
                <a:srgbClr val="006666"/>
              </a:buClr>
              <a:buSzPct val="100000"/>
            </a:pPr>
            <a:r>
              <a:rPr lang="en-US" altLang="zh-CN" sz="2000" i="1" dirty="0">
                <a:solidFill>
                  <a:schemeClr val="accent1">
                    <a:lumMod val="50000"/>
                  </a:schemeClr>
                </a:solidFill>
                <a:highlight>
                  <a:srgbClr val="FFFF00"/>
                </a:highlight>
              </a:rPr>
              <a:t>* [To be completed together with Session Assistants]</a:t>
            </a:r>
          </a:p>
        </p:txBody>
      </p:sp>
      <p:sp>
        <p:nvSpPr>
          <p:cNvPr id="179" name="Shape 179"/>
          <p:cNvSpPr txBox="1">
            <a:spLocks noGrp="1"/>
          </p:cNvSpPr>
          <p:nvPr>
            <p:ph type="title" idx="4294967295"/>
          </p:nvPr>
        </p:nvSpPr>
        <p:spPr>
          <a:xfrm>
            <a:off x="135885" y="442811"/>
            <a:ext cx="10058400" cy="1304925"/>
          </a:xfrm>
          <a:prstGeom prst="rect">
            <a:avLst/>
          </a:prstGeom>
          <a:noFill/>
          <a:ln>
            <a:noFill/>
          </a:ln>
        </p:spPr>
        <p:txBody>
          <a:bodyPr spcFirstLastPara="1" wrap="square" lIns="121900" tIns="60933" rIns="121900" bIns="60933" anchor="ctr" anchorCtr="0">
            <a:noAutofit/>
          </a:bodyPr>
          <a:lstStyle/>
          <a:p>
            <a:pPr lvl="0" indent="-286166">
              <a:lnSpc>
                <a:spcPct val="120000"/>
              </a:lnSpc>
              <a:spcBef>
                <a:spcPts val="1047"/>
              </a:spcBef>
              <a:buSzPct val="113000"/>
            </a:pP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rPr>
              <a:t>Roles</a:t>
            </a:r>
            <a:r>
              <a:rPr lang="zh-CN" altLang="en-US"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a:t>
            </a: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&amp;</a:t>
            </a:r>
            <a:r>
              <a:rPr lang="zh-CN" altLang="en-US"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a:t>
            </a: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Responsibilities of Session Chairs </a:t>
            </a:r>
            <a:b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b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【1】Session Organization </a:t>
            </a:r>
          </a:p>
        </p:txBody>
      </p:sp>
    </p:spTree>
    <p:extLst>
      <p:ext uri="{BB962C8B-B14F-4D97-AF65-F5344CB8AC3E}">
        <p14:creationId xmlns:p14="http://schemas.microsoft.com/office/powerpoint/2010/main" val="2333117072"/>
      </p:ext>
    </p:extLst>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Shape 180"/>
          <p:cNvSpPr txBox="1">
            <a:spLocks noGrp="1"/>
          </p:cNvSpPr>
          <p:nvPr>
            <p:ph type="body" sz="quarter" idx="10"/>
          </p:nvPr>
        </p:nvSpPr>
        <p:spPr>
          <a:xfrm>
            <a:off x="221225" y="2064773"/>
            <a:ext cx="11749549" cy="3608439"/>
          </a:xfrm>
          <a:prstGeom prst="rect">
            <a:avLst/>
          </a:prstGeom>
          <a:noFill/>
          <a:ln>
            <a:noFill/>
          </a:ln>
        </p:spPr>
        <p:txBody>
          <a:bodyPr spcFirstLastPara="1" wrap="square" lIns="121900" tIns="60933" rIns="121900" bIns="60933" anchor="t" anchorCtr="0">
            <a:noAutofit/>
          </a:bodyPr>
          <a:lstStyle/>
          <a:p>
            <a:pPr marL="342900" indent="-342900">
              <a:lnSpc>
                <a:spcPct val="150000"/>
              </a:lnSpc>
              <a:spcBef>
                <a:spcPts val="0"/>
              </a:spcBef>
              <a:buClr>
                <a:srgbClr val="006666"/>
              </a:buClr>
              <a:buSzPct val="100000"/>
              <a:buFont typeface="Wingdings" panose="05000000000000000000" pitchFamily="2" charset="2"/>
              <a:buChar char="q"/>
            </a:pPr>
            <a:r>
              <a:rPr lang="en-US" altLang="zh-CN" sz="2400" b="1" dirty="0">
                <a:solidFill>
                  <a:srgbClr val="ED7D31"/>
                </a:solidFill>
                <a:ea typeface="Garamond" panose="02020404030301010803"/>
                <a:sym typeface="Garamond" panose="02020404030301010803"/>
              </a:rPr>
              <a:t>Keep</a:t>
            </a:r>
            <a:r>
              <a:rPr lang="en-US" altLang="zh-CN" sz="2400" b="1" dirty="0">
                <a:solidFill>
                  <a:schemeClr val="tx1"/>
                </a:solidFill>
                <a:ea typeface="Garamond" panose="02020404030301010803"/>
                <a:sym typeface="Garamond" panose="02020404030301010803"/>
              </a:rPr>
              <a:t> Program Chairs updated on session progress and any program changes.</a:t>
            </a:r>
          </a:p>
          <a:p>
            <a:pPr marL="342900" indent="-342900">
              <a:lnSpc>
                <a:spcPct val="150000"/>
              </a:lnSpc>
              <a:spcBef>
                <a:spcPts val="0"/>
              </a:spcBef>
              <a:buClr>
                <a:srgbClr val="006666"/>
              </a:buClr>
              <a:buSzPct val="100000"/>
              <a:buFont typeface="Wingdings" panose="05000000000000000000" pitchFamily="2" charset="2"/>
              <a:buChar char="q"/>
            </a:pPr>
            <a:r>
              <a:rPr lang="en-US" altLang="zh-CN" sz="2400" b="1" dirty="0">
                <a:solidFill>
                  <a:srgbClr val="ED7D31"/>
                </a:solidFill>
                <a:ea typeface="Garamond" panose="02020404030301010803"/>
                <a:sym typeface="Garamond" panose="02020404030301010803"/>
              </a:rPr>
              <a:t>Notify</a:t>
            </a:r>
            <a:r>
              <a:rPr lang="en-US" altLang="zh-CN" sz="2400" b="1" dirty="0">
                <a:solidFill>
                  <a:schemeClr val="tx1"/>
                </a:solidFill>
                <a:ea typeface="Garamond" panose="02020404030301010803"/>
                <a:sym typeface="Garamond" panose="02020404030301010803"/>
              </a:rPr>
              <a:t> speakers about their assigned time slots and confirm their availability.</a:t>
            </a:r>
            <a:r>
              <a:rPr lang="en-US" altLang="zh-CN" sz="2400" i="1" dirty="0">
                <a:solidFill>
                  <a:schemeClr val="accent1">
                    <a:lumMod val="50000"/>
                  </a:schemeClr>
                </a:solidFill>
                <a:highlight>
                  <a:srgbClr val="FFFF00"/>
                </a:highlight>
              </a:rPr>
              <a:t> * </a:t>
            </a:r>
            <a:endParaRPr lang="en-US" altLang="zh-CN" sz="2400" b="1" dirty="0">
              <a:solidFill>
                <a:schemeClr val="tx1"/>
              </a:solidFill>
              <a:ea typeface="Garamond" panose="02020404030301010803"/>
              <a:sym typeface="Garamond" panose="02020404030301010803"/>
            </a:endParaRPr>
          </a:p>
          <a:p>
            <a:pPr marL="342900" indent="-342900">
              <a:lnSpc>
                <a:spcPct val="150000"/>
              </a:lnSpc>
              <a:spcBef>
                <a:spcPts val="0"/>
              </a:spcBef>
              <a:buClr>
                <a:srgbClr val="006666"/>
              </a:buClr>
              <a:buSzPct val="100000"/>
              <a:buFont typeface="Wingdings" panose="05000000000000000000" pitchFamily="2" charset="2"/>
              <a:buChar char="q"/>
            </a:pPr>
            <a:r>
              <a:rPr lang="en-US" altLang="zh-CN" sz="2400" b="1" dirty="0">
                <a:solidFill>
                  <a:srgbClr val="ED7D31"/>
                </a:solidFill>
                <a:ea typeface="Garamond" panose="02020404030301010803"/>
                <a:sym typeface="Garamond" panose="02020404030301010803"/>
              </a:rPr>
              <a:t>Ensure</a:t>
            </a:r>
            <a:r>
              <a:rPr lang="en-US" altLang="zh-CN" sz="2400" b="1" dirty="0">
                <a:solidFill>
                  <a:schemeClr val="tx1"/>
                </a:solidFill>
                <a:ea typeface="Garamond" panose="02020404030301010803"/>
                <a:sym typeface="Garamond" panose="02020404030301010803"/>
              </a:rPr>
              <a:t> stable connections for remote presenters and stable performance of on-site audio/video systems. </a:t>
            </a:r>
            <a:r>
              <a:rPr lang="en-US" altLang="zh-CN" sz="2400" i="1" dirty="0">
                <a:solidFill>
                  <a:schemeClr val="accent1">
                    <a:lumMod val="50000"/>
                  </a:schemeClr>
                </a:solidFill>
                <a:highlight>
                  <a:srgbClr val="FFFF00"/>
                </a:highlight>
              </a:rPr>
              <a:t>* </a:t>
            </a:r>
            <a:endParaRPr lang="en-US" altLang="zh-CN" sz="2400" b="1" dirty="0">
              <a:solidFill>
                <a:schemeClr val="tx1"/>
              </a:solidFill>
              <a:ea typeface="Garamond" panose="02020404030301010803"/>
              <a:sym typeface="Garamond" panose="02020404030301010803"/>
            </a:endParaRPr>
          </a:p>
          <a:p>
            <a:pPr marL="342900" indent="-342900">
              <a:lnSpc>
                <a:spcPct val="150000"/>
              </a:lnSpc>
              <a:spcBef>
                <a:spcPts val="0"/>
              </a:spcBef>
              <a:buClr>
                <a:srgbClr val="006666"/>
              </a:buClr>
              <a:buSzPct val="100000"/>
              <a:buFont typeface="Wingdings" panose="05000000000000000000" pitchFamily="2" charset="2"/>
              <a:buChar char="q"/>
            </a:pPr>
            <a:r>
              <a:rPr lang="en-US" altLang="zh-CN" sz="2400" b="1" dirty="0">
                <a:solidFill>
                  <a:srgbClr val="ED7D31"/>
                </a:solidFill>
                <a:ea typeface="Garamond" panose="02020404030301010803"/>
                <a:sym typeface="Garamond" panose="02020404030301010803"/>
              </a:rPr>
              <a:t>Collect</a:t>
            </a:r>
            <a:r>
              <a:rPr lang="en-US" altLang="zh-CN" sz="2400" b="1" dirty="0">
                <a:solidFill>
                  <a:schemeClr val="tx1"/>
                </a:solidFill>
                <a:ea typeface="Garamond" panose="02020404030301010803"/>
                <a:sym typeface="Garamond" panose="02020404030301010803"/>
              </a:rPr>
              <a:t> backup presentation videos. </a:t>
            </a:r>
            <a:r>
              <a:rPr lang="en-US" altLang="zh-CN" sz="2400" i="1" dirty="0">
                <a:solidFill>
                  <a:schemeClr val="accent1">
                    <a:lumMod val="50000"/>
                  </a:schemeClr>
                </a:solidFill>
                <a:highlight>
                  <a:srgbClr val="FFFF00"/>
                </a:highlight>
              </a:rPr>
              <a:t>* </a:t>
            </a:r>
            <a:endParaRPr lang="en-US" altLang="zh-CN" sz="2400" b="1" dirty="0">
              <a:solidFill>
                <a:schemeClr val="tx1"/>
              </a:solidFill>
              <a:ea typeface="Garamond" panose="02020404030301010803"/>
              <a:sym typeface="Garamond" panose="02020404030301010803"/>
            </a:endParaRPr>
          </a:p>
          <a:p>
            <a:pPr marL="342900" indent="-342900">
              <a:lnSpc>
                <a:spcPct val="150000"/>
              </a:lnSpc>
              <a:spcBef>
                <a:spcPts val="0"/>
              </a:spcBef>
              <a:buClr>
                <a:srgbClr val="006666"/>
              </a:buClr>
              <a:buSzPct val="100000"/>
              <a:buFont typeface="Wingdings" panose="05000000000000000000" pitchFamily="2" charset="2"/>
              <a:buChar char="q"/>
            </a:pPr>
            <a:r>
              <a:rPr lang="en-US" altLang="zh-CN" sz="2400" b="1" dirty="0">
                <a:solidFill>
                  <a:srgbClr val="ED7D31"/>
                </a:solidFill>
                <a:ea typeface="Garamond" panose="02020404030301010803"/>
                <a:sym typeface="Garamond" panose="02020404030301010803"/>
              </a:rPr>
              <a:t>Prepare</a:t>
            </a:r>
            <a:r>
              <a:rPr lang="en-US" altLang="zh-CN" sz="2400" b="1" dirty="0">
                <a:solidFill>
                  <a:schemeClr val="tx1"/>
                </a:solidFill>
                <a:ea typeface="Garamond" panose="02020404030301010803"/>
                <a:sym typeface="Garamond" panose="02020404030301010803"/>
              </a:rPr>
              <a:t> roundtable discussion topics. </a:t>
            </a:r>
            <a:r>
              <a:rPr lang="en-US" altLang="zh-CN" sz="2400" i="1" dirty="0">
                <a:solidFill>
                  <a:schemeClr val="accent1">
                    <a:lumMod val="50000"/>
                  </a:schemeClr>
                </a:solidFill>
                <a:highlight>
                  <a:srgbClr val="FFFF00"/>
                </a:highlight>
              </a:rPr>
              <a:t>* </a:t>
            </a:r>
          </a:p>
          <a:p>
            <a:pPr>
              <a:lnSpc>
                <a:spcPct val="150000"/>
              </a:lnSpc>
              <a:spcBef>
                <a:spcPts val="0"/>
              </a:spcBef>
              <a:buClr>
                <a:srgbClr val="006666"/>
              </a:buClr>
              <a:buSzPct val="100000"/>
            </a:pPr>
            <a:r>
              <a:rPr lang="en-US" altLang="zh-CN" sz="2000" i="1" dirty="0">
                <a:solidFill>
                  <a:schemeClr val="accent1">
                    <a:lumMod val="50000"/>
                  </a:schemeClr>
                </a:solidFill>
                <a:highlight>
                  <a:srgbClr val="FFFF00"/>
                </a:highlight>
              </a:rPr>
              <a:t>* [To be completed together with Session Assistants]</a:t>
            </a:r>
            <a:endParaRPr lang="en-US" altLang="zh-CN" sz="2000" dirty="0">
              <a:solidFill>
                <a:schemeClr val="accent2"/>
              </a:solidFill>
            </a:endParaRPr>
          </a:p>
        </p:txBody>
      </p:sp>
      <p:sp>
        <p:nvSpPr>
          <p:cNvPr id="2" name="Shape 179">
            <a:extLst>
              <a:ext uri="{FF2B5EF4-FFF2-40B4-BE49-F238E27FC236}">
                <a16:creationId xmlns:a16="http://schemas.microsoft.com/office/drawing/2014/main" id="{906EF384-0358-5D6A-0CFD-8093C24D24F8}"/>
              </a:ext>
            </a:extLst>
          </p:cNvPr>
          <p:cNvSpPr txBox="1">
            <a:spLocks/>
          </p:cNvSpPr>
          <p:nvPr/>
        </p:nvSpPr>
        <p:spPr>
          <a:xfrm>
            <a:off x="135885" y="442811"/>
            <a:ext cx="10058400" cy="1304925"/>
          </a:xfrm>
          <a:prstGeom prst="rect">
            <a:avLst/>
          </a:prstGeom>
          <a:noFill/>
          <a:ln>
            <a:noFill/>
          </a:ln>
        </p:spPr>
        <p:txBody>
          <a:bodyPr spcFirstLastPara="1" wrap="square" lIns="121900" tIns="60933" rIns="121900" bIns="60933"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indent="-286166">
              <a:lnSpc>
                <a:spcPct val="120000"/>
              </a:lnSpc>
              <a:spcBef>
                <a:spcPts val="1047"/>
              </a:spcBef>
              <a:buSzPct val="113000"/>
            </a:pP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rPr>
              <a:t>Roles</a:t>
            </a:r>
            <a:r>
              <a:rPr lang="zh-CN" altLang="en-US"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a:t>
            </a: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&amp;</a:t>
            </a:r>
            <a:r>
              <a:rPr lang="zh-CN" altLang="en-US"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a:t>
            </a: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Responsibilities of Session Chairs – 【2】 Hosting Preparation</a:t>
            </a:r>
          </a:p>
        </p:txBody>
      </p:sp>
    </p:spTree>
    <p:extLst>
      <p:ext uri="{BB962C8B-B14F-4D97-AF65-F5344CB8AC3E}">
        <p14:creationId xmlns:p14="http://schemas.microsoft.com/office/powerpoint/2010/main" val="780401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Shape 180"/>
          <p:cNvSpPr txBox="1">
            <a:spLocks noGrp="1"/>
          </p:cNvSpPr>
          <p:nvPr>
            <p:ph type="body" sz="quarter" idx="10"/>
          </p:nvPr>
        </p:nvSpPr>
        <p:spPr>
          <a:xfrm>
            <a:off x="460348" y="1841157"/>
            <a:ext cx="11505510" cy="4136856"/>
          </a:xfrm>
          <a:prstGeom prst="rect">
            <a:avLst/>
          </a:prstGeom>
          <a:noFill/>
          <a:ln>
            <a:noFill/>
          </a:ln>
        </p:spPr>
        <p:txBody>
          <a:bodyPr spcFirstLastPara="1" wrap="square" lIns="121900" tIns="60933" rIns="121900" bIns="60933" anchor="t" anchorCtr="0">
            <a:noAutofit/>
          </a:bodyPr>
          <a:lstStyle/>
          <a:p>
            <a:pPr marL="342900" indent="-342900">
              <a:lnSpc>
                <a:spcPct val="120000"/>
              </a:lnSpc>
              <a:spcBef>
                <a:spcPts val="1047"/>
              </a:spcBef>
              <a:buClr>
                <a:srgbClr val="006666"/>
              </a:buClr>
              <a:buSzPct val="113000"/>
              <a:buFont typeface="Wingdings" panose="05000000000000000000" pitchFamily="2" charset="2"/>
              <a:buChar char="q"/>
            </a:pPr>
            <a:r>
              <a:rPr lang="en-US" altLang="zh-CN" sz="2000" b="1" dirty="0">
                <a:solidFill>
                  <a:schemeClr val="accent2"/>
                </a:solidFill>
                <a:sym typeface="Garamond" panose="02020404030301010803"/>
              </a:rPr>
              <a:t>Announce </a:t>
            </a:r>
            <a:r>
              <a:rPr lang="en-US" altLang="zh-CN" sz="2000" b="1" dirty="0">
                <a:solidFill>
                  <a:schemeClr val="tx1"/>
                </a:solidFill>
                <a:sym typeface="Garamond" panose="02020404030301010803"/>
              </a:rPr>
              <a:t>the beginning of the session and introduce the session topic.</a:t>
            </a:r>
          </a:p>
          <a:p>
            <a:pPr marL="342900" indent="-342900">
              <a:lnSpc>
                <a:spcPct val="120000"/>
              </a:lnSpc>
              <a:spcBef>
                <a:spcPts val="1047"/>
              </a:spcBef>
              <a:buClr>
                <a:srgbClr val="006666"/>
              </a:buClr>
              <a:buSzPct val="113000"/>
              <a:buFont typeface="Wingdings" panose="05000000000000000000" pitchFamily="2" charset="2"/>
              <a:buChar char="q"/>
            </a:pPr>
            <a:r>
              <a:rPr lang="en-US" altLang="zh-CN" sz="2000" b="1" dirty="0">
                <a:solidFill>
                  <a:schemeClr val="accent2"/>
                </a:solidFill>
                <a:sym typeface="Garamond" panose="02020404030301010803"/>
              </a:rPr>
              <a:t>Provide </a:t>
            </a:r>
            <a:r>
              <a:rPr lang="en-US" altLang="zh-CN" sz="2000" b="1" dirty="0">
                <a:solidFill>
                  <a:schemeClr val="tx1"/>
                </a:solidFill>
                <a:sym typeface="Garamond" panose="02020404030301010803"/>
              </a:rPr>
              <a:t>a brief summary of the session.</a:t>
            </a:r>
          </a:p>
          <a:p>
            <a:pPr marL="342900" indent="-342900">
              <a:lnSpc>
                <a:spcPct val="120000"/>
              </a:lnSpc>
              <a:spcBef>
                <a:spcPts val="1047"/>
              </a:spcBef>
              <a:buClr>
                <a:srgbClr val="006666"/>
              </a:buClr>
              <a:buSzPct val="113000"/>
              <a:buFont typeface="Wingdings" panose="05000000000000000000" pitchFamily="2" charset="2"/>
              <a:buChar char="q"/>
            </a:pPr>
            <a:r>
              <a:rPr lang="en-US" altLang="zh-CN" sz="2000" b="1" dirty="0">
                <a:solidFill>
                  <a:schemeClr val="accent2"/>
                </a:solidFill>
                <a:sym typeface="Garamond" panose="02020404030301010803"/>
              </a:rPr>
              <a:t>Introduce </a:t>
            </a:r>
            <a:r>
              <a:rPr lang="en-US" altLang="zh-CN" sz="2000" b="1" dirty="0">
                <a:solidFill>
                  <a:schemeClr val="tx1"/>
                </a:solidFill>
                <a:sym typeface="Garamond" panose="02020404030301010803"/>
              </a:rPr>
              <a:t>each speaker and presentation title, and host the Q&amp;A session.</a:t>
            </a:r>
          </a:p>
          <a:p>
            <a:pPr marL="342900" indent="-342900">
              <a:lnSpc>
                <a:spcPct val="120000"/>
              </a:lnSpc>
              <a:spcBef>
                <a:spcPts val="1047"/>
              </a:spcBef>
              <a:buClr>
                <a:srgbClr val="006666"/>
              </a:buClr>
              <a:buSzPct val="113000"/>
              <a:buFont typeface="Wingdings" panose="05000000000000000000" pitchFamily="2" charset="2"/>
              <a:buChar char="q"/>
            </a:pPr>
            <a:r>
              <a:rPr lang="en-US" altLang="zh-CN" sz="2000" b="1" dirty="0">
                <a:solidFill>
                  <a:schemeClr val="accent2"/>
                </a:solidFill>
                <a:sym typeface="Garamond" panose="02020404030301010803"/>
              </a:rPr>
              <a:t>Prepare </a:t>
            </a:r>
            <a:r>
              <a:rPr lang="en-US" altLang="zh-CN" sz="2000" b="1" dirty="0">
                <a:solidFill>
                  <a:schemeClr val="tx1"/>
                </a:solidFill>
                <a:sym typeface="Garamond" panose="02020404030301010803"/>
              </a:rPr>
              <a:t>constructive questions for authors in case there are no questions from the audience.</a:t>
            </a:r>
          </a:p>
          <a:p>
            <a:pPr marL="342900" indent="-342900">
              <a:lnSpc>
                <a:spcPct val="120000"/>
              </a:lnSpc>
              <a:spcBef>
                <a:spcPts val="1047"/>
              </a:spcBef>
              <a:buClr>
                <a:srgbClr val="006666"/>
              </a:buClr>
              <a:buSzPct val="113000"/>
              <a:buFont typeface="Wingdings" panose="05000000000000000000" pitchFamily="2" charset="2"/>
              <a:buChar char="q"/>
            </a:pPr>
            <a:r>
              <a:rPr lang="en-US" altLang="zh-CN" sz="2000" b="1" dirty="0">
                <a:solidFill>
                  <a:schemeClr val="accent2"/>
                </a:solidFill>
                <a:sym typeface="Garamond" panose="02020404030301010803"/>
              </a:rPr>
              <a:t>Maintain </a:t>
            </a:r>
            <a:r>
              <a:rPr lang="en-US" altLang="zh-CN" sz="2000" b="1" dirty="0">
                <a:solidFill>
                  <a:schemeClr val="tx1"/>
                </a:solidFill>
                <a:sym typeface="Garamond" panose="02020404030301010803"/>
              </a:rPr>
              <a:t>the published schedule and be prepared for unexpected situations.</a:t>
            </a:r>
          </a:p>
          <a:p>
            <a:pPr marL="342900" indent="-342900">
              <a:lnSpc>
                <a:spcPct val="120000"/>
              </a:lnSpc>
              <a:spcBef>
                <a:spcPts val="1047"/>
              </a:spcBef>
              <a:buClr>
                <a:srgbClr val="006666"/>
              </a:buClr>
              <a:buSzPct val="113000"/>
              <a:buFont typeface="Wingdings" panose="05000000000000000000" pitchFamily="2" charset="2"/>
              <a:buChar char="q"/>
            </a:pPr>
            <a:r>
              <a:rPr lang="en-US" altLang="zh-CN" sz="2000" b="1" dirty="0">
                <a:solidFill>
                  <a:schemeClr val="tx1"/>
                </a:solidFill>
                <a:sym typeface="Garamond" panose="02020404030301010803"/>
              </a:rPr>
              <a:t>If a presenter </a:t>
            </a:r>
            <a:r>
              <a:rPr lang="en-US" altLang="zh-CN" sz="2000" b="1" dirty="0">
                <a:solidFill>
                  <a:srgbClr val="ED7D31"/>
                </a:solidFill>
                <a:sym typeface="Garamond" panose="02020404030301010803"/>
              </a:rPr>
              <a:t>does not show up</a:t>
            </a:r>
            <a:r>
              <a:rPr lang="en-US" altLang="zh-CN" sz="2000" b="1" dirty="0">
                <a:solidFill>
                  <a:schemeClr val="tx1"/>
                </a:solidFill>
                <a:sym typeface="Garamond" panose="02020404030301010803"/>
              </a:rPr>
              <a:t>, record the no-show in the Session Report Form and do not move to the next scheduled presentation.</a:t>
            </a:r>
          </a:p>
          <a:p>
            <a:pPr marL="342900" indent="-342900">
              <a:lnSpc>
                <a:spcPct val="120000"/>
              </a:lnSpc>
              <a:spcBef>
                <a:spcPts val="1047"/>
              </a:spcBef>
              <a:buClr>
                <a:srgbClr val="006666"/>
              </a:buClr>
              <a:buSzPct val="113000"/>
              <a:buFont typeface="Wingdings" panose="05000000000000000000" pitchFamily="2" charset="2"/>
              <a:buChar char="q"/>
            </a:pPr>
            <a:r>
              <a:rPr lang="en-US" altLang="zh-CN" sz="2000" b="1" dirty="0">
                <a:solidFill>
                  <a:schemeClr val="accent2"/>
                </a:solidFill>
                <a:sym typeface="Garamond" panose="02020404030301010803"/>
              </a:rPr>
              <a:t>Use backup </a:t>
            </a:r>
            <a:r>
              <a:rPr lang="en-US" altLang="zh-CN" sz="2000" b="1" dirty="0">
                <a:solidFill>
                  <a:srgbClr val="ED7D31"/>
                </a:solidFill>
                <a:sym typeface="Garamond" panose="02020404030301010803"/>
              </a:rPr>
              <a:t>activities</a:t>
            </a:r>
            <a:r>
              <a:rPr lang="en-US" altLang="zh-CN" sz="2000" b="1" dirty="0">
                <a:solidFill>
                  <a:schemeClr val="tx1"/>
                </a:solidFill>
                <a:sym typeface="Garamond" panose="02020404030301010803"/>
              </a:rPr>
              <a:t> if needed, such as extended Q&amp;A, prepared discussion topics, or brief session reflections.</a:t>
            </a:r>
          </a:p>
          <a:p>
            <a:pPr marL="342900" indent="-342900">
              <a:lnSpc>
                <a:spcPct val="120000"/>
              </a:lnSpc>
              <a:spcBef>
                <a:spcPts val="1047"/>
              </a:spcBef>
              <a:buClr>
                <a:srgbClr val="006666"/>
              </a:buClr>
              <a:buSzPct val="113000"/>
              <a:buFont typeface="Wingdings" panose="05000000000000000000" pitchFamily="2" charset="2"/>
              <a:buChar char="q"/>
            </a:pPr>
            <a:r>
              <a:rPr lang="en-US" altLang="zh-CN" sz="2000" b="1" dirty="0">
                <a:solidFill>
                  <a:schemeClr val="accent2"/>
                </a:solidFill>
                <a:sym typeface="Garamond" panose="02020404030301010803"/>
              </a:rPr>
              <a:t>Provide </a:t>
            </a:r>
            <a:r>
              <a:rPr lang="en-US" altLang="zh-CN" sz="2000" b="1" dirty="0">
                <a:solidFill>
                  <a:schemeClr val="tx1"/>
                </a:solidFill>
                <a:sym typeface="Garamond" panose="02020404030301010803"/>
              </a:rPr>
              <a:t>closing remarks, thank speakers and attendees, and submit the session report.</a:t>
            </a:r>
            <a:endParaRPr lang="en-US" altLang="zh-CN" sz="2200" dirty="0">
              <a:solidFill>
                <a:schemeClr val="tx1"/>
              </a:solidFill>
            </a:endParaRPr>
          </a:p>
        </p:txBody>
      </p:sp>
      <p:sp>
        <p:nvSpPr>
          <p:cNvPr id="2" name="Shape 179">
            <a:extLst>
              <a:ext uri="{FF2B5EF4-FFF2-40B4-BE49-F238E27FC236}">
                <a16:creationId xmlns:a16="http://schemas.microsoft.com/office/drawing/2014/main" id="{C147E0DD-7747-B591-8043-3F230985A7D8}"/>
              </a:ext>
            </a:extLst>
          </p:cNvPr>
          <p:cNvSpPr txBox="1">
            <a:spLocks/>
          </p:cNvSpPr>
          <p:nvPr/>
        </p:nvSpPr>
        <p:spPr>
          <a:xfrm>
            <a:off x="154420" y="455166"/>
            <a:ext cx="10058400" cy="1304925"/>
          </a:xfrm>
          <a:prstGeom prst="rect">
            <a:avLst/>
          </a:prstGeom>
          <a:noFill/>
          <a:ln>
            <a:noFill/>
          </a:ln>
        </p:spPr>
        <p:txBody>
          <a:bodyPr spcFirstLastPara="1" wrap="square" lIns="121900" tIns="60933" rIns="121900" bIns="60933"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indent="-286166">
              <a:lnSpc>
                <a:spcPct val="120000"/>
              </a:lnSpc>
              <a:spcBef>
                <a:spcPts val="1047"/>
              </a:spcBef>
              <a:buSzPct val="113000"/>
            </a:pP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rPr>
              <a:t>Roles</a:t>
            </a:r>
            <a:r>
              <a:rPr lang="zh-CN" altLang="en-US"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a:t>
            </a: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&amp;</a:t>
            </a:r>
            <a:r>
              <a:rPr lang="zh-CN" altLang="en-US"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a:t>
            </a: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Responsibilities of Session Chairs </a:t>
            </a:r>
          </a:p>
          <a:p>
            <a:pPr indent="-286166">
              <a:lnSpc>
                <a:spcPct val="120000"/>
              </a:lnSpc>
              <a:spcBef>
                <a:spcPts val="1047"/>
              </a:spcBef>
              <a:buSzPct val="113000"/>
            </a:pPr>
            <a:r>
              <a:rPr lang="en-US" altLang="zh-CN" sz="38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【3】 Online/Hybrid Session Hosting</a:t>
            </a:r>
          </a:p>
        </p:txBody>
      </p:sp>
    </p:spTree>
    <p:extLst>
      <p:ext uri="{BB962C8B-B14F-4D97-AF65-F5344CB8AC3E}">
        <p14:creationId xmlns:p14="http://schemas.microsoft.com/office/powerpoint/2010/main" val="3360740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5">
          <a:extLst>
            <a:ext uri="{FF2B5EF4-FFF2-40B4-BE49-F238E27FC236}">
              <a16:creationId xmlns:a16="http://schemas.microsoft.com/office/drawing/2014/main" id="{38E024E9-7FDD-6A78-8131-74C148884DD6}"/>
            </a:ext>
          </a:extLst>
        </p:cNvPr>
        <p:cNvGrpSpPr/>
        <p:nvPr/>
      </p:nvGrpSpPr>
      <p:grpSpPr>
        <a:xfrm>
          <a:off x="0" y="0"/>
          <a:ext cx="0" cy="0"/>
          <a:chOff x="0" y="0"/>
          <a:chExt cx="0" cy="0"/>
        </a:xfrm>
      </p:grpSpPr>
      <p:sp>
        <p:nvSpPr>
          <p:cNvPr id="356" name="Google Shape;356;p20">
            <a:extLst>
              <a:ext uri="{FF2B5EF4-FFF2-40B4-BE49-F238E27FC236}">
                <a16:creationId xmlns:a16="http://schemas.microsoft.com/office/drawing/2014/main" id="{961DD711-5CFA-D5E9-A794-7436B611A7BA}"/>
              </a:ext>
            </a:extLst>
          </p:cNvPr>
          <p:cNvSpPr/>
          <p:nvPr/>
        </p:nvSpPr>
        <p:spPr>
          <a:xfrm>
            <a:off x="1384080" y="1864851"/>
            <a:ext cx="9180000" cy="22467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3200" b="1" dirty="0">
              <a:solidFill>
                <a:srgbClr val="009242"/>
              </a:solidFill>
              <a:latin typeface="Times New Roman"/>
              <a:ea typeface="Times New Roman"/>
              <a:cs typeface="Times New Roman"/>
              <a:sym typeface="Times New Roman"/>
            </a:endParaRPr>
          </a:p>
          <a:p>
            <a:pPr marL="0" marR="0" lvl="0" indent="0" algn="ctr" rtl="0">
              <a:spcBef>
                <a:spcPts val="0"/>
              </a:spcBef>
              <a:spcAft>
                <a:spcPts val="0"/>
              </a:spcAft>
              <a:buNone/>
            </a:pPr>
            <a:r>
              <a:rPr lang="en-US" sz="5400" b="1" dirty="0">
                <a:solidFill>
                  <a:srgbClr val="009242"/>
                </a:solidFill>
                <a:latin typeface="Times New Roman"/>
                <a:ea typeface="Times New Roman"/>
                <a:cs typeface="Times New Roman"/>
                <a:sym typeface="Times New Roman"/>
              </a:rPr>
              <a:t>Roles &amp; Responsibilities for </a:t>
            </a:r>
            <a:br>
              <a:rPr lang="en-US" sz="5400" b="1" dirty="0">
                <a:solidFill>
                  <a:srgbClr val="009242"/>
                </a:solidFill>
                <a:latin typeface="Times New Roman"/>
                <a:ea typeface="Times New Roman"/>
                <a:cs typeface="Times New Roman"/>
                <a:sym typeface="Times New Roman"/>
              </a:rPr>
            </a:br>
            <a:r>
              <a:rPr lang="en-US" sz="5400" b="1" dirty="0">
                <a:solidFill>
                  <a:srgbClr val="009242"/>
                </a:solidFill>
                <a:latin typeface="Times New Roman"/>
                <a:ea typeface="Times New Roman"/>
                <a:cs typeface="Times New Roman"/>
                <a:sym typeface="Times New Roman"/>
              </a:rPr>
              <a:t>UV2026 Session Assistants</a:t>
            </a:r>
            <a:endParaRPr sz="2800" b="1" dirty="0">
              <a:solidFill>
                <a:srgbClr val="548135"/>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81356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Shape 180"/>
          <p:cNvSpPr txBox="1">
            <a:spLocks noGrp="1"/>
          </p:cNvSpPr>
          <p:nvPr>
            <p:ph type="body" sz="quarter" idx="10"/>
          </p:nvPr>
        </p:nvSpPr>
        <p:spPr>
          <a:xfrm>
            <a:off x="451022" y="1847336"/>
            <a:ext cx="11740978" cy="4570422"/>
          </a:xfrm>
          <a:prstGeom prst="rect">
            <a:avLst/>
          </a:prstGeom>
          <a:noFill/>
          <a:ln>
            <a:noFill/>
          </a:ln>
        </p:spPr>
        <p:txBody>
          <a:bodyPr spcFirstLastPara="1" wrap="square" lIns="121900" tIns="60933" rIns="121900" bIns="60933" anchor="t" anchorCtr="0">
            <a:noAutofit/>
          </a:bodyPr>
          <a:lstStyle/>
          <a:p>
            <a:pPr marL="56734" indent="-342900">
              <a:lnSpc>
                <a:spcPct val="120000"/>
              </a:lnSpc>
              <a:spcBef>
                <a:spcPts val="0"/>
              </a:spcBef>
              <a:spcAft>
                <a:spcPts val="533"/>
              </a:spcAft>
              <a:buClr>
                <a:srgbClr val="006666"/>
              </a:buClr>
              <a:buSzPct val="100000"/>
              <a:buFont typeface="Wingdings" panose="05000000000000000000" pitchFamily="2" charset="2"/>
              <a:buChar char="q"/>
            </a:pPr>
            <a:r>
              <a:rPr lang="zh-CN" altLang="en-US" sz="2100" dirty="0">
                <a:solidFill>
                  <a:schemeClr val="tx1"/>
                </a:solidFill>
              </a:rPr>
              <a:t> </a:t>
            </a:r>
            <a:r>
              <a:rPr lang="en-US" altLang="zh-CN" sz="2100" b="1" dirty="0">
                <a:solidFill>
                  <a:schemeClr val="accent2"/>
                </a:solidFill>
              </a:rPr>
              <a:t>Design and update </a:t>
            </a:r>
            <a:r>
              <a:rPr lang="en-US" altLang="zh-CN" sz="2100" b="1" dirty="0">
                <a:solidFill>
                  <a:schemeClr val="tx1"/>
                </a:solidFill>
              </a:rPr>
              <a:t>session posters using the UV2026 poster template.</a:t>
            </a:r>
          </a:p>
          <a:p>
            <a:pPr marL="56734" indent="-342900">
              <a:lnSpc>
                <a:spcPct val="120000"/>
              </a:lnSpc>
              <a:spcBef>
                <a:spcPts val="0"/>
              </a:spcBef>
              <a:spcAft>
                <a:spcPts val="533"/>
              </a:spcAft>
              <a:buClr>
                <a:srgbClr val="006666"/>
              </a:buClr>
              <a:buSzPct val="100000"/>
              <a:buFont typeface="Wingdings" panose="05000000000000000000" pitchFamily="2" charset="2"/>
              <a:buChar char="q"/>
            </a:pPr>
            <a:r>
              <a:rPr lang="en-US" altLang="zh-CN" sz="2100" b="1" dirty="0">
                <a:solidFill>
                  <a:schemeClr val="accent2"/>
                </a:solidFill>
              </a:rPr>
              <a:t>Update </a:t>
            </a:r>
            <a:r>
              <a:rPr lang="en-US" altLang="zh-CN" sz="2100" b="1" dirty="0">
                <a:solidFill>
                  <a:schemeClr val="tx1"/>
                </a:solidFill>
              </a:rPr>
              <a:t>session posters with bios and profile photos of session committee members and invited speakers.</a:t>
            </a:r>
          </a:p>
          <a:p>
            <a:pPr marL="56734" indent="-342900">
              <a:lnSpc>
                <a:spcPct val="120000"/>
              </a:lnSpc>
              <a:spcBef>
                <a:spcPts val="0"/>
              </a:spcBef>
              <a:spcAft>
                <a:spcPts val="533"/>
              </a:spcAft>
              <a:buClr>
                <a:srgbClr val="006666"/>
              </a:buClr>
              <a:buSzPct val="100000"/>
              <a:buFont typeface="Wingdings" panose="05000000000000000000" pitchFamily="2" charset="2"/>
              <a:buChar char="q"/>
            </a:pPr>
            <a:r>
              <a:rPr lang="en-US" altLang="zh-CN" sz="2100" b="1" dirty="0">
                <a:solidFill>
                  <a:schemeClr val="accent2"/>
                </a:solidFill>
              </a:rPr>
              <a:t>Monitor </a:t>
            </a:r>
            <a:r>
              <a:rPr lang="en-US" altLang="zh-CN" sz="2100" b="1" dirty="0">
                <a:solidFill>
                  <a:schemeClr val="tx1"/>
                </a:solidFill>
              </a:rPr>
              <a:t>paper submission status and </a:t>
            </a:r>
            <a:r>
              <a:rPr lang="en-US" altLang="zh-CN" sz="2100" b="1" dirty="0">
                <a:solidFill>
                  <a:srgbClr val="ED7D31"/>
                </a:solidFill>
              </a:rPr>
              <a:t>report</a:t>
            </a:r>
            <a:r>
              <a:rPr lang="en-US" altLang="zh-CN" sz="2100" b="1" dirty="0">
                <a:solidFill>
                  <a:schemeClr val="tx1"/>
                </a:solidFill>
              </a:rPr>
              <a:t> updates to Session Chairs.</a:t>
            </a:r>
          </a:p>
          <a:p>
            <a:pPr marL="971134" lvl="1" indent="-342900">
              <a:lnSpc>
                <a:spcPct val="120000"/>
              </a:lnSpc>
              <a:spcBef>
                <a:spcPts val="0"/>
              </a:spcBef>
              <a:spcAft>
                <a:spcPts val="533"/>
              </a:spcAft>
              <a:buClr>
                <a:srgbClr val="006666"/>
              </a:buClr>
              <a:buSzPct val="100000"/>
              <a:buFont typeface="Wingdings" panose="05000000000000000000" pitchFamily="2" charset="2"/>
              <a:buChar char="v"/>
            </a:pPr>
            <a:r>
              <a:rPr lang="en-US" altLang="zh-CN" sz="2000" b="1" dirty="0">
                <a:solidFill>
                  <a:schemeClr val="accent2"/>
                </a:solidFill>
              </a:rPr>
              <a:t>Report </a:t>
            </a:r>
            <a:r>
              <a:rPr lang="en-US" altLang="zh-CN" sz="2000" b="1" dirty="0">
                <a:solidFill>
                  <a:schemeClr val="tx1"/>
                </a:solidFill>
              </a:rPr>
              <a:t>duplicate submissions and technical issues to the IT Team.</a:t>
            </a:r>
          </a:p>
          <a:p>
            <a:pPr marL="56734" indent="-342900">
              <a:lnSpc>
                <a:spcPct val="120000"/>
              </a:lnSpc>
              <a:spcBef>
                <a:spcPts val="0"/>
              </a:spcBef>
              <a:spcAft>
                <a:spcPts val="533"/>
              </a:spcAft>
              <a:buClr>
                <a:srgbClr val="006666"/>
              </a:buClr>
              <a:buSzPct val="100000"/>
              <a:buFont typeface="Wingdings" panose="05000000000000000000" pitchFamily="2" charset="2"/>
              <a:buChar char="q"/>
            </a:pPr>
            <a:r>
              <a:rPr lang="en-US" altLang="zh-CN" sz="2100" b="1" dirty="0">
                <a:solidFill>
                  <a:srgbClr val="ED7D31"/>
                </a:solidFill>
              </a:rPr>
              <a:t>Provide</a:t>
            </a:r>
            <a:r>
              <a:rPr lang="en-US" altLang="zh-CN" sz="2100" b="1" dirty="0">
                <a:solidFill>
                  <a:schemeClr val="tx1"/>
                </a:solidFill>
              </a:rPr>
              <a:t> technical support for the online review system for Session Chairs and reviewers.</a:t>
            </a:r>
          </a:p>
          <a:p>
            <a:pPr marL="56734" indent="-342900">
              <a:lnSpc>
                <a:spcPct val="120000"/>
              </a:lnSpc>
              <a:spcBef>
                <a:spcPts val="0"/>
              </a:spcBef>
              <a:spcAft>
                <a:spcPts val="533"/>
              </a:spcAft>
              <a:buClr>
                <a:srgbClr val="006666"/>
              </a:buClr>
              <a:buSzPct val="100000"/>
              <a:buFont typeface="Wingdings" panose="05000000000000000000" pitchFamily="2" charset="2"/>
              <a:buChar char="q"/>
            </a:pPr>
            <a:r>
              <a:rPr lang="en-US" altLang="zh-CN" sz="2100" b="1" dirty="0">
                <a:solidFill>
                  <a:schemeClr val="accent2"/>
                </a:solidFill>
              </a:rPr>
              <a:t>Assist </a:t>
            </a:r>
            <a:r>
              <a:rPr lang="en-US" altLang="zh-CN" sz="2100" b="1" dirty="0">
                <a:solidFill>
                  <a:schemeClr val="tx1"/>
                </a:solidFill>
              </a:rPr>
              <a:t>authors in preparing camera-ready papers that meet IEEE formatting and copyright requirements.</a:t>
            </a:r>
          </a:p>
          <a:p>
            <a:pPr marL="56734" indent="-342900">
              <a:lnSpc>
                <a:spcPct val="120000"/>
              </a:lnSpc>
              <a:spcBef>
                <a:spcPts val="0"/>
              </a:spcBef>
              <a:spcAft>
                <a:spcPts val="533"/>
              </a:spcAft>
              <a:buClr>
                <a:srgbClr val="006666"/>
              </a:buClr>
              <a:buSzPct val="100000"/>
              <a:buFont typeface="Wingdings" panose="05000000000000000000" pitchFamily="2" charset="2"/>
              <a:buChar char="q"/>
            </a:pPr>
            <a:r>
              <a:rPr lang="en-US" altLang="zh-CN" sz="2100" b="1" dirty="0">
                <a:solidFill>
                  <a:schemeClr val="accent2"/>
                </a:solidFill>
              </a:rPr>
              <a:t>Assist </a:t>
            </a:r>
            <a:r>
              <a:rPr lang="en-US" altLang="zh-CN" sz="2100" b="1" dirty="0">
                <a:solidFill>
                  <a:schemeClr val="tx1"/>
                </a:solidFill>
              </a:rPr>
              <a:t>with UV2026 registration and payment questions for session speakers, and presenters, when needed.</a:t>
            </a:r>
          </a:p>
          <a:p>
            <a:pPr marL="56734" indent="-342900">
              <a:lnSpc>
                <a:spcPct val="120000"/>
              </a:lnSpc>
              <a:spcBef>
                <a:spcPts val="0"/>
              </a:spcBef>
              <a:spcAft>
                <a:spcPts val="533"/>
              </a:spcAft>
              <a:buClr>
                <a:srgbClr val="006666"/>
              </a:buClr>
              <a:buSzPct val="100000"/>
              <a:buFont typeface="Wingdings" panose="05000000000000000000" pitchFamily="2" charset="2"/>
              <a:buChar char="q"/>
            </a:pPr>
            <a:r>
              <a:rPr lang="en-US" altLang="zh-CN" sz="2100" b="1" dirty="0">
                <a:solidFill>
                  <a:schemeClr val="accent2"/>
                </a:solidFill>
              </a:rPr>
              <a:t>Collect </a:t>
            </a:r>
            <a:r>
              <a:rPr lang="en-US" altLang="zh-CN" sz="2100" b="1" dirty="0">
                <a:solidFill>
                  <a:schemeClr val="tx1"/>
                </a:solidFill>
              </a:rPr>
              <a:t>backup presentation videos and related session materials.</a:t>
            </a:r>
            <a:endParaRPr lang="en-US" altLang="zh-CN" sz="2100" dirty="0">
              <a:solidFill>
                <a:schemeClr val="tx1"/>
              </a:solidFill>
            </a:endParaRPr>
          </a:p>
        </p:txBody>
      </p:sp>
      <p:sp>
        <p:nvSpPr>
          <p:cNvPr id="3" name="Shape 179">
            <a:extLst>
              <a:ext uri="{FF2B5EF4-FFF2-40B4-BE49-F238E27FC236}">
                <a16:creationId xmlns:a16="http://schemas.microsoft.com/office/drawing/2014/main" id="{AF8F63F5-4059-C41F-8CFF-44C7F5D5E3DF}"/>
              </a:ext>
            </a:extLst>
          </p:cNvPr>
          <p:cNvSpPr txBox="1">
            <a:spLocks/>
          </p:cNvSpPr>
          <p:nvPr/>
        </p:nvSpPr>
        <p:spPr>
          <a:xfrm>
            <a:off x="0" y="440243"/>
            <a:ext cx="10058400" cy="1304925"/>
          </a:xfrm>
          <a:prstGeom prst="rect">
            <a:avLst/>
          </a:prstGeom>
          <a:noFill/>
          <a:ln>
            <a:noFill/>
          </a:ln>
        </p:spPr>
        <p:txBody>
          <a:bodyPr spcFirstLastPara="1" wrap="square" lIns="121900" tIns="60933" rIns="121900" bIns="60933"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indent="-286166">
              <a:lnSpc>
                <a:spcPct val="120000"/>
              </a:lnSpc>
              <a:spcBef>
                <a:spcPts val="1047"/>
              </a:spcBef>
              <a:buSzPct val="113000"/>
            </a:pPr>
            <a:r>
              <a:rPr lang="en-US" altLang="zh-CN"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rPr>
              <a:t>Roles</a:t>
            </a:r>
            <a:r>
              <a:rPr lang="zh-CN" altLang="en-US"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a:t>
            </a:r>
            <a:r>
              <a:rPr lang="en-US" altLang="zh-CN"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&amp;</a:t>
            </a:r>
            <a:r>
              <a:rPr lang="zh-CN" altLang="en-US"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a:t>
            </a:r>
            <a:r>
              <a:rPr lang="en-US" altLang="zh-CN"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Responsibilities of Session Assistants </a:t>
            </a:r>
          </a:p>
          <a:p>
            <a:pPr indent="-286166">
              <a:lnSpc>
                <a:spcPct val="120000"/>
              </a:lnSpc>
              <a:spcBef>
                <a:spcPts val="1047"/>
              </a:spcBef>
              <a:buSzPct val="113000"/>
            </a:pPr>
            <a:r>
              <a:rPr lang="en-US" altLang="zh-CN"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【1】Session Organization</a:t>
            </a:r>
          </a:p>
        </p:txBody>
      </p:sp>
    </p:spTree>
    <p:extLst>
      <p:ext uri="{BB962C8B-B14F-4D97-AF65-F5344CB8AC3E}">
        <p14:creationId xmlns:p14="http://schemas.microsoft.com/office/powerpoint/2010/main" val="1290654973"/>
      </p:ext>
    </p:extLst>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Shape 180"/>
          <p:cNvSpPr txBox="1">
            <a:spLocks noGrp="1"/>
          </p:cNvSpPr>
          <p:nvPr>
            <p:ph type="body" sz="quarter" idx="10"/>
          </p:nvPr>
        </p:nvSpPr>
        <p:spPr>
          <a:xfrm>
            <a:off x="445590" y="2001983"/>
            <a:ext cx="11316919" cy="4232561"/>
          </a:xfrm>
          <a:prstGeom prst="rect">
            <a:avLst/>
          </a:prstGeom>
          <a:noFill/>
          <a:ln>
            <a:noFill/>
          </a:ln>
        </p:spPr>
        <p:txBody>
          <a:bodyPr spcFirstLastPara="1" wrap="square" lIns="121900" tIns="60933" rIns="121900" bIns="60933" anchor="t" anchorCtr="0">
            <a:noAutofit/>
          </a:bodyPr>
          <a:lstStyle/>
          <a:p>
            <a:pPr marL="342900" indent="-342900">
              <a:lnSpc>
                <a:spcPct val="150000"/>
              </a:lnSpc>
              <a:spcBef>
                <a:spcPts val="0"/>
              </a:spcBef>
              <a:buClr>
                <a:srgbClr val="006666"/>
              </a:buClr>
              <a:buSzPct val="100000"/>
              <a:buFont typeface="Wingdings" panose="05000000000000000000" pitchFamily="2" charset="2"/>
              <a:buChar char="q"/>
            </a:pPr>
            <a:r>
              <a:rPr lang="en-US" altLang="zh-CN" sz="2200" b="1" dirty="0">
                <a:solidFill>
                  <a:schemeClr val="accent2"/>
                </a:solidFill>
                <a:sym typeface="Garamond" panose="02020404030301010803"/>
              </a:rPr>
              <a:t> </a:t>
            </a:r>
            <a:r>
              <a:rPr lang="en-US" altLang="zh-CN" sz="2200" dirty="0">
                <a:solidFill>
                  <a:srgbClr val="ED7D31"/>
                </a:solidFill>
                <a:sym typeface="Garamond" panose="02020404030301010803"/>
              </a:rPr>
              <a:t>Assist</a:t>
            </a:r>
            <a:r>
              <a:rPr lang="en-US" altLang="zh-CN" sz="2200" dirty="0">
                <a:solidFill>
                  <a:schemeClr val="tx1"/>
                </a:solidFill>
                <a:sym typeface="Garamond" panose="02020404030301010803"/>
              </a:rPr>
              <a:t> Session Chairs in notifying speakers about assigned time slots and confirming availability.</a:t>
            </a:r>
          </a:p>
          <a:p>
            <a:pPr marL="342900" indent="-342900">
              <a:lnSpc>
                <a:spcPct val="150000"/>
              </a:lnSpc>
              <a:spcBef>
                <a:spcPts val="0"/>
              </a:spcBef>
              <a:buClr>
                <a:srgbClr val="006666"/>
              </a:buClr>
              <a:buSzPct val="100000"/>
              <a:buFont typeface="Wingdings" panose="05000000000000000000" pitchFamily="2" charset="2"/>
              <a:buChar char="q"/>
            </a:pPr>
            <a:r>
              <a:rPr lang="en-US" altLang="zh-CN" sz="2200" dirty="0">
                <a:solidFill>
                  <a:srgbClr val="ED7D31"/>
                </a:solidFill>
                <a:sym typeface="Garamond" panose="02020404030301010803"/>
              </a:rPr>
              <a:t>Test and support </a:t>
            </a:r>
            <a:r>
              <a:rPr lang="en-US" altLang="zh-CN" sz="2200" dirty="0">
                <a:solidFill>
                  <a:schemeClr val="tx1"/>
                </a:solidFill>
                <a:sym typeface="Garamond" panose="02020404030301010803"/>
              </a:rPr>
              <a:t>stable connections for remote presenters and stable performance of on-site audio/video systems.</a:t>
            </a:r>
          </a:p>
          <a:p>
            <a:pPr marL="342900" indent="-342900">
              <a:lnSpc>
                <a:spcPct val="150000"/>
              </a:lnSpc>
              <a:spcBef>
                <a:spcPts val="0"/>
              </a:spcBef>
              <a:buClr>
                <a:srgbClr val="006666"/>
              </a:buClr>
              <a:buSzPct val="100000"/>
              <a:buFont typeface="Wingdings" panose="05000000000000000000" pitchFamily="2" charset="2"/>
              <a:buChar char="q"/>
            </a:pPr>
            <a:r>
              <a:rPr lang="en-US" altLang="zh-CN" sz="2200" dirty="0">
                <a:solidFill>
                  <a:srgbClr val="ED7D31"/>
                </a:solidFill>
                <a:sym typeface="Garamond" panose="02020404030301010803"/>
              </a:rPr>
              <a:t>Prepare speaker materials </a:t>
            </a:r>
            <a:r>
              <a:rPr lang="en-US" altLang="zh-CN" sz="2200" dirty="0">
                <a:solidFill>
                  <a:schemeClr val="tx1"/>
                </a:solidFill>
                <a:sym typeface="Garamond" panose="02020404030301010803"/>
              </a:rPr>
              <a:t>for Session Chairs in presentation order, including bios, profile photos, presentation files, and backup videos.</a:t>
            </a:r>
          </a:p>
          <a:p>
            <a:pPr marL="342900" indent="-342900">
              <a:lnSpc>
                <a:spcPct val="150000"/>
              </a:lnSpc>
              <a:spcBef>
                <a:spcPts val="0"/>
              </a:spcBef>
              <a:buClr>
                <a:srgbClr val="006666"/>
              </a:buClr>
              <a:buSzPct val="100000"/>
              <a:buFont typeface="Wingdings" panose="05000000000000000000" pitchFamily="2" charset="2"/>
              <a:buChar char="q"/>
            </a:pPr>
            <a:r>
              <a:rPr lang="en-US" altLang="zh-CN" sz="2200" dirty="0">
                <a:solidFill>
                  <a:srgbClr val="ED7D31"/>
                </a:solidFill>
                <a:sym typeface="Garamond" panose="02020404030301010803"/>
              </a:rPr>
              <a:t>Provide technical support </a:t>
            </a:r>
            <a:r>
              <a:rPr lang="en-US" altLang="zh-CN" sz="2200" dirty="0">
                <a:solidFill>
                  <a:schemeClr val="tx1"/>
                </a:solidFill>
                <a:sym typeface="Garamond" panose="02020404030301010803"/>
              </a:rPr>
              <a:t>to Session Chairs and speakers before and during the session.</a:t>
            </a:r>
          </a:p>
          <a:p>
            <a:pPr marL="342900" indent="-342900">
              <a:lnSpc>
                <a:spcPct val="150000"/>
              </a:lnSpc>
              <a:spcBef>
                <a:spcPts val="0"/>
              </a:spcBef>
              <a:buClr>
                <a:srgbClr val="006666"/>
              </a:buClr>
              <a:buSzPct val="100000"/>
              <a:buFont typeface="Wingdings" panose="05000000000000000000" pitchFamily="2" charset="2"/>
              <a:buChar char="q"/>
            </a:pPr>
            <a:r>
              <a:rPr lang="en-US" altLang="zh-CN" sz="2200" dirty="0">
                <a:solidFill>
                  <a:srgbClr val="ED7D31"/>
                </a:solidFill>
                <a:sym typeface="Garamond" panose="02020404030301010803"/>
              </a:rPr>
              <a:t>Keep backup files </a:t>
            </a:r>
            <a:r>
              <a:rPr lang="en-US" altLang="zh-CN" sz="2200" dirty="0">
                <a:solidFill>
                  <a:schemeClr val="tx1"/>
                </a:solidFill>
                <a:sym typeface="Garamond" panose="02020404030301010803"/>
              </a:rPr>
              <a:t>organized and accessible in case of technical issues during the live session.</a:t>
            </a:r>
            <a:endParaRPr lang="en-US" altLang="zh-CN" sz="2200" dirty="0">
              <a:solidFill>
                <a:schemeClr val="accent2"/>
              </a:solidFill>
            </a:endParaRPr>
          </a:p>
        </p:txBody>
      </p:sp>
      <p:sp>
        <p:nvSpPr>
          <p:cNvPr id="2" name="Shape 179">
            <a:extLst>
              <a:ext uri="{FF2B5EF4-FFF2-40B4-BE49-F238E27FC236}">
                <a16:creationId xmlns:a16="http://schemas.microsoft.com/office/drawing/2014/main" id="{E6CCB825-CB65-1C7E-984F-95D39D32BEF4}"/>
              </a:ext>
            </a:extLst>
          </p:cNvPr>
          <p:cNvSpPr txBox="1">
            <a:spLocks/>
          </p:cNvSpPr>
          <p:nvPr/>
        </p:nvSpPr>
        <p:spPr>
          <a:xfrm>
            <a:off x="0" y="440243"/>
            <a:ext cx="10058400" cy="1304925"/>
          </a:xfrm>
          <a:prstGeom prst="rect">
            <a:avLst/>
          </a:prstGeom>
          <a:noFill/>
          <a:ln>
            <a:noFill/>
          </a:ln>
        </p:spPr>
        <p:txBody>
          <a:bodyPr spcFirstLastPara="1" wrap="square" lIns="121900" tIns="60933" rIns="121900" bIns="60933"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indent="-286166">
              <a:lnSpc>
                <a:spcPct val="120000"/>
              </a:lnSpc>
              <a:spcBef>
                <a:spcPts val="1047"/>
              </a:spcBef>
              <a:buSzPct val="113000"/>
            </a:pPr>
            <a:r>
              <a:rPr lang="en-US" altLang="zh-CN"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rPr>
              <a:t>Roles</a:t>
            </a:r>
            <a:r>
              <a:rPr lang="zh-CN" altLang="en-US"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a:t>
            </a:r>
            <a:r>
              <a:rPr lang="en-US" altLang="zh-CN"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&amp;</a:t>
            </a:r>
            <a:r>
              <a:rPr lang="zh-CN" altLang="en-US"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a:t>
            </a:r>
            <a:r>
              <a:rPr lang="en-US" altLang="zh-CN"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Responsibilities of Session Assistants </a:t>
            </a:r>
          </a:p>
          <a:p>
            <a:pPr indent="-286166">
              <a:lnSpc>
                <a:spcPct val="120000"/>
              </a:lnSpc>
              <a:spcBef>
                <a:spcPts val="1047"/>
              </a:spcBef>
              <a:buSzPct val="113000"/>
            </a:pPr>
            <a:r>
              <a:rPr lang="en-US" altLang="zh-CN" sz="3600" b="1" dirty="0">
                <a:solidFill>
                  <a:srgbClr val="008A41"/>
                </a:solidFill>
                <a:latin typeface="Times New Roman" panose="02020603050405020304" pitchFamily="18" charset="0"/>
                <a:ea typeface="黑体" panose="02010609060101010101" pitchFamily="49" charset="-122"/>
                <a:cs typeface="Times New Roman" panose="02020603050405020304" pitchFamily="18" charset="0"/>
                <a:sym typeface="Garamond" panose="02020404030301010803"/>
              </a:rPr>
              <a:t> 【2】 Hosting Preparation Support</a:t>
            </a:r>
          </a:p>
        </p:txBody>
      </p:sp>
    </p:spTree>
    <p:extLst>
      <p:ext uri="{BB962C8B-B14F-4D97-AF65-F5344CB8AC3E}">
        <p14:creationId xmlns:p14="http://schemas.microsoft.com/office/powerpoint/2010/main" val="488017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3" name="Text Placeholder 2">
            <a:extLst>
              <a:ext uri="{FF2B5EF4-FFF2-40B4-BE49-F238E27FC236}">
                <a16:creationId xmlns:a16="http://schemas.microsoft.com/office/drawing/2014/main" id="{0B5FBA5B-48F3-1058-ADD6-F49B79FC71D4}"/>
              </a:ext>
            </a:extLst>
          </p:cNvPr>
          <p:cNvSpPr>
            <a:spLocks noGrp="1"/>
          </p:cNvSpPr>
          <p:nvPr>
            <p:ph type="body" sz="quarter" idx="10"/>
          </p:nvPr>
        </p:nvSpPr>
        <p:spPr/>
        <p:txBody>
          <a:bodyPr/>
          <a:lstStyle/>
          <a:p>
            <a:r>
              <a:rPr lang="en-US" dirty="0"/>
              <a:t>Registration Fee</a:t>
            </a:r>
          </a:p>
        </p:txBody>
      </p:sp>
      <p:pic>
        <p:nvPicPr>
          <p:cNvPr id="5" name="Picture 4">
            <a:extLst>
              <a:ext uri="{FF2B5EF4-FFF2-40B4-BE49-F238E27FC236}">
                <a16:creationId xmlns:a16="http://schemas.microsoft.com/office/drawing/2014/main" id="{25F42EE8-0CE0-F537-9331-5F603908BF32}"/>
              </a:ext>
            </a:extLst>
          </p:cNvPr>
          <p:cNvPicPr>
            <a:picLocks noChangeAspect="1"/>
          </p:cNvPicPr>
          <p:nvPr/>
        </p:nvPicPr>
        <p:blipFill>
          <a:blip r:embed="rId3"/>
          <a:srcRect/>
          <a:stretch/>
        </p:blipFill>
        <p:spPr>
          <a:xfrm>
            <a:off x="1555749" y="1346844"/>
            <a:ext cx="8831696" cy="4960168"/>
          </a:xfrm>
          <a:prstGeom prst="rect">
            <a:avLst/>
          </a:prstGeom>
        </p:spPr>
      </p:pic>
      <p:sp>
        <p:nvSpPr>
          <p:cNvPr id="2" name="文本框 1">
            <a:extLst>
              <a:ext uri="{FF2B5EF4-FFF2-40B4-BE49-F238E27FC236}">
                <a16:creationId xmlns:a16="http://schemas.microsoft.com/office/drawing/2014/main" id="{CD7E8DB8-BBCB-CDFF-B015-DA4914B57035}"/>
              </a:ext>
            </a:extLst>
          </p:cNvPr>
          <p:cNvSpPr txBox="1"/>
          <p:nvPr/>
        </p:nvSpPr>
        <p:spPr>
          <a:xfrm>
            <a:off x="1555750" y="6307012"/>
            <a:ext cx="8831696"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*All fees are in USD and subject to confirmation on the official UV2026 registration page.</a:t>
            </a:r>
          </a:p>
        </p:txBody>
      </p:sp>
    </p:spTree>
    <p:extLst>
      <p:ext uri="{BB962C8B-B14F-4D97-AF65-F5344CB8AC3E}">
        <p14:creationId xmlns:p14="http://schemas.microsoft.com/office/powerpoint/2010/main" val="4265409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5">
          <a:extLst>
            <a:ext uri="{FF2B5EF4-FFF2-40B4-BE49-F238E27FC236}">
              <a16:creationId xmlns:a16="http://schemas.microsoft.com/office/drawing/2014/main" id="{265A9FEB-98CE-3AD9-465E-D9A88DF08E2B}"/>
            </a:ext>
          </a:extLst>
        </p:cNvPr>
        <p:cNvGrpSpPr/>
        <p:nvPr/>
      </p:nvGrpSpPr>
      <p:grpSpPr>
        <a:xfrm>
          <a:off x="0" y="0"/>
          <a:ext cx="0" cy="0"/>
          <a:chOff x="0" y="0"/>
          <a:chExt cx="0" cy="0"/>
        </a:xfrm>
      </p:grpSpPr>
      <p:sp>
        <p:nvSpPr>
          <p:cNvPr id="356" name="Google Shape;356;p20">
            <a:extLst>
              <a:ext uri="{FF2B5EF4-FFF2-40B4-BE49-F238E27FC236}">
                <a16:creationId xmlns:a16="http://schemas.microsoft.com/office/drawing/2014/main" id="{6FAE25D5-2F81-DA11-5999-4A4693F58369}"/>
              </a:ext>
            </a:extLst>
          </p:cNvPr>
          <p:cNvSpPr/>
          <p:nvPr/>
        </p:nvSpPr>
        <p:spPr>
          <a:xfrm>
            <a:off x="1506000" y="3368531"/>
            <a:ext cx="9180000" cy="31700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800" b="1">
              <a:solidFill>
                <a:srgbClr val="009242"/>
              </a:solidFill>
              <a:latin typeface="Times New Roman"/>
              <a:ea typeface="Times New Roman"/>
              <a:cs typeface="Times New Roman"/>
              <a:sym typeface="Times New Roman"/>
            </a:endParaRPr>
          </a:p>
          <a:p>
            <a:pPr marL="0" marR="0" lvl="0" indent="0" algn="ctr" rtl="0">
              <a:spcBef>
                <a:spcPts val="0"/>
              </a:spcBef>
              <a:spcAft>
                <a:spcPts val="0"/>
              </a:spcAft>
              <a:buNone/>
            </a:pPr>
            <a:r>
              <a:rPr lang="en-US" sz="4800" b="1">
                <a:solidFill>
                  <a:srgbClr val="009242"/>
                </a:solidFill>
                <a:latin typeface="Times New Roman"/>
                <a:ea typeface="Times New Roman"/>
                <a:cs typeface="Times New Roman"/>
                <a:sym typeface="Times New Roman"/>
              </a:rPr>
              <a:t>Thank You!</a:t>
            </a:r>
            <a:endParaRPr/>
          </a:p>
          <a:p>
            <a:pPr marL="0" marR="0" lvl="0" indent="0" algn="ctr" rtl="0">
              <a:spcBef>
                <a:spcPts val="0"/>
              </a:spcBef>
              <a:spcAft>
                <a:spcPts val="0"/>
              </a:spcAft>
              <a:buNone/>
            </a:pPr>
            <a:r>
              <a:rPr lang="en-US" sz="3200" b="1" i="1">
                <a:solidFill>
                  <a:srgbClr val="009242"/>
                </a:solidFill>
                <a:latin typeface="Times New Roman"/>
                <a:ea typeface="Times New Roman"/>
                <a:cs typeface="Times New Roman"/>
                <a:sym typeface="Times New Roman"/>
              </a:rPr>
              <a:t>Let’s Work Together to Make IEEE UV2026</a:t>
            </a:r>
            <a:endParaRPr/>
          </a:p>
          <a:p>
            <a:pPr marL="0" marR="0" lvl="0" indent="0" algn="ctr" rtl="0">
              <a:spcBef>
                <a:spcPts val="0"/>
              </a:spcBef>
              <a:spcAft>
                <a:spcPts val="0"/>
              </a:spcAft>
              <a:buNone/>
            </a:pPr>
            <a:r>
              <a:rPr lang="en-US" sz="3200" b="1" i="1">
                <a:solidFill>
                  <a:srgbClr val="009242"/>
                </a:solidFill>
                <a:latin typeface="Times New Roman"/>
                <a:ea typeface="Times New Roman"/>
                <a:cs typeface="Times New Roman"/>
                <a:sym typeface="Times New Roman"/>
              </a:rPr>
              <a:t>Successful!</a:t>
            </a:r>
            <a:r>
              <a:rPr lang="en-US" sz="3200" b="1">
                <a:solidFill>
                  <a:srgbClr val="009242"/>
                </a:solidFill>
                <a:latin typeface="Times New Roman"/>
                <a:ea typeface="Times New Roman"/>
                <a:cs typeface="Times New Roman"/>
                <a:sym typeface="Times New Roman"/>
              </a:rPr>
              <a:t> </a:t>
            </a:r>
            <a:endParaRPr/>
          </a:p>
          <a:p>
            <a:pPr marL="0" marR="0" lvl="0" indent="0" algn="ctr" rtl="0">
              <a:spcBef>
                <a:spcPts val="0"/>
              </a:spcBef>
              <a:spcAft>
                <a:spcPts val="0"/>
              </a:spcAft>
              <a:buNone/>
            </a:pPr>
            <a:r>
              <a:rPr lang="en-US" sz="3600" b="1" i="1" u="sng">
                <a:solidFill>
                  <a:srgbClr val="548135"/>
                </a:solidFill>
                <a:latin typeface="Times New Roman"/>
                <a:ea typeface="Times New Roman"/>
                <a:cs typeface="Times New Roman"/>
                <a:sym typeface="Times New Roman"/>
              </a:rPr>
              <a:t>Another UV Milestone</a:t>
            </a:r>
            <a:r>
              <a:rPr lang="en-US" sz="3600" b="1" i="1">
                <a:solidFill>
                  <a:srgbClr val="548135"/>
                </a:solidFill>
                <a:latin typeface="Times New Roman"/>
                <a:ea typeface="Times New Roman"/>
                <a:cs typeface="Times New Roman"/>
                <a:sym typeface="Times New Roman"/>
              </a:rPr>
              <a:t>!</a:t>
            </a:r>
            <a:r>
              <a:rPr lang="en-US" sz="3600" b="1">
                <a:solidFill>
                  <a:srgbClr val="548135"/>
                </a:solidFill>
                <a:latin typeface="Times New Roman"/>
                <a:ea typeface="Times New Roman"/>
                <a:cs typeface="Times New Roman"/>
                <a:sym typeface="Times New Roman"/>
              </a:rPr>
              <a:t> </a:t>
            </a:r>
            <a:endParaRPr/>
          </a:p>
          <a:p>
            <a:pPr marL="0" marR="0" lvl="0" indent="0" algn="ctr" rtl="0">
              <a:spcBef>
                <a:spcPts val="0"/>
              </a:spcBef>
              <a:spcAft>
                <a:spcPts val="0"/>
              </a:spcAft>
              <a:buNone/>
            </a:pPr>
            <a:endParaRPr sz="2400" b="1">
              <a:solidFill>
                <a:srgbClr val="548135"/>
              </a:solidFill>
              <a:latin typeface="Times New Roman"/>
              <a:ea typeface="Times New Roman"/>
              <a:cs typeface="Times New Roman"/>
              <a:sym typeface="Times New Roman"/>
            </a:endParaRPr>
          </a:p>
        </p:txBody>
      </p:sp>
      <p:pic>
        <p:nvPicPr>
          <p:cNvPr id="357" name="Google Shape;357;p20">
            <a:extLst>
              <a:ext uri="{FF2B5EF4-FFF2-40B4-BE49-F238E27FC236}">
                <a16:creationId xmlns:a16="http://schemas.microsoft.com/office/drawing/2014/main" id="{F024CF14-0AE9-EA4F-43F4-DFF9CAABC484}"/>
              </a:ext>
            </a:extLst>
          </p:cNvPr>
          <p:cNvPicPr preferRelativeResize="0"/>
          <p:nvPr/>
        </p:nvPicPr>
        <p:blipFill rotWithShape="1">
          <a:blip r:embed="rId3">
            <a:alphaModFix/>
          </a:blip>
          <a:srcRect/>
          <a:stretch/>
        </p:blipFill>
        <p:spPr>
          <a:xfrm>
            <a:off x="0" y="3489469"/>
            <a:ext cx="12192000" cy="56587"/>
          </a:xfrm>
          <a:prstGeom prst="rect">
            <a:avLst/>
          </a:prstGeom>
          <a:noFill/>
          <a:ln>
            <a:noFill/>
          </a:ln>
        </p:spPr>
      </p:pic>
      <p:pic>
        <p:nvPicPr>
          <p:cNvPr id="359" name="Google Shape;359;p20">
            <a:extLst>
              <a:ext uri="{FF2B5EF4-FFF2-40B4-BE49-F238E27FC236}">
                <a16:creationId xmlns:a16="http://schemas.microsoft.com/office/drawing/2014/main" id="{2B26ED31-6815-BC0F-045F-AF718E440538}"/>
              </a:ext>
            </a:extLst>
          </p:cNvPr>
          <p:cNvPicPr preferRelativeResize="0"/>
          <p:nvPr/>
        </p:nvPicPr>
        <p:blipFill rotWithShape="1">
          <a:blip r:embed="rId4">
            <a:alphaModFix/>
          </a:blip>
          <a:srcRect/>
          <a:stretch/>
        </p:blipFill>
        <p:spPr>
          <a:xfrm>
            <a:off x="590550" y="1405538"/>
            <a:ext cx="11010900" cy="1962993"/>
          </a:xfrm>
          <a:prstGeom prst="rect">
            <a:avLst/>
          </a:prstGeom>
          <a:noFill/>
          <a:ln>
            <a:noFill/>
          </a:ln>
        </p:spPr>
      </p:pic>
    </p:spTree>
    <p:extLst>
      <p:ext uri="{BB962C8B-B14F-4D97-AF65-F5344CB8AC3E}">
        <p14:creationId xmlns:p14="http://schemas.microsoft.com/office/powerpoint/2010/main" val="2052690005"/>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677</TotalTime>
  <Words>4505</Words>
  <Application>Microsoft Office PowerPoint</Application>
  <PresentationFormat>宽屏</PresentationFormat>
  <Paragraphs>501</Paragraphs>
  <Slides>37</Slides>
  <Notes>32</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37</vt:i4>
      </vt:variant>
    </vt:vector>
  </HeadingPairs>
  <TitlesOfParts>
    <vt:vector size="48" baseType="lpstr">
      <vt:lpstr>Wingdings</vt:lpstr>
      <vt:lpstr>Söhne</vt:lpstr>
      <vt:lpstr>等线</vt:lpstr>
      <vt:lpstr>Adobe 黑体 Std R</vt:lpstr>
      <vt:lpstr>Times New Roman</vt:lpstr>
      <vt:lpstr>Arial Narrow</vt:lpstr>
      <vt:lpstr>Arial</vt:lpstr>
      <vt:lpstr>Garamond</vt:lpstr>
      <vt:lpstr>Noto Sans Symbols</vt:lpstr>
      <vt:lpstr>Office 主题​​</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Human-Centered AI Transformation for Future Empowerment: </vt:lpstr>
      <vt:lpstr>PowerPoint 演示文稿</vt:lpstr>
      <vt:lpstr>UV2026 Program Committees (TBD)</vt:lpstr>
      <vt:lpstr>UV2026 Executive Committees (TBD)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Roles &amp; Responsibilities of Session Chairs   【1】Session Organization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cao catherine</dc:creator>
  <cp:lastModifiedBy>Kou, Jieren</cp:lastModifiedBy>
  <cp:revision>9</cp:revision>
  <cp:lastPrinted>2026-03-28T22:08:26Z</cp:lastPrinted>
  <dcterms:created xsi:type="dcterms:W3CDTF">2022-06-21T14:57:27Z</dcterms:created>
  <dcterms:modified xsi:type="dcterms:W3CDTF">2026-06-07T01:20:09Z</dcterms:modified>
</cp:coreProperties>
</file>
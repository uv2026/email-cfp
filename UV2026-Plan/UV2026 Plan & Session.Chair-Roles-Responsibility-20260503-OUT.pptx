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16"/>
  </p:notesMasterIdLst>
  <p:sldIdLst>
    <p:sldId id="275" r:id="rId3"/>
    <p:sldId id="446" r:id="rId4"/>
    <p:sldId id="685" r:id="rId5"/>
    <p:sldId id="436" r:id="rId6"/>
    <p:sldId id="437" r:id="rId7"/>
    <p:sldId id="439" r:id="rId8"/>
    <p:sldId id="684" r:id="rId9"/>
    <p:sldId id="681" r:id="rId10"/>
    <p:sldId id="285" r:id="rId11"/>
    <p:sldId id="686" r:id="rId12"/>
    <p:sldId id="687" r:id="rId13"/>
    <p:sldId id="417" r:id="rId14"/>
    <p:sldId id="682" r:id="rId15"/>
  </p:sldIdLst>
  <p:sldSz cx="12192000" cy="6858000"/>
  <p:notesSz cx="6858000" cy="9144000"/>
  <p:embeddedFontLst>
    <p:embeddedFont>
      <p:font typeface="等线" panose="02010600030101010101" pitchFamily="2" charset="-122"/>
      <p:regular r:id="rId17"/>
      <p:bold r:id="rId18"/>
    </p:embeddedFont>
    <p:embeddedFont>
      <p:font typeface="Garamond" panose="02020404030301010803" pitchFamily="18" charset="0"/>
      <p:regular r:id="rId19"/>
      <p:bold r:id="rId20"/>
      <p: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1" roundtripDataSignature="AMtx7mhMPPfBo9gIjpUVgy/x5Lgsikws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006666"/>
    <a:srgbClr val="FFFFFF"/>
    <a:srgbClr val="00B050"/>
    <a:srgbClr val="E2F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42C505-5963-D1D7-7BDD-74DC8267B5AB}" v="3" dt="2026-06-06T12:35:06.5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33" autoAdjust="0"/>
  </p:normalViewPr>
  <p:slideViewPr>
    <p:cSldViewPr snapToGrid="0">
      <p:cViewPr varScale="1">
        <p:scale>
          <a:sx n="103" d="100"/>
          <a:sy n="103" d="100"/>
        </p:scale>
        <p:origin x="244" y="72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5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72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6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71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7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73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77" name="Shape 17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7970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B6AD9913-8202-E721-56AF-BC994F3DE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>
            <a:extLst>
              <a:ext uri="{FF2B5EF4-FFF2-40B4-BE49-F238E27FC236}">
                <a16:creationId xmlns:a16="http://schemas.microsoft.com/office/drawing/2014/main" id="{01C17F84-984C-AFCD-183F-3EA1617912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56734" indent="-342900">
              <a:spcBef>
                <a:spcPts val="0"/>
              </a:spcBef>
              <a:spcAft>
                <a:spcPts val="400"/>
              </a:spcAft>
              <a:buClr>
                <a:srgbClr val="006666"/>
              </a:buClr>
              <a:buSzPct val="113000"/>
              <a:buFont typeface="Wingdings" panose="05000000000000000000" pitchFamily="2" charset="2"/>
              <a:buChar char="q"/>
            </a:pPr>
            <a:endParaRPr lang="en-US" sz="1200" b="0" dirty="0">
              <a:solidFill>
                <a:srgbClr val="006666"/>
              </a:solidFill>
            </a:endParaRPr>
          </a:p>
        </p:txBody>
      </p:sp>
      <p:sp>
        <p:nvSpPr>
          <p:cNvPr id="177" name="Shape 177">
            <a:extLst>
              <a:ext uri="{FF2B5EF4-FFF2-40B4-BE49-F238E27FC236}">
                <a16:creationId xmlns:a16="http://schemas.microsoft.com/office/drawing/2014/main" id="{700F8D85-F5BF-89B5-0C62-EE2D9588E6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2865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77" name="Shape 17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4432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77" name="Shape 17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6777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77" name="Shape 17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0547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>
          <a:extLst>
            <a:ext uri="{FF2B5EF4-FFF2-40B4-BE49-F238E27FC236}">
              <a16:creationId xmlns:a16="http://schemas.microsoft.com/office/drawing/2014/main" id="{C9374F01-56D2-4F5D-AAE8-0A0CC7008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:notes">
            <a:extLst>
              <a:ext uri="{FF2B5EF4-FFF2-40B4-BE49-F238E27FC236}">
                <a16:creationId xmlns:a16="http://schemas.microsoft.com/office/drawing/2014/main" id="{0E4FF437-0665-3C46-37E0-EC92526282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0:notes">
            <a:extLst>
              <a:ext uri="{FF2B5EF4-FFF2-40B4-BE49-F238E27FC236}">
                <a16:creationId xmlns:a16="http://schemas.microsoft.com/office/drawing/2014/main" id="{A8F93952-76BE-7505-3AD8-5A6E20FEC7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10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indent="-214630">
              <a:spcBef>
                <a:spcPts val="0"/>
              </a:spcBef>
              <a:spcAft>
                <a:spcPts val="0"/>
              </a:spcAft>
              <a:buSzPct val="113000"/>
            </a:pPr>
            <a:endParaRPr lang="en-US" altLang="zh-CN" dirty="0">
              <a:solidFill>
                <a:schemeClr val="tx1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177" name="Shape 17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17803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77" name="Shape 17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91398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998D7595-CAAE-08BD-8207-1E647BE9B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>
            <a:extLst>
              <a:ext uri="{FF2B5EF4-FFF2-40B4-BE49-F238E27FC236}">
                <a16:creationId xmlns:a16="http://schemas.microsoft.com/office/drawing/2014/main" id="{EA55B2DB-D3A2-CB54-BD46-2906A502E2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77" name="Shape 177">
            <a:extLst>
              <a:ext uri="{FF2B5EF4-FFF2-40B4-BE49-F238E27FC236}">
                <a16:creationId xmlns:a16="http://schemas.microsoft.com/office/drawing/2014/main" id="{C9003528-D698-98E6-A262-338E36FFD0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62515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600B0856-BDF0-9134-80EF-B7DEB3B71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>
            <a:extLst>
              <a:ext uri="{FF2B5EF4-FFF2-40B4-BE49-F238E27FC236}">
                <a16:creationId xmlns:a16="http://schemas.microsoft.com/office/drawing/2014/main" id="{4ECAAEDB-2CC5-0897-9633-9853863526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77" name="Shape 177">
            <a:extLst>
              <a:ext uri="{FF2B5EF4-FFF2-40B4-BE49-F238E27FC236}">
                <a16:creationId xmlns:a16="http://schemas.microsoft.com/office/drawing/2014/main" id="{5E41B01F-77E4-F151-43EA-69F903425F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89374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177" name="Shape 17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05711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>
          <a:extLst>
            <a:ext uri="{FF2B5EF4-FFF2-40B4-BE49-F238E27FC236}">
              <a16:creationId xmlns:a16="http://schemas.microsoft.com/office/drawing/2014/main" id="{9FC8702F-3635-6020-0AE7-CA92D42F2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:notes">
            <a:extLst>
              <a:ext uri="{FF2B5EF4-FFF2-40B4-BE49-F238E27FC236}">
                <a16:creationId xmlns:a16="http://schemas.microsoft.com/office/drawing/2014/main" id="{DE102499-E83C-FC6C-2B6B-FC00414CAA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0:notes">
            <a:extLst>
              <a:ext uri="{FF2B5EF4-FFF2-40B4-BE49-F238E27FC236}">
                <a16:creationId xmlns:a16="http://schemas.microsoft.com/office/drawing/2014/main" id="{6ACECDDD-D447-028B-42AF-6B7378276B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9443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文本占位符 29">
            <a:extLst>
              <a:ext uri="{FF2B5EF4-FFF2-40B4-BE49-F238E27FC236}">
                <a16:creationId xmlns:a16="http://schemas.microsoft.com/office/drawing/2014/main" id="{05EF94DE-819F-4275-9A19-74E8C607B6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8671" y="378407"/>
            <a:ext cx="8370918" cy="72794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800" b="1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>
              <a:defRPr sz="4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4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4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4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endParaRPr lang="zh-CN" altLang="en-US" dirty="0"/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1CEA2257-F083-4A99-BCDF-E4D6546E5D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59760" y="1105817"/>
            <a:ext cx="8269829" cy="1"/>
          </a:xfrm>
          <a:prstGeom prst="line">
            <a:avLst/>
          </a:prstGeom>
          <a:ln w="31750">
            <a:solidFill>
              <a:srgbClr val="008A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7">
            <a:extLst>
              <a:ext uri="{FF2B5EF4-FFF2-40B4-BE49-F238E27FC236}">
                <a16:creationId xmlns:a16="http://schemas.microsoft.com/office/drawing/2014/main" id="{09F1556C-1C07-47FB-9624-E61DCA61C430}"/>
              </a:ext>
            </a:extLst>
          </p:cNvPr>
          <p:cNvSpPr/>
          <p:nvPr userDrawn="1"/>
        </p:nvSpPr>
        <p:spPr>
          <a:xfrm flipH="1">
            <a:off x="-7629" y="6513308"/>
            <a:ext cx="12201043" cy="365126"/>
          </a:xfrm>
          <a:custGeom>
            <a:avLst/>
            <a:gdLst>
              <a:gd name="connsiteX0" fmla="*/ 0 w 12192000"/>
              <a:gd name="connsiteY0" fmla="*/ 0 h 609599"/>
              <a:gd name="connsiteX1" fmla="*/ 12192000 w 12192000"/>
              <a:gd name="connsiteY1" fmla="*/ 0 h 609599"/>
              <a:gd name="connsiteX2" fmla="*/ 12192000 w 12192000"/>
              <a:gd name="connsiteY2" fmla="*/ 609599 h 609599"/>
              <a:gd name="connsiteX3" fmla="*/ 0 w 12192000"/>
              <a:gd name="connsiteY3" fmla="*/ 609599 h 609599"/>
              <a:gd name="connsiteX4" fmla="*/ 0 w 12192000"/>
              <a:gd name="connsiteY4" fmla="*/ 0 h 609599"/>
              <a:gd name="connsiteX0" fmla="*/ 0 w 12192000"/>
              <a:gd name="connsiteY0" fmla="*/ 548640 h 1158239"/>
              <a:gd name="connsiteX1" fmla="*/ 12192000 w 12192000"/>
              <a:gd name="connsiteY1" fmla="*/ 548640 h 1158239"/>
              <a:gd name="connsiteX2" fmla="*/ 12192000 w 12192000"/>
              <a:gd name="connsiteY2" fmla="*/ 1158239 h 1158239"/>
              <a:gd name="connsiteX3" fmla="*/ 0 w 12192000"/>
              <a:gd name="connsiteY3" fmla="*/ 1158239 h 1158239"/>
              <a:gd name="connsiteX4" fmla="*/ 0 w 12192000"/>
              <a:gd name="connsiteY4" fmla="*/ 548640 h 1158239"/>
              <a:gd name="connsiteX0" fmla="*/ 0 w 12192000"/>
              <a:gd name="connsiteY0" fmla="*/ 376700 h 986299"/>
              <a:gd name="connsiteX1" fmla="*/ 12192000 w 12192000"/>
              <a:gd name="connsiteY1" fmla="*/ 376700 h 986299"/>
              <a:gd name="connsiteX2" fmla="*/ 12192000 w 12192000"/>
              <a:gd name="connsiteY2" fmla="*/ 986299 h 986299"/>
              <a:gd name="connsiteX3" fmla="*/ 0 w 12192000"/>
              <a:gd name="connsiteY3" fmla="*/ 986299 h 986299"/>
              <a:gd name="connsiteX4" fmla="*/ 0 w 12192000"/>
              <a:gd name="connsiteY4" fmla="*/ 376700 h 986299"/>
              <a:gd name="connsiteX0" fmla="*/ 0 w 12192000"/>
              <a:gd name="connsiteY0" fmla="*/ 438928 h 1048527"/>
              <a:gd name="connsiteX1" fmla="*/ 12192000 w 12192000"/>
              <a:gd name="connsiteY1" fmla="*/ 438928 h 1048527"/>
              <a:gd name="connsiteX2" fmla="*/ 12192000 w 12192000"/>
              <a:gd name="connsiteY2" fmla="*/ 1048527 h 1048527"/>
              <a:gd name="connsiteX3" fmla="*/ 0 w 12192000"/>
              <a:gd name="connsiteY3" fmla="*/ 1048527 h 1048527"/>
              <a:gd name="connsiteX4" fmla="*/ 0 w 12192000"/>
              <a:gd name="connsiteY4" fmla="*/ 438928 h 1048527"/>
              <a:gd name="connsiteX0" fmla="*/ 0 w 12192000"/>
              <a:gd name="connsiteY0" fmla="*/ 181799 h 791398"/>
              <a:gd name="connsiteX1" fmla="*/ 12192000 w 12192000"/>
              <a:gd name="connsiteY1" fmla="*/ 181799 h 791398"/>
              <a:gd name="connsiteX2" fmla="*/ 12192000 w 12192000"/>
              <a:gd name="connsiteY2" fmla="*/ 791398 h 791398"/>
              <a:gd name="connsiteX3" fmla="*/ 0 w 12192000"/>
              <a:gd name="connsiteY3" fmla="*/ 791398 h 791398"/>
              <a:gd name="connsiteX4" fmla="*/ 0 w 12192000"/>
              <a:gd name="connsiteY4" fmla="*/ 181799 h 791398"/>
              <a:gd name="connsiteX0" fmla="*/ 0 w 12192000"/>
              <a:gd name="connsiteY0" fmla="*/ 187345 h 796944"/>
              <a:gd name="connsiteX1" fmla="*/ 12192000 w 12192000"/>
              <a:gd name="connsiteY1" fmla="*/ 187345 h 796944"/>
              <a:gd name="connsiteX2" fmla="*/ 12192000 w 12192000"/>
              <a:gd name="connsiteY2" fmla="*/ 796944 h 796944"/>
              <a:gd name="connsiteX3" fmla="*/ 0 w 12192000"/>
              <a:gd name="connsiteY3" fmla="*/ 796944 h 796944"/>
              <a:gd name="connsiteX4" fmla="*/ 0 w 12192000"/>
              <a:gd name="connsiteY4" fmla="*/ 187345 h 796944"/>
              <a:gd name="connsiteX0" fmla="*/ 0 w 12192000"/>
              <a:gd name="connsiteY0" fmla="*/ 154569 h 764168"/>
              <a:gd name="connsiteX1" fmla="*/ 12192000 w 12192000"/>
              <a:gd name="connsiteY1" fmla="*/ 154569 h 764168"/>
              <a:gd name="connsiteX2" fmla="*/ 12192000 w 12192000"/>
              <a:gd name="connsiteY2" fmla="*/ 764168 h 764168"/>
              <a:gd name="connsiteX3" fmla="*/ 0 w 12192000"/>
              <a:gd name="connsiteY3" fmla="*/ 764168 h 764168"/>
              <a:gd name="connsiteX4" fmla="*/ 0 w 12192000"/>
              <a:gd name="connsiteY4" fmla="*/ 154569 h 764168"/>
              <a:gd name="connsiteX0" fmla="*/ 0 w 12192000"/>
              <a:gd name="connsiteY0" fmla="*/ 165354 h 774953"/>
              <a:gd name="connsiteX1" fmla="*/ 12192000 w 12192000"/>
              <a:gd name="connsiteY1" fmla="*/ 165354 h 774953"/>
              <a:gd name="connsiteX2" fmla="*/ 12192000 w 12192000"/>
              <a:gd name="connsiteY2" fmla="*/ 774953 h 774953"/>
              <a:gd name="connsiteX3" fmla="*/ 0 w 12192000"/>
              <a:gd name="connsiteY3" fmla="*/ 774953 h 774953"/>
              <a:gd name="connsiteX4" fmla="*/ 0 w 12192000"/>
              <a:gd name="connsiteY4" fmla="*/ 165354 h 774953"/>
              <a:gd name="connsiteX0" fmla="*/ 0 w 12192000"/>
              <a:gd name="connsiteY0" fmla="*/ 181798 h 791397"/>
              <a:gd name="connsiteX1" fmla="*/ 12192000 w 12192000"/>
              <a:gd name="connsiteY1" fmla="*/ 181798 h 791397"/>
              <a:gd name="connsiteX2" fmla="*/ 12192000 w 12192000"/>
              <a:gd name="connsiteY2" fmla="*/ 791397 h 791397"/>
              <a:gd name="connsiteX3" fmla="*/ 0 w 12192000"/>
              <a:gd name="connsiteY3" fmla="*/ 791397 h 791397"/>
              <a:gd name="connsiteX4" fmla="*/ 0 w 12192000"/>
              <a:gd name="connsiteY4" fmla="*/ 181798 h 791397"/>
              <a:gd name="connsiteX0" fmla="*/ 0 w 12192000"/>
              <a:gd name="connsiteY0" fmla="*/ 88858 h 698457"/>
              <a:gd name="connsiteX1" fmla="*/ 12192000 w 12192000"/>
              <a:gd name="connsiteY1" fmla="*/ 88858 h 698457"/>
              <a:gd name="connsiteX2" fmla="*/ 12192000 w 12192000"/>
              <a:gd name="connsiteY2" fmla="*/ 698457 h 698457"/>
              <a:gd name="connsiteX3" fmla="*/ 0 w 12192000"/>
              <a:gd name="connsiteY3" fmla="*/ 698457 h 698457"/>
              <a:gd name="connsiteX4" fmla="*/ 0 w 12192000"/>
              <a:gd name="connsiteY4" fmla="*/ 88858 h 698457"/>
              <a:gd name="connsiteX0" fmla="*/ 10160 w 12192000"/>
              <a:gd name="connsiteY0" fmla="*/ 93903 h 612062"/>
              <a:gd name="connsiteX1" fmla="*/ 12192000 w 12192000"/>
              <a:gd name="connsiteY1" fmla="*/ 2463 h 612062"/>
              <a:gd name="connsiteX2" fmla="*/ 12192000 w 12192000"/>
              <a:gd name="connsiteY2" fmla="*/ 612062 h 612062"/>
              <a:gd name="connsiteX3" fmla="*/ 0 w 12192000"/>
              <a:gd name="connsiteY3" fmla="*/ 612062 h 612062"/>
              <a:gd name="connsiteX4" fmla="*/ 10160 w 12192000"/>
              <a:gd name="connsiteY4" fmla="*/ 93903 h 612062"/>
              <a:gd name="connsiteX0" fmla="*/ 0 w 12181840"/>
              <a:gd name="connsiteY0" fmla="*/ 93903 h 612062"/>
              <a:gd name="connsiteX1" fmla="*/ 12181840 w 12181840"/>
              <a:gd name="connsiteY1" fmla="*/ 2463 h 612062"/>
              <a:gd name="connsiteX2" fmla="*/ 12181840 w 12181840"/>
              <a:gd name="connsiteY2" fmla="*/ 612062 h 612062"/>
              <a:gd name="connsiteX3" fmla="*/ 12700 w 12181840"/>
              <a:gd name="connsiteY3" fmla="*/ 612062 h 612062"/>
              <a:gd name="connsiteX4" fmla="*/ 0 w 12181840"/>
              <a:gd name="connsiteY4" fmla="*/ 93903 h 612062"/>
              <a:gd name="connsiteX0" fmla="*/ 0 w 12181840"/>
              <a:gd name="connsiteY0" fmla="*/ 93459 h 619238"/>
              <a:gd name="connsiteX1" fmla="*/ 12181840 w 12181840"/>
              <a:gd name="connsiteY1" fmla="*/ 9639 h 619238"/>
              <a:gd name="connsiteX2" fmla="*/ 12181840 w 12181840"/>
              <a:gd name="connsiteY2" fmla="*/ 619238 h 619238"/>
              <a:gd name="connsiteX3" fmla="*/ 12700 w 12181840"/>
              <a:gd name="connsiteY3" fmla="*/ 619238 h 619238"/>
              <a:gd name="connsiteX4" fmla="*/ 0 w 12181840"/>
              <a:gd name="connsiteY4" fmla="*/ 93459 h 619238"/>
              <a:gd name="connsiteX0" fmla="*/ 0 w 12181840"/>
              <a:gd name="connsiteY0" fmla="*/ 93459 h 619238"/>
              <a:gd name="connsiteX1" fmla="*/ 12181840 w 12181840"/>
              <a:gd name="connsiteY1" fmla="*/ 9639 h 619238"/>
              <a:gd name="connsiteX2" fmla="*/ 12181840 w 12181840"/>
              <a:gd name="connsiteY2" fmla="*/ 619238 h 619238"/>
              <a:gd name="connsiteX3" fmla="*/ 12700 w 12181840"/>
              <a:gd name="connsiteY3" fmla="*/ 619238 h 619238"/>
              <a:gd name="connsiteX4" fmla="*/ 0 w 12181840"/>
              <a:gd name="connsiteY4" fmla="*/ 93459 h 619238"/>
              <a:gd name="connsiteX0" fmla="*/ 0 w 12197080"/>
              <a:gd name="connsiteY0" fmla="*/ 93459 h 619238"/>
              <a:gd name="connsiteX1" fmla="*/ 12197080 w 12197080"/>
              <a:gd name="connsiteY1" fmla="*/ 9639 h 619238"/>
              <a:gd name="connsiteX2" fmla="*/ 12197080 w 12197080"/>
              <a:gd name="connsiteY2" fmla="*/ 619238 h 619238"/>
              <a:gd name="connsiteX3" fmla="*/ 27940 w 12197080"/>
              <a:gd name="connsiteY3" fmla="*/ 619238 h 619238"/>
              <a:gd name="connsiteX4" fmla="*/ 0 w 12197080"/>
              <a:gd name="connsiteY4" fmla="*/ 93459 h 619238"/>
              <a:gd name="connsiteX0" fmla="*/ 2540 w 12199620"/>
              <a:gd name="connsiteY0" fmla="*/ 93459 h 619238"/>
              <a:gd name="connsiteX1" fmla="*/ 12199620 w 12199620"/>
              <a:gd name="connsiteY1" fmla="*/ 9639 h 619238"/>
              <a:gd name="connsiteX2" fmla="*/ 12199620 w 12199620"/>
              <a:gd name="connsiteY2" fmla="*/ 619238 h 619238"/>
              <a:gd name="connsiteX3" fmla="*/ 0 w 12199620"/>
              <a:gd name="connsiteY3" fmla="*/ 611618 h 619238"/>
              <a:gd name="connsiteX4" fmla="*/ 2540 w 12199620"/>
              <a:gd name="connsiteY4" fmla="*/ 93459 h 619238"/>
              <a:gd name="connsiteX0" fmla="*/ 153 w 12201043"/>
              <a:gd name="connsiteY0" fmla="*/ 152400 h 609599"/>
              <a:gd name="connsiteX1" fmla="*/ 12201043 w 12201043"/>
              <a:gd name="connsiteY1" fmla="*/ 0 h 609599"/>
              <a:gd name="connsiteX2" fmla="*/ 12201043 w 12201043"/>
              <a:gd name="connsiteY2" fmla="*/ 609599 h 609599"/>
              <a:gd name="connsiteX3" fmla="*/ 1423 w 12201043"/>
              <a:gd name="connsiteY3" fmla="*/ 601979 h 609599"/>
              <a:gd name="connsiteX4" fmla="*/ 153 w 12201043"/>
              <a:gd name="connsiteY4" fmla="*/ 152400 h 609599"/>
              <a:gd name="connsiteX0" fmla="*/ 153 w 12201043"/>
              <a:gd name="connsiteY0" fmla="*/ 184785 h 609599"/>
              <a:gd name="connsiteX1" fmla="*/ 12201043 w 12201043"/>
              <a:gd name="connsiteY1" fmla="*/ 0 h 609599"/>
              <a:gd name="connsiteX2" fmla="*/ 12201043 w 12201043"/>
              <a:gd name="connsiteY2" fmla="*/ 609599 h 609599"/>
              <a:gd name="connsiteX3" fmla="*/ 1423 w 12201043"/>
              <a:gd name="connsiteY3" fmla="*/ 601979 h 609599"/>
              <a:gd name="connsiteX4" fmla="*/ 153 w 12201043"/>
              <a:gd name="connsiteY4" fmla="*/ 184785 h 609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01043" h="609599">
                <a:moveTo>
                  <a:pt x="153" y="184785"/>
                </a:moveTo>
                <a:cubicBezTo>
                  <a:pt x="6075833" y="-272415"/>
                  <a:pt x="8457083" y="1051560"/>
                  <a:pt x="12201043" y="0"/>
                </a:cubicBezTo>
                <a:lnTo>
                  <a:pt x="12201043" y="609599"/>
                </a:lnTo>
                <a:lnTo>
                  <a:pt x="1423" y="601979"/>
                </a:lnTo>
                <a:cubicBezTo>
                  <a:pt x="2270" y="429259"/>
                  <a:pt x="-694" y="357505"/>
                  <a:pt x="153" y="184785"/>
                </a:cubicBezTo>
                <a:close/>
              </a:path>
            </a:pathLst>
          </a:custGeom>
          <a:gradFill flip="none" rotWithShape="1">
            <a:gsLst>
              <a:gs pos="60000">
                <a:srgbClr val="008A41">
                  <a:alpha val="49804"/>
                </a:srgbClr>
              </a:gs>
              <a:gs pos="0">
                <a:srgbClr val="008A41">
                  <a:alpha val="70000"/>
                </a:srgbClr>
              </a:gs>
              <a:gs pos="100000">
                <a:srgbClr val="A0D2B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8BD54AD5-F490-41E4-9406-E6D50BECDEB6}"/>
              </a:ext>
            </a:extLst>
          </p:cNvPr>
          <p:cNvSpPr/>
          <p:nvPr userDrawn="1"/>
        </p:nvSpPr>
        <p:spPr>
          <a:xfrm flipH="1" flipV="1">
            <a:off x="-6102" y="-10166"/>
            <a:ext cx="12194287" cy="388033"/>
          </a:xfrm>
          <a:custGeom>
            <a:avLst/>
            <a:gdLst>
              <a:gd name="connsiteX0" fmla="*/ 12192000 w 12192000"/>
              <a:gd name="connsiteY0" fmla="*/ 0 h 2039768"/>
              <a:gd name="connsiteX1" fmla="*/ 12192000 w 12192000"/>
              <a:gd name="connsiteY1" fmla="*/ 2039768 h 2039768"/>
              <a:gd name="connsiteX2" fmla="*/ 0 w 12192000"/>
              <a:gd name="connsiteY2" fmla="*/ 2039768 h 2039768"/>
              <a:gd name="connsiteX3" fmla="*/ 0 w 12192000"/>
              <a:gd name="connsiteY3" fmla="*/ 819391 h 2039768"/>
              <a:gd name="connsiteX4" fmla="*/ 37309 w 12192000"/>
              <a:gd name="connsiteY4" fmla="*/ 834936 h 2039768"/>
              <a:gd name="connsiteX5" fmla="*/ 5319640 w 12192000"/>
              <a:gd name="connsiteY5" fmla="*/ 1747868 h 2039768"/>
              <a:gd name="connsiteX6" fmla="*/ 11971651 w 12192000"/>
              <a:gd name="connsiteY6" fmla="*/ 149892 h 2039768"/>
              <a:gd name="connsiteX0" fmla="*/ 12192000 w 12192000"/>
              <a:gd name="connsiteY0" fmla="*/ 373966 h 1893600"/>
              <a:gd name="connsiteX1" fmla="*/ 12192000 w 12192000"/>
              <a:gd name="connsiteY1" fmla="*/ 1893600 h 1893600"/>
              <a:gd name="connsiteX2" fmla="*/ 0 w 12192000"/>
              <a:gd name="connsiteY2" fmla="*/ 1893600 h 1893600"/>
              <a:gd name="connsiteX3" fmla="*/ 0 w 12192000"/>
              <a:gd name="connsiteY3" fmla="*/ 673223 h 1893600"/>
              <a:gd name="connsiteX4" fmla="*/ 37309 w 12192000"/>
              <a:gd name="connsiteY4" fmla="*/ 688768 h 1893600"/>
              <a:gd name="connsiteX5" fmla="*/ 5319640 w 12192000"/>
              <a:gd name="connsiteY5" fmla="*/ 1601700 h 1893600"/>
              <a:gd name="connsiteX6" fmla="*/ 11971651 w 12192000"/>
              <a:gd name="connsiteY6" fmla="*/ 3724 h 1893600"/>
              <a:gd name="connsiteX7" fmla="*/ 12192000 w 12192000"/>
              <a:gd name="connsiteY7" fmla="*/ 373966 h 1893600"/>
              <a:gd name="connsiteX0" fmla="*/ 12192000 w 12192000"/>
              <a:gd name="connsiteY0" fmla="*/ 1413 h 1521047"/>
              <a:gd name="connsiteX1" fmla="*/ 12192000 w 12192000"/>
              <a:gd name="connsiteY1" fmla="*/ 1521047 h 1521047"/>
              <a:gd name="connsiteX2" fmla="*/ 0 w 12192000"/>
              <a:gd name="connsiteY2" fmla="*/ 1521047 h 1521047"/>
              <a:gd name="connsiteX3" fmla="*/ 0 w 12192000"/>
              <a:gd name="connsiteY3" fmla="*/ 300670 h 1521047"/>
              <a:gd name="connsiteX4" fmla="*/ 37309 w 12192000"/>
              <a:gd name="connsiteY4" fmla="*/ 316215 h 1521047"/>
              <a:gd name="connsiteX5" fmla="*/ 5319640 w 12192000"/>
              <a:gd name="connsiteY5" fmla="*/ 1229147 h 1521047"/>
              <a:gd name="connsiteX6" fmla="*/ 12192000 w 12192000"/>
              <a:gd name="connsiteY6" fmla="*/ 1413 h 1521047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0 w 12192000"/>
              <a:gd name="connsiteY3" fmla="*/ 299257 h 1519634"/>
              <a:gd name="connsiteX4" fmla="*/ 37309 w 12192000"/>
              <a:gd name="connsiteY4" fmla="*/ 314802 h 1519634"/>
              <a:gd name="connsiteX5" fmla="*/ 5319640 w 12192000"/>
              <a:gd name="connsiteY5" fmla="*/ 1227734 h 1519634"/>
              <a:gd name="connsiteX6" fmla="*/ 12192000 w 12192000"/>
              <a:gd name="connsiteY6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0 w 12192000"/>
              <a:gd name="connsiteY3" fmla="*/ 299257 h 1519634"/>
              <a:gd name="connsiteX4" fmla="*/ 140179 w 12192000"/>
              <a:gd name="connsiteY4" fmla="*/ 401490 h 1519634"/>
              <a:gd name="connsiteX5" fmla="*/ 5319640 w 12192000"/>
              <a:gd name="connsiteY5" fmla="*/ 1227734 h 1519634"/>
              <a:gd name="connsiteX6" fmla="*/ 12192000 w 12192000"/>
              <a:gd name="connsiteY6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0 w 12192000"/>
              <a:gd name="connsiteY3" fmla="*/ 299257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3810 w 12192000"/>
              <a:gd name="connsiteY3" fmla="*/ 628674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3810 w 12192000"/>
              <a:gd name="connsiteY3" fmla="*/ 628674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3810 w 12192000"/>
              <a:gd name="connsiteY3" fmla="*/ 628674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3810 w 12192000"/>
              <a:gd name="connsiteY3" fmla="*/ 628674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8096 w 12198096"/>
              <a:gd name="connsiteY0" fmla="*/ 0 h 1325451"/>
              <a:gd name="connsiteX1" fmla="*/ 12192000 w 12198096"/>
              <a:gd name="connsiteY1" fmla="*/ 1325451 h 1325451"/>
              <a:gd name="connsiteX2" fmla="*/ 0 w 12198096"/>
              <a:gd name="connsiteY2" fmla="*/ 1325451 h 1325451"/>
              <a:gd name="connsiteX3" fmla="*/ 3810 w 12198096"/>
              <a:gd name="connsiteY3" fmla="*/ 434491 h 1325451"/>
              <a:gd name="connsiteX4" fmla="*/ 5319640 w 12198096"/>
              <a:gd name="connsiteY4" fmla="*/ 1033551 h 1325451"/>
              <a:gd name="connsiteX5" fmla="*/ 12198096 w 12198096"/>
              <a:gd name="connsiteY5" fmla="*/ 0 h 1325451"/>
              <a:gd name="connsiteX0" fmla="*/ 12198096 w 12198096"/>
              <a:gd name="connsiteY0" fmla="*/ 0 h 1325451"/>
              <a:gd name="connsiteX1" fmla="*/ 12192000 w 12198096"/>
              <a:gd name="connsiteY1" fmla="*/ 1325451 h 1325451"/>
              <a:gd name="connsiteX2" fmla="*/ 0 w 12198096"/>
              <a:gd name="connsiteY2" fmla="*/ 1325451 h 1325451"/>
              <a:gd name="connsiteX3" fmla="*/ 3810 w 12198096"/>
              <a:gd name="connsiteY3" fmla="*/ 434491 h 1325451"/>
              <a:gd name="connsiteX4" fmla="*/ 5325736 w 12198096"/>
              <a:gd name="connsiteY4" fmla="*/ 978070 h 1325451"/>
              <a:gd name="connsiteX5" fmla="*/ 12198096 w 12198096"/>
              <a:gd name="connsiteY5" fmla="*/ 0 h 1325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8096" h="1325451">
                <a:moveTo>
                  <a:pt x="12198096" y="0"/>
                </a:moveTo>
                <a:lnTo>
                  <a:pt x="12192000" y="1325451"/>
                </a:lnTo>
                <a:lnTo>
                  <a:pt x="0" y="1325451"/>
                </a:lnTo>
                <a:lnTo>
                  <a:pt x="3810" y="434491"/>
                </a:lnTo>
                <a:cubicBezTo>
                  <a:pt x="1718603" y="876908"/>
                  <a:pt x="3533473" y="963319"/>
                  <a:pt x="5325736" y="978070"/>
                </a:cubicBezTo>
                <a:cubicBezTo>
                  <a:pt x="7351518" y="925603"/>
                  <a:pt x="10633603" y="731550"/>
                  <a:pt x="12198096" y="0"/>
                </a:cubicBezTo>
                <a:close/>
              </a:path>
            </a:pathLst>
          </a:custGeom>
          <a:gradFill flip="none" rotWithShape="1">
            <a:gsLst>
              <a:gs pos="60000">
                <a:srgbClr val="A0D2B4">
                  <a:alpha val="50000"/>
                </a:srgbClr>
              </a:gs>
              <a:gs pos="0">
                <a:srgbClr val="008A41">
                  <a:alpha val="70000"/>
                </a:srgbClr>
              </a:gs>
              <a:gs pos="100000">
                <a:srgbClr val="A0D2B4">
                  <a:alpha val="5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AF968EC-2875-4883-AE1B-6A4874DDEC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090" b="89888" l="2563" r="97313">
                        <a14:foregroundMark x1="7187" y1="50562" x2="61563" y2="38764"/>
                        <a14:foregroundMark x1="61563" y1="38764" x2="63438" y2="41292"/>
                        <a14:foregroundMark x1="29875" y1="86798" x2="41313" y2="84551"/>
                        <a14:foregroundMark x1="41313" y1="84551" x2="57375" y2="89607"/>
                        <a14:foregroundMark x1="57375" y1="89607" x2="63438" y2="85112"/>
                        <a14:foregroundMark x1="63438" y1="85112" x2="64063" y2="85112"/>
                        <a14:foregroundMark x1="22250" y1="25843" x2="23375" y2="34831"/>
                        <a14:foregroundMark x1="22375" y1="26124" x2="26438" y2="23876"/>
                        <a14:foregroundMark x1="26438" y1="23876" x2="28688" y2="24438"/>
                        <a14:foregroundMark x1="22313" y1="23315" x2="28750" y2="25562"/>
                        <a14:foregroundMark x1="68313" y1="24157" x2="68313" y2="24157"/>
                        <a14:foregroundMark x1="68375" y1="70506" x2="68375" y2="70506"/>
                        <a14:foregroundMark x1="68063" y1="61236" x2="68063" y2="61236"/>
                        <a14:foregroundMark x1="83438" y1="31180" x2="87688" y2="19382"/>
                        <a14:foregroundMark x1="87688" y1="19382" x2="91813" y2="23315"/>
                        <a14:foregroundMark x1="91813" y1="23315" x2="95063" y2="37079"/>
                        <a14:foregroundMark x1="95063" y1="37079" x2="95188" y2="56461"/>
                        <a14:foregroundMark x1="95188" y1="56461" x2="91188" y2="72753"/>
                        <a14:foregroundMark x1="91188" y1="72753" x2="86438" y2="75562"/>
                        <a14:foregroundMark x1="86438" y1="75562" x2="82438" y2="60393"/>
                        <a14:foregroundMark x1="82438" y1="60393" x2="82125" y2="40449"/>
                        <a14:foregroundMark x1="82125" y1="40449" x2="83813" y2="29213"/>
                        <a14:foregroundMark x1="85688" y1="46910" x2="91313" y2="42416"/>
                        <a14:foregroundMark x1="84500" y1="41854" x2="89125" y2="45506"/>
                        <a14:foregroundMark x1="89125" y1="45506" x2="89313" y2="66573"/>
                        <a14:foregroundMark x1="89313" y1="66573" x2="85375" y2="56742"/>
                        <a14:foregroundMark x1="85375" y1="56742" x2="86188" y2="33427"/>
                        <a14:foregroundMark x1="86188" y1="33427" x2="89625" y2="23315"/>
                        <a14:foregroundMark x1="89625" y1="23315" x2="93063" y2="58146"/>
                        <a14:foregroundMark x1="93063" y1="58146" x2="92625" y2="60955"/>
                        <a14:foregroundMark x1="83250" y1="28933" x2="87125" y2="18539"/>
                        <a14:foregroundMark x1="87125" y1="18539" x2="92063" y2="21629"/>
                        <a14:foregroundMark x1="92063" y1="21629" x2="95063" y2="33989"/>
                        <a14:foregroundMark x1="95063" y1="33989" x2="95875" y2="52247"/>
                        <a14:foregroundMark x1="95875" y1="52247" x2="92688" y2="71910"/>
                        <a14:foregroundMark x1="92688" y1="71910" x2="89188" y2="80337"/>
                        <a14:foregroundMark x1="89188" y1="80337" x2="84125" y2="70787"/>
                        <a14:foregroundMark x1="84125" y1="70787" x2="81313" y2="53371"/>
                        <a14:foregroundMark x1="81313" y1="53371" x2="81875" y2="39607"/>
                        <a14:foregroundMark x1="60250" y1="39888" x2="58125" y2="37079"/>
                        <a14:foregroundMark x1="67625" y1="32022" x2="69313" y2="53090"/>
                        <a14:foregroundMark x1="69313" y1="53090" x2="75000" y2="35674"/>
                        <a14:foregroundMark x1="75000" y1="35674" x2="68813" y2="40449"/>
                        <a14:foregroundMark x1="68813" y1="40449" x2="69000" y2="21629"/>
                        <a14:foregroundMark x1="69000" y1="21629" x2="74250" y2="16292"/>
                        <a14:foregroundMark x1="74250" y1="16292" x2="78563" y2="24719"/>
                        <a14:foregroundMark x1="78563" y1="24719" x2="80063" y2="46348"/>
                        <a14:foregroundMark x1="80063" y1="46348" x2="75813" y2="71067"/>
                        <a14:foregroundMark x1="75813" y1="71067" x2="70438" y2="74719"/>
                        <a14:foregroundMark x1="70438" y1="74719" x2="77063" y2="69944"/>
                        <a14:foregroundMark x1="77063" y1="69944" x2="72313" y2="77528"/>
                        <a14:foregroundMark x1="72313" y1="77528" x2="67500" y2="53090"/>
                        <a14:foregroundMark x1="67500" y1="53090" x2="68063" y2="72753"/>
                        <a14:foregroundMark x1="68063" y1="72753" x2="69000" y2="77528"/>
                        <a14:foregroundMark x1="70688" y1="76685" x2="72438" y2="80056"/>
                        <a14:foregroundMark x1="73750" y1="78371" x2="75688" y2="78652"/>
                        <a14:foregroundMark x1="70813" y1="78090" x2="72063" y2="73876"/>
                        <a14:foregroundMark x1="5407" y1="21913" x2="10063" y2="20506"/>
                        <a14:foregroundMark x1="10063" y1="20506" x2="33938" y2="20506"/>
                        <a14:foregroundMark x1="33938" y1="20506" x2="53813" y2="11798"/>
                        <a14:foregroundMark x1="53813" y1="11798" x2="64813" y2="15449"/>
                        <a14:foregroundMark x1="64813" y1="15449" x2="67750" y2="43539"/>
                        <a14:foregroundMark x1="67750" y1="43539" x2="67750" y2="73876"/>
                        <a14:foregroundMark x1="67750" y1="73876" x2="59750" y2="97753"/>
                        <a14:foregroundMark x1="59750" y1="97753" x2="40250" y2="95506"/>
                        <a14:foregroundMark x1="40250" y1="95506" x2="9375" y2="72753"/>
                        <a14:foregroundMark x1="9375" y1="72753" x2="5309" y2="63916"/>
                        <a14:foregroundMark x1="10125" y1="10955" x2="11750" y2="27528"/>
                        <a14:foregroundMark x1="11750" y1="27528" x2="9125" y2="14045"/>
                        <a14:foregroundMark x1="9125" y1="14045" x2="13188" y2="16011"/>
                        <a14:foregroundMark x1="86698" y1="5849" x2="92049" y2="12903"/>
                        <a14:foregroundMark x1="97370" y1="25565" x2="99688" y2="49719"/>
                        <a14:foregroundMark x1="99688" y1="49719" x2="98188" y2="69101"/>
                        <a14:foregroundMark x1="98188" y1="69101" x2="93563" y2="85112"/>
                        <a14:foregroundMark x1="93563" y1="85112" x2="55688" y2="99719"/>
                        <a14:foregroundMark x1="55688" y1="99719" x2="7164" y2="90806"/>
                        <a14:foregroundMark x1="5404" y1="20395" x2="5750" y2="17978"/>
                        <a14:foregroundMark x1="5750" y1="17978" x2="44938" y2="2528"/>
                        <a14:foregroundMark x1="44938" y1="2528" x2="90875" y2="24438"/>
                        <a14:foregroundMark x1="90875" y1="24438" x2="80938" y2="14607"/>
                        <a14:foregroundMark x1="80938" y1="14607" x2="81099" y2="13463"/>
                        <a14:foregroundMark x1="68750" y1="12360" x2="78063" y2="17135"/>
                        <a14:foregroundMark x1="78063" y1="17135" x2="87938" y2="14607"/>
                        <a14:foregroundMark x1="87938" y1="14607" x2="93500" y2="20506"/>
                        <a14:foregroundMark x1="93500" y1="20506" x2="97500" y2="30618"/>
                        <a14:foregroundMark x1="97500" y1="30618" x2="97313" y2="59831"/>
                        <a14:foregroundMark x1="97313" y1="59831" x2="89563" y2="72753"/>
                        <a14:foregroundMark x1="89563" y1="72753" x2="79813" y2="68258"/>
                        <a14:foregroundMark x1="79813" y1="68258" x2="69438" y2="31180"/>
                        <a14:foregroundMark x1="69438" y1="31180" x2="68688" y2="12921"/>
                        <a14:foregroundMark x1="68688" y1="12921" x2="68688" y2="12640"/>
                        <a14:foregroundMark x1="5938" y1="33708" x2="6750" y2="79213"/>
                        <a14:backgroundMark x1="95264" y1="19646" x2="99063" y2="22472"/>
                        <a14:backgroundMark x1="72250" y1="2528" x2="84419" y2="11579"/>
                        <a14:backgroundMark x1="99063" y1="22472" x2="99563" y2="1685"/>
                        <a14:backgroundMark x1="99563" y1="1685" x2="71625" y2="1966"/>
                        <a14:backgroundMark x1="563" y1="11236" x2="6375" y2="95506"/>
                        <a14:backgroundMark x1="3125" y1="64607" x2="4500" y2="85112"/>
                        <a14:backgroundMark x1="2313" y1="66573" x2="3375" y2="64607"/>
                        <a14:backgroundMark x1="313" y1="17416" x2="625" y2="98315"/>
                        <a14:backgroundMark x1="1188" y1="19382" x2="4313" y2="98596"/>
                        <a14:backgroundMark x1="2750" y1="26685" x2="3125" y2="37079"/>
                        <a14:backgroundMark x1="1750" y1="19382" x2="4500" y2="38483"/>
                        <a14:backgroundMark x1="1750" y1="15449" x2="1750" y2="15449"/>
                        <a14:backgroundMark x1="1750" y1="17135" x2="4313" y2="37640"/>
                        <a14:backgroundMark x1="1875" y1="21910" x2="3938" y2="26966"/>
                        <a14:backgroundMark x1="4313" y1="3371" x2="4375" y2="398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1870" y="254132"/>
            <a:ext cx="3223157" cy="7171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D6F8B1-53C5-5C35-4844-B5AD237BDD72}"/>
              </a:ext>
            </a:extLst>
          </p:cNvPr>
          <p:cNvSpPr txBox="1"/>
          <p:nvPr userDrawn="1"/>
        </p:nvSpPr>
        <p:spPr>
          <a:xfrm>
            <a:off x="558671" y="1412848"/>
            <a:ext cx="91059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6666"/>
              </a:buClr>
              <a:buFont typeface="Wingdings" panose="05000000000000000000" pitchFamily="2" charset="2"/>
              <a:buChar char="q"/>
            </a:pPr>
            <a:endParaRPr lang="en-US" sz="2800" dirty="0">
              <a:solidFill>
                <a:srgbClr val="00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4" indent="-285750">
              <a:buClr>
                <a:srgbClr val="006666"/>
              </a:buClr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00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2423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文本占位符 29">
            <a:extLst>
              <a:ext uri="{FF2B5EF4-FFF2-40B4-BE49-F238E27FC236}">
                <a16:creationId xmlns:a16="http://schemas.microsoft.com/office/drawing/2014/main" id="{05EF94DE-819F-4275-9A19-74E8C607B6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8671" y="378407"/>
            <a:ext cx="8370918" cy="72794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800" b="1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>
              <a:defRPr sz="4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4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4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4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endParaRPr lang="zh-CN" altLang="en-US" dirty="0"/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1CEA2257-F083-4A99-BCDF-E4D6546E5D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59760" y="1105817"/>
            <a:ext cx="8269829" cy="1"/>
          </a:xfrm>
          <a:prstGeom prst="line">
            <a:avLst/>
          </a:prstGeom>
          <a:ln w="31750">
            <a:solidFill>
              <a:srgbClr val="008A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7">
            <a:extLst>
              <a:ext uri="{FF2B5EF4-FFF2-40B4-BE49-F238E27FC236}">
                <a16:creationId xmlns:a16="http://schemas.microsoft.com/office/drawing/2014/main" id="{09F1556C-1C07-47FB-9624-E61DCA61C430}"/>
              </a:ext>
            </a:extLst>
          </p:cNvPr>
          <p:cNvSpPr/>
          <p:nvPr userDrawn="1"/>
        </p:nvSpPr>
        <p:spPr>
          <a:xfrm flipH="1">
            <a:off x="-7629" y="6513308"/>
            <a:ext cx="12201043" cy="365126"/>
          </a:xfrm>
          <a:custGeom>
            <a:avLst/>
            <a:gdLst>
              <a:gd name="connsiteX0" fmla="*/ 0 w 12192000"/>
              <a:gd name="connsiteY0" fmla="*/ 0 h 609599"/>
              <a:gd name="connsiteX1" fmla="*/ 12192000 w 12192000"/>
              <a:gd name="connsiteY1" fmla="*/ 0 h 609599"/>
              <a:gd name="connsiteX2" fmla="*/ 12192000 w 12192000"/>
              <a:gd name="connsiteY2" fmla="*/ 609599 h 609599"/>
              <a:gd name="connsiteX3" fmla="*/ 0 w 12192000"/>
              <a:gd name="connsiteY3" fmla="*/ 609599 h 609599"/>
              <a:gd name="connsiteX4" fmla="*/ 0 w 12192000"/>
              <a:gd name="connsiteY4" fmla="*/ 0 h 609599"/>
              <a:gd name="connsiteX0" fmla="*/ 0 w 12192000"/>
              <a:gd name="connsiteY0" fmla="*/ 548640 h 1158239"/>
              <a:gd name="connsiteX1" fmla="*/ 12192000 w 12192000"/>
              <a:gd name="connsiteY1" fmla="*/ 548640 h 1158239"/>
              <a:gd name="connsiteX2" fmla="*/ 12192000 w 12192000"/>
              <a:gd name="connsiteY2" fmla="*/ 1158239 h 1158239"/>
              <a:gd name="connsiteX3" fmla="*/ 0 w 12192000"/>
              <a:gd name="connsiteY3" fmla="*/ 1158239 h 1158239"/>
              <a:gd name="connsiteX4" fmla="*/ 0 w 12192000"/>
              <a:gd name="connsiteY4" fmla="*/ 548640 h 1158239"/>
              <a:gd name="connsiteX0" fmla="*/ 0 w 12192000"/>
              <a:gd name="connsiteY0" fmla="*/ 376700 h 986299"/>
              <a:gd name="connsiteX1" fmla="*/ 12192000 w 12192000"/>
              <a:gd name="connsiteY1" fmla="*/ 376700 h 986299"/>
              <a:gd name="connsiteX2" fmla="*/ 12192000 w 12192000"/>
              <a:gd name="connsiteY2" fmla="*/ 986299 h 986299"/>
              <a:gd name="connsiteX3" fmla="*/ 0 w 12192000"/>
              <a:gd name="connsiteY3" fmla="*/ 986299 h 986299"/>
              <a:gd name="connsiteX4" fmla="*/ 0 w 12192000"/>
              <a:gd name="connsiteY4" fmla="*/ 376700 h 986299"/>
              <a:gd name="connsiteX0" fmla="*/ 0 w 12192000"/>
              <a:gd name="connsiteY0" fmla="*/ 438928 h 1048527"/>
              <a:gd name="connsiteX1" fmla="*/ 12192000 w 12192000"/>
              <a:gd name="connsiteY1" fmla="*/ 438928 h 1048527"/>
              <a:gd name="connsiteX2" fmla="*/ 12192000 w 12192000"/>
              <a:gd name="connsiteY2" fmla="*/ 1048527 h 1048527"/>
              <a:gd name="connsiteX3" fmla="*/ 0 w 12192000"/>
              <a:gd name="connsiteY3" fmla="*/ 1048527 h 1048527"/>
              <a:gd name="connsiteX4" fmla="*/ 0 w 12192000"/>
              <a:gd name="connsiteY4" fmla="*/ 438928 h 1048527"/>
              <a:gd name="connsiteX0" fmla="*/ 0 w 12192000"/>
              <a:gd name="connsiteY0" fmla="*/ 181799 h 791398"/>
              <a:gd name="connsiteX1" fmla="*/ 12192000 w 12192000"/>
              <a:gd name="connsiteY1" fmla="*/ 181799 h 791398"/>
              <a:gd name="connsiteX2" fmla="*/ 12192000 w 12192000"/>
              <a:gd name="connsiteY2" fmla="*/ 791398 h 791398"/>
              <a:gd name="connsiteX3" fmla="*/ 0 w 12192000"/>
              <a:gd name="connsiteY3" fmla="*/ 791398 h 791398"/>
              <a:gd name="connsiteX4" fmla="*/ 0 w 12192000"/>
              <a:gd name="connsiteY4" fmla="*/ 181799 h 791398"/>
              <a:gd name="connsiteX0" fmla="*/ 0 w 12192000"/>
              <a:gd name="connsiteY0" fmla="*/ 187345 h 796944"/>
              <a:gd name="connsiteX1" fmla="*/ 12192000 w 12192000"/>
              <a:gd name="connsiteY1" fmla="*/ 187345 h 796944"/>
              <a:gd name="connsiteX2" fmla="*/ 12192000 w 12192000"/>
              <a:gd name="connsiteY2" fmla="*/ 796944 h 796944"/>
              <a:gd name="connsiteX3" fmla="*/ 0 w 12192000"/>
              <a:gd name="connsiteY3" fmla="*/ 796944 h 796944"/>
              <a:gd name="connsiteX4" fmla="*/ 0 w 12192000"/>
              <a:gd name="connsiteY4" fmla="*/ 187345 h 796944"/>
              <a:gd name="connsiteX0" fmla="*/ 0 w 12192000"/>
              <a:gd name="connsiteY0" fmla="*/ 154569 h 764168"/>
              <a:gd name="connsiteX1" fmla="*/ 12192000 w 12192000"/>
              <a:gd name="connsiteY1" fmla="*/ 154569 h 764168"/>
              <a:gd name="connsiteX2" fmla="*/ 12192000 w 12192000"/>
              <a:gd name="connsiteY2" fmla="*/ 764168 h 764168"/>
              <a:gd name="connsiteX3" fmla="*/ 0 w 12192000"/>
              <a:gd name="connsiteY3" fmla="*/ 764168 h 764168"/>
              <a:gd name="connsiteX4" fmla="*/ 0 w 12192000"/>
              <a:gd name="connsiteY4" fmla="*/ 154569 h 764168"/>
              <a:gd name="connsiteX0" fmla="*/ 0 w 12192000"/>
              <a:gd name="connsiteY0" fmla="*/ 165354 h 774953"/>
              <a:gd name="connsiteX1" fmla="*/ 12192000 w 12192000"/>
              <a:gd name="connsiteY1" fmla="*/ 165354 h 774953"/>
              <a:gd name="connsiteX2" fmla="*/ 12192000 w 12192000"/>
              <a:gd name="connsiteY2" fmla="*/ 774953 h 774953"/>
              <a:gd name="connsiteX3" fmla="*/ 0 w 12192000"/>
              <a:gd name="connsiteY3" fmla="*/ 774953 h 774953"/>
              <a:gd name="connsiteX4" fmla="*/ 0 w 12192000"/>
              <a:gd name="connsiteY4" fmla="*/ 165354 h 774953"/>
              <a:gd name="connsiteX0" fmla="*/ 0 w 12192000"/>
              <a:gd name="connsiteY0" fmla="*/ 181798 h 791397"/>
              <a:gd name="connsiteX1" fmla="*/ 12192000 w 12192000"/>
              <a:gd name="connsiteY1" fmla="*/ 181798 h 791397"/>
              <a:gd name="connsiteX2" fmla="*/ 12192000 w 12192000"/>
              <a:gd name="connsiteY2" fmla="*/ 791397 h 791397"/>
              <a:gd name="connsiteX3" fmla="*/ 0 w 12192000"/>
              <a:gd name="connsiteY3" fmla="*/ 791397 h 791397"/>
              <a:gd name="connsiteX4" fmla="*/ 0 w 12192000"/>
              <a:gd name="connsiteY4" fmla="*/ 181798 h 791397"/>
              <a:gd name="connsiteX0" fmla="*/ 0 w 12192000"/>
              <a:gd name="connsiteY0" fmla="*/ 88858 h 698457"/>
              <a:gd name="connsiteX1" fmla="*/ 12192000 w 12192000"/>
              <a:gd name="connsiteY1" fmla="*/ 88858 h 698457"/>
              <a:gd name="connsiteX2" fmla="*/ 12192000 w 12192000"/>
              <a:gd name="connsiteY2" fmla="*/ 698457 h 698457"/>
              <a:gd name="connsiteX3" fmla="*/ 0 w 12192000"/>
              <a:gd name="connsiteY3" fmla="*/ 698457 h 698457"/>
              <a:gd name="connsiteX4" fmla="*/ 0 w 12192000"/>
              <a:gd name="connsiteY4" fmla="*/ 88858 h 698457"/>
              <a:gd name="connsiteX0" fmla="*/ 10160 w 12192000"/>
              <a:gd name="connsiteY0" fmla="*/ 93903 h 612062"/>
              <a:gd name="connsiteX1" fmla="*/ 12192000 w 12192000"/>
              <a:gd name="connsiteY1" fmla="*/ 2463 h 612062"/>
              <a:gd name="connsiteX2" fmla="*/ 12192000 w 12192000"/>
              <a:gd name="connsiteY2" fmla="*/ 612062 h 612062"/>
              <a:gd name="connsiteX3" fmla="*/ 0 w 12192000"/>
              <a:gd name="connsiteY3" fmla="*/ 612062 h 612062"/>
              <a:gd name="connsiteX4" fmla="*/ 10160 w 12192000"/>
              <a:gd name="connsiteY4" fmla="*/ 93903 h 612062"/>
              <a:gd name="connsiteX0" fmla="*/ 0 w 12181840"/>
              <a:gd name="connsiteY0" fmla="*/ 93903 h 612062"/>
              <a:gd name="connsiteX1" fmla="*/ 12181840 w 12181840"/>
              <a:gd name="connsiteY1" fmla="*/ 2463 h 612062"/>
              <a:gd name="connsiteX2" fmla="*/ 12181840 w 12181840"/>
              <a:gd name="connsiteY2" fmla="*/ 612062 h 612062"/>
              <a:gd name="connsiteX3" fmla="*/ 12700 w 12181840"/>
              <a:gd name="connsiteY3" fmla="*/ 612062 h 612062"/>
              <a:gd name="connsiteX4" fmla="*/ 0 w 12181840"/>
              <a:gd name="connsiteY4" fmla="*/ 93903 h 612062"/>
              <a:gd name="connsiteX0" fmla="*/ 0 w 12181840"/>
              <a:gd name="connsiteY0" fmla="*/ 93459 h 619238"/>
              <a:gd name="connsiteX1" fmla="*/ 12181840 w 12181840"/>
              <a:gd name="connsiteY1" fmla="*/ 9639 h 619238"/>
              <a:gd name="connsiteX2" fmla="*/ 12181840 w 12181840"/>
              <a:gd name="connsiteY2" fmla="*/ 619238 h 619238"/>
              <a:gd name="connsiteX3" fmla="*/ 12700 w 12181840"/>
              <a:gd name="connsiteY3" fmla="*/ 619238 h 619238"/>
              <a:gd name="connsiteX4" fmla="*/ 0 w 12181840"/>
              <a:gd name="connsiteY4" fmla="*/ 93459 h 619238"/>
              <a:gd name="connsiteX0" fmla="*/ 0 w 12181840"/>
              <a:gd name="connsiteY0" fmla="*/ 93459 h 619238"/>
              <a:gd name="connsiteX1" fmla="*/ 12181840 w 12181840"/>
              <a:gd name="connsiteY1" fmla="*/ 9639 h 619238"/>
              <a:gd name="connsiteX2" fmla="*/ 12181840 w 12181840"/>
              <a:gd name="connsiteY2" fmla="*/ 619238 h 619238"/>
              <a:gd name="connsiteX3" fmla="*/ 12700 w 12181840"/>
              <a:gd name="connsiteY3" fmla="*/ 619238 h 619238"/>
              <a:gd name="connsiteX4" fmla="*/ 0 w 12181840"/>
              <a:gd name="connsiteY4" fmla="*/ 93459 h 619238"/>
              <a:gd name="connsiteX0" fmla="*/ 0 w 12197080"/>
              <a:gd name="connsiteY0" fmla="*/ 93459 h 619238"/>
              <a:gd name="connsiteX1" fmla="*/ 12197080 w 12197080"/>
              <a:gd name="connsiteY1" fmla="*/ 9639 h 619238"/>
              <a:gd name="connsiteX2" fmla="*/ 12197080 w 12197080"/>
              <a:gd name="connsiteY2" fmla="*/ 619238 h 619238"/>
              <a:gd name="connsiteX3" fmla="*/ 27940 w 12197080"/>
              <a:gd name="connsiteY3" fmla="*/ 619238 h 619238"/>
              <a:gd name="connsiteX4" fmla="*/ 0 w 12197080"/>
              <a:gd name="connsiteY4" fmla="*/ 93459 h 619238"/>
              <a:gd name="connsiteX0" fmla="*/ 2540 w 12199620"/>
              <a:gd name="connsiteY0" fmla="*/ 93459 h 619238"/>
              <a:gd name="connsiteX1" fmla="*/ 12199620 w 12199620"/>
              <a:gd name="connsiteY1" fmla="*/ 9639 h 619238"/>
              <a:gd name="connsiteX2" fmla="*/ 12199620 w 12199620"/>
              <a:gd name="connsiteY2" fmla="*/ 619238 h 619238"/>
              <a:gd name="connsiteX3" fmla="*/ 0 w 12199620"/>
              <a:gd name="connsiteY3" fmla="*/ 611618 h 619238"/>
              <a:gd name="connsiteX4" fmla="*/ 2540 w 12199620"/>
              <a:gd name="connsiteY4" fmla="*/ 93459 h 619238"/>
              <a:gd name="connsiteX0" fmla="*/ 153 w 12201043"/>
              <a:gd name="connsiteY0" fmla="*/ 152400 h 609599"/>
              <a:gd name="connsiteX1" fmla="*/ 12201043 w 12201043"/>
              <a:gd name="connsiteY1" fmla="*/ 0 h 609599"/>
              <a:gd name="connsiteX2" fmla="*/ 12201043 w 12201043"/>
              <a:gd name="connsiteY2" fmla="*/ 609599 h 609599"/>
              <a:gd name="connsiteX3" fmla="*/ 1423 w 12201043"/>
              <a:gd name="connsiteY3" fmla="*/ 601979 h 609599"/>
              <a:gd name="connsiteX4" fmla="*/ 153 w 12201043"/>
              <a:gd name="connsiteY4" fmla="*/ 152400 h 609599"/>
              <a:gd name="connsiteX0" fmla="*/ 153 w 12201043"/>
              <a:gd name="connsiteY0" fmla="*/ 184785 h 609599"/>
              <a:gd name="connsiteX1" fmla="*/ 12201043 w 12201043"/>
              <a:gd name="connsiteY1" fmla="*/ 0 h 609599"/>
              <a:gd name="connsiteX2" fmla="*/ 12201043 w 12201043"/>
              <a:gd name="connsiteY2" fmla="*/ 609599 h 609599"/>
              <a:gd name="connsiteX3" fmla="*/ 1423 w 12201043"/>
              <a:gd name="connsiteY3" fmla="*/ 601979 h 609599"/>
              <a:gd name="connsiteX4" fmla="*/ 153 w 12201043"/>
              <a:gd name="connsiteY4" fmla="*/ 184785 h 609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01043" h="609599">
                <a:moveTo>
                  <a:pt x="153" y="184785"/>
                </a:moveTo>
                <a:cubicBezTo>
                  <a:pt x="6075833" y="-272415"/>
                  <a:pt x="8457083" y="1051560"/>
                  <a:pt x="12201043" y="0"/>
                </a:cubicBezTo>
                <a:lnTo>
                  <a:pt x="12201043" y="609599"/>
                </a:lnTo>
                <a:lnTo>
                  <a:pt x="1423" y="601979"/>
                </a:lnTo>
                <a:cubicBezTo>
                  <a:pt x="2270" y="429259"/>
                  <a:pt x="-694" y="357505"/>
                  <a:pt x="153" y="184785"/>
                </a:cubicBezTo>
                <a:close/>
              </a:path>
            </a:pathLst>
          </a:custGeom>
          <a:gradFill flip="none" rotWithShape="1">
            <a:gsLst>
              <a:gs pos="60000">
                <a:srgbClr val="008A41">
                  <a:alpha val="49804"/>
                </a:srgbClr>
              </a:gs>
              <a:gs pos="0">
                <a:srgbClr val="008A41">
                  <a:alpha val="70000"/>
                </a:srgbClr>
              </a:gs>
              <a:gs pos="100000">
                <a:srgbClr val="A0D2B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8BD54AD5-F490-41E4-9406-E6D50BECDEB6}"/>
              </a:ext>
            </a:extLst>
          </p:cNvPr>
          <p:cNvSpPr/>
          <p:nvPr userDrawn="1"/>
        </p:nvSpPr>
        <p:spPr>
          <a:xfrm flipH="1" flipV="1">
            <a:off x="-6102" y="-10166"/>
            <a:ext cx="12194287" cy="388033"/>
          </a:xfrm>
          <a:custGeom>
            <a:avLst/>
            <a:gdLst>
              <a:gd name="connsiteX0" fmla="*/ 12192000 w 12192000"/>
              <a:gd name="connsiteY0" fmla="*/ 0 h 2039768"/>
              <a:gd name="connsiteX1" fmla="*/ 12192000 w 12192000"/>
              <a:gd name="connsiteY1" fmla="*/ 2039768 h 2039768"/>
              <a:gd name="connsiteX2" fmla="*/ 0 w 12192000"/>
              <a:gd name="connsiteY2" fmla="*/ 2039768 h 2039768"/>
              <a:gd name="connsiteX3" fmla="*/ 0 w 12192000"/>
              <a:gd name="connsiteY3" fmla="*/ 819391 h 2039768"/>
              <a:gd name="connsiteX4" fmla="*/ 37309 w 12192000"/>
              <a:gd name="connsiteY4" fmla="*/ 834936 h 2039768"/>
              <a:gd name="connsiteX5" fmla="*/ 5319640 w 12192000"/>
              <a:gd name="connsiteY5" fmla="*/ 1747868 h 2039768"/>
              <a:gd name="connsiteX6" fmla="*/ 11971651 w 12192000"/>
              <a:gd name="connsiteY6" fmla="*/ 149892 h 2039768"/>
              <a:gd name="connsiteX0" fmla="*/ 12192000 w 12192000"/>
              <a:gd name="connsiteY0" fmla="*/ 373966 h 1893600"/>
              <a:gd name="connsiteX1" fmla="*/ 12192000 w 12192000"/>
              <a:gd name="connsiteY1" fmla="*/ 1893600 h 1893600"/>
              <a:gd name="connsiteX2" fmla="*/ 0 w 12192000"/>
              <a:gd name="connsiteY2" fmla="*/ 1893600 h 1893600"/>
              <a:gd name="connsiteX3" fmla="*/ 0 w 12192000"/>
              <a:gd name="connsiteY3" fmla="*/ 673223 h 1893600"/>
              <a:gd name="connsiteX4" fmla="*/ 37309 w 12192000"/>
              <a:gd name="connsiteY4" fmla="*/ 688768 h 1893600"/>
              <a:gd name="connsiteX5" fmla="*/ 5319640 w 12192000"/>
              <a:gd name="connsiteY5" fmla="*/ 1601700 h 1893600"/>
              <a:gd name="connsiteX6" fmla="*/ 11971651 w 12192000"/>
              <a:gd name="connsiteY6" fmla="*/ 3724 h 1893600"/>
              <a:gd name="connsiteX7" fmla="*/ 12192000 w 12192000"/>
              <a:gd name="connsiteY7" fmla="*/ 373966 h 1893600"/>
              <a:gd name="connsiteX0" fmla="*/ 12192000 w 12192000"/>
              <a:gd name="connsiteY0" fmla="*/ 1413 h 1521047"/>
              <a:gd name="connsiteX1" fmla="*/ 12192000 w 12192000"/>
              <a:gd name="connsiteY1" fmla="*/ 1521047 h 1521047"/>
              <a:gd name="connsiteX2" fmla="*/ 0 w 12192000"/>
              <a:gd name="connsiteY2" fmla="*/ 1521047 h 1521047"/>
              <a:gd name="connsiteX3" fmla="*/ 0 w 12192000"/>
              <a:gd name="connsiteY3" fmla="*/ 300670 h 1521047"/>
              <a:gd name="connsiteX4" fmla="*/ 37309 w 12192000"/>
              <a:gd name="connsiteY4" fmla="*/ 316215 h 1521047"/>
              <a:gd name="connsiteX5" fmla="*/ 5319640 w 12192000"/>
              <a:gd name="connsiteY5" fmla="*/ 1229147 h 1521047"/>
              <a:gd name="connsiteX6" fmla="*/ 12192000 w 12192000"/>
              <a:gd name="connsiteY6" fmla="*/ 1413 h 1521047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0 w 12192000"/>
              <a:gd name="connsiteY3" fmla="*/ 299257 h 1519634"/>
              <a:gd name="connsiteX4" fmla="*/ 37309 w 12192000"/>
              <a:gd name="connsiteY4" fmla="*/ 314802 h 1519634"/>
              <a:gd name="connsiteX5" fmla="*/ 5319640 w 12192000"/>
              <a:gd name="connsiteY5" fmla="*/ 1227734 h 1519634"/>
              <a:gd name="connsiteX6" fmla="*/ 12192000 w 12192000"/>
              <a:gd name="connsiteY6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0 w 12192000"/>
              <a:gd name="connsiteY3" fmla="*/ 299257 h 1519634"/>
              <a:gd name="connsiteX4" fmla="*/ 140179 w 12192000"/>
              <a:gd name="connsiteY4" fmla="*/ 401490 h 1519634"/>
              <a:gd name="connsiteX5" fmla="*/ 5319640 w 12192000"/>
              <a:gd name="connsiteY5" fmla="*/ 1227734 h 1519634"/>
              <a:gd name="connsiteX6" fmla="*/ 12192000 w 12192000"/>
              <a:gd name="connsiteY6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0 w 12192000"/>
              <a:gd name="connsiteY3" fmla="*/ 299257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3810 w 12192000"/>
              <a:gd name="connsiteY3" fmla="*/ 628674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3810 w 12192000"/>
              <a:gd name="connsiteY3" fmla="*/ 628674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3810 w 12192000"/>
              <a:gd name="connsiteY3" fmla="*/ 628674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3810 w 12192000"/>
              <a:gd name="connsiteY3" fmla="*/ 628674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8096 w 12198096"/>
              <a:gd name="connsiteY0" fmla="*/ 0 h 1325451"/>
              <a:gd name="connsiteX1" fmla="*/ 12192000 w 12198096"/>
              <a:gd name="connsiteY1" fmla="*/ 1325451 h 1325451"/>
              <a:gd name="connsiteX2" fmla="*/ 0 w 12198096"/>
              <a:gd name="connsiteY2" fmla="*/ 1325451 h 1325451"/>
              <a:gd name="connsiteX3" fmla="*/ 3810 w 12198096"/>
              <a:gd name="connsiteY3" fmla="*/ 434491 h 1325451"/>
              <a:gd name="connsiteX4" fmla="*/ 5319640 w 12198096"/>
              <a:gd name="connsiteY4" fmla="*/ 1033551 h 1325451"/>
              <a:gd name="connsiteX5" fmla="*/ 12198096 w 12198096"/>
              <a:gd name="connsiteY5" fmla="*/ 0 h 1325451"/>
              <a:gd name="connsiteX0" fmla="*/ 12198096 w 12198096"/>
              <a:gd name="connsiteY0" fmla="*/ 0 h 1325451"/>
              <a:gd name="connsiteX1" fmla="*/ 12192000 w 12198096"/>
              <a:gd name="connsiteY1" fmla="*/ 1325451 h 1325451"/>
              <a:gd name="connsiteX2" fmla="*/ 0 w 12198096"/>
              <a:gd name="connsiteY2" fmla="*/ 1325451 h 1325451"/>
              <a:gd name="connsiteX3" fmla="*/ 3810 w 12198096"/>
              <a:gd name="connsiteY3" fmla="*/ 434491 h 1325451"/>
              <a:gd name="connsiteX4" fmla="*/ 5325736 w 12198096"/>
              <a:gd name="connsiteY4" fmla="*/ 978070 h 1325451"/>
              <a:gd name="connsiteX5" fmla="*/ 12198096 w 12198096"/>
              <a:gd name="connsiteY5" fmla="*/ 0 h 1325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8096" h="1325451">
                <a:moveTo>
                  <a:pt x="12198096" y="0"/>
                </a:moveTo>
                <a:lnTo>
                  <a:pt x="12192000" y="1325451"/>
                </a:lnTo>
                <a:lnTo>
                  <a:pt x="0" y="1325451"/>
                </a:lnTo>
                <a:lnTo>
                  <a:pt x="3810" y="434491"/>
                </a:lnTo>
                <a:cubicBezTo>
                  <a:pt x="1718603" y="876908"/>
                  <a:pt x="3533473" y="963319"/>
                  <a:pt x="5325736" y="978070"/>
                </a:cubicBezTo>
                <a:cubicBezTo>
                  <a:pt x="7351518" y="925603"/>
                  <a:pt x="10633603" y="731550"/>
                  <a:pt x="12198096" y="0"/>
                </a:cubicBezTo>
                <a:close/>
              </a:path>
            </a:pathLst>
          </a:custGeom>
          <a:gradFill flip="none" rotWithShape="1">
            <a:gsLst>
              <a:gs pos="60000">
                <a:srgbClr val="A0D2B4">
                  <a:alpha val="50000"/>
                </a:srgbClr>
              </a:gs>
              <a:gs pos="0">
                <a:srgbClr val="008A41">
                  <a:alpha val="70000"/>
                </a:srgbClr>
              </a:gs>
              <a:gs pos="100000">
                <a:srgbClr val="A0D2B4">
                  <a:alpha val="5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AF968EC-2875-4883-AE1B-6A4874DDEC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090" b="89888" l="2563" r="97313">
                        <a14:foregroundMark x1="7187" y1="50562" x2="61563" y2="38764"/>
                        <a14:foregroundMark x1="61563" y1="38764" x2="63438" y2="41292"/>
                        <a14:foregroundMark x1="29875" y1="86798" x2="41313" y2="84551"/>
                        <a14:foregroundMark x1="41313" y1="84551" x2="57375" y2="89607"/>
                        <a14:foregroundMark x1="57375" y1="89607" x2="63438" y2="85112"/>
                        <a14:foregroundMark x1="63438" y1="85112" x2="64063" y2="85112"/>
                        <a14:foregroundMark x1="22250" y1="25843" x2="23375" y2="34831"/>
                        <a14:foregroundMark x1="22375" y1="26124" x2="26438" y2="23876"/>
                        <a14:foregroundMark x1="26438" y1="23876" x2="28688" y2="24438"/>
                        <a14:foregroundMark x1="22313" y1="23315" x2="28750" y2="25562"/>
                        <a14:foregroundMark x1="68313" y1="24157" x2="68313" y2="24157"/>
                        <a14:foregroundMark x1="68375" y1="70506" x2="68375" y2="70506"/>
                        <a14:foregroundMark x1="68063" y1="61236" x2="68063" y2="61236"/>
                        <a14:foregroundMark x1="83438" y1="31180" x2="87688" y2="19382"/>
                        <a14:foregroundMark x1="87688" y1="19382" x2="91813" y2="23315"/>
                        <a14:foregroundMark x1="91813" y1="23315" x2="95063" y2="37079"/>
                        <a14:foregroundMark x1="95063" y1="37079" x2="95188" y2="56461"/>
                        <a14:foregroundMark x1="95188" y1="56461" x2="91188" y2="72753"/>
                        <a14:foregroundMark x1="91188" y1="72753" x2="86438" y2="75562"/>
                        <a14:foregroundMark x1="86438" y1="75562" x2="82438" y2="60393"/>
                        <a14:foregroundMark x1="82438" y1="60393" x2="82125" y2="40449"/>
                        <a14:foregroundMark x1="82125" y1="40449" x2="83813" y2="29213"/>
                        <a14:foregroundMark x1="85688" y1="46910" x2="91313" y2="42416"/>
                        <a14:foregroundMark x1="84500" y1="41854" x2="89125" y2="45506"/>
                        <a14:foregroundMark x1="89125" y1="45506" x2="89313" y2="66573"/>
                        <a14:foregroundMark x1="89313" y1="66573" x2="85375" y2="56742"/>
                        <a14:foregroundMark x1="85375" y1="56742" x2="86188" y2="33427"/>
                        <a14:foregroundMark x1="86188" y1="33427" x2="89625" y2="23315"/>
                        <a14:foregroundMark x1="89625" y1="23315" x2="93063" y2="58146"/>
                        <a14:foregroundMark x1="93063" y1="58146" x2="92625" y2="60955"/>
                        <a14:foregroundMark x1="83250" y1="28933" x2="87125" y2="18539"/>
                        <a14:foregroundMark x1="87125" y1="18539" x2="92063" y2="21629"/>
                        <a14:foregroundMark x1="92063" y1="21629" x2="95063" y2="33989"/>
                        <a14:foregroundMark x1="95063" y1="33989" x2="95875" y2="52247"/>
                        <a14:foregroundMark x1="95875" y1="52247" x2="92688" y2="71910"/>
                        <a14:foregroundMark x1="92688" y1="71910" x2="89188" y2="80337"/>
                        <a14:foregroundMark x1="89188" y1="80337" x2="84125" y2="70787"/>
                        <a14:foregroundMark x1="84125" y1="70787" x2="81313" y2="53371"/>
                        <a14:foregroundMark x1="81313" y1="53371" x2="81875" y2="39607"/>
                        <a14:foregroundMark x1="60250" y1="39888" x2="58125" y2="37079"/>
                        <a14:foregroundMark x1="67625" y1="32022" x2="69313" y2="53090"/>
                        <a14:foregroundMark x1="69313" y1="53090" x2="75000" y2="35674"/>
                        <a14:foregroundMark x1="75000" y1="35674" x2="68813" y2="40449"/>
                        <a14:foregroundMark x1="68813" y1="40449" x2="69000" y2="21629"/>
                        <a14:foregroundMark x1="69000" y1="21629" x2="74250" y2="16292"/>
                        <a14:foregroundMark x1="74250" y1="16292" x2="78563" y2="24719"/>
                        <a14:foregroundMark x1="78563" y1="24719" x2="80063" y2="46348"/>
                        <a14:foregroundMark x1="80063" y1="46348" x2="75813" y2="71067"/>
                        <a14:foregroundMark x1="75813" y1="71067" x2="70438" y2="74719"/>
                        <a14:foregroundMark x1="70438" y1="74719" x2="77063" y2="69944"/>
                        <a14:foregroundMark x1="77063" y1="69944" x2="72313" y2="77528"/>
                        <a14:foregroundMark x1="72313" y1="77528" x2="67500" y2="53090"/>
                        <a14:foregroundMark x1="67500" y1="53090" x2="68063" y2="72753"/>
                        <a14:foregroundMark x1="68063" y1="72753" x2="69000" y2="77528"/>
                        <a14:foregroundMark x1="70688" y1="76685" x2="72438" y2="80056"/>
                        <a14:foregroundMark x1="73750" y1="78371" x2="75688" y2="78652"/>
                        <a14:foregroundMark x1="70813" y1="78090" x2="72063" y2="73876"/>
                        <a14:foregroundMark x1="5407" y1="21913" x2="10063" y2="20506"/>
                        <a14:foregroundMark x1="10063" y1="20506" x2="33938" y2="20506"/>
                        <a14:foregroundMark x1="33938" y1="20506" x2="53813" y2="11798"/>
                        <a14:foregroundMark x1="53813" y1="11798" x2="64813" y2="15449"/>
                        <a14:foregroundMark x1="64813" y1="15449" x2="67750" y2="43539"/>
                        <a14:foregroundMark x1="67750" y1="43539" x2="67750" y2="73876"/>
                        <a14:foregroundMark x1="67750" y1="73876" x2="59750" y2="97753"/>
                        <a14:foregroundMark x1="59750" y1="97753" x2="40250" y2="95506"/>
                        <a14:foregroundMark x1="40250" y1="95506" x2="9375" y2="72753"/>
                        <a14:foregroundMark x1="9375" y1="72753" x2="5309" y2="63916"/>
                        <a14:foregroundMark x1="10125" y1="10955" x2="11750" y2="27528"/>
                        <a14:foregroundMark x1="11750" y1="27528" x2="9125" y2="14045"/>
                        <a14:foregroundMark x1="9125" y1="14045" x2="13188" y2="16011"/>
                        <a14:foregroundMark x1="86698" y1="5849" x2="92049" y2="12903"/>
                        <a14:foregroundMark x1="97370" y1="25565" x2="99688" y2="49719"/>
                        <a14:foregroundMark x1="99688" y1="49719" x2="98188" y2="69101"/>
                        <a14:foregroundMark x1="98188" y1="69101" x2="93563" y2="85112"/>
                        <a14:foregroundMark x1="93563" y1="85112" x2="55688" y2="99719"/>
                        <a14:foregroundMark x1="55688" y1="99719" x2="7164" y2="90806"/>
                        <a14:foregroundMark x1="5404" y1="20395" x2="5750" y2="17978"/>
                        <a14:foregroundMark x1="5750" y1="17978" x2="44938" y2="2528"/>
                        <a14:foregroundMark x1="44938" y1="2528" x2="90875" y2="24438"/>
                        <a14:foregroundMark x1="90875" y1="24438" x2="80938" y2="14607"/>
                        <a14:foregroundMark x1="80938" y1="14607" x2="81099" y2="13463"/>
                        <a14:foregroundMark x1="68750" y1="12360" x2="78063" y2="17135"/>
                        <a14:foregroundMark x1="78063" y1="17135" x2="87938" y2="14607"/>
                        <a14:foregroundMark x1="87938" y1="14607" x2="93500" y2="20506"/>
                        <a14:foregroundMark x1="93500" y1="20506" x2="97500" y2="30618"/>
                        <a14:foregroundMark x1="97500" y1="30618" x2="97313" y2="59831"/>
                        <a14:foregroundMark x1="97313" y1="59831" x2="89563" y2="72753"/>
                        <a14:foregroundMark x1="89563" y1="72753" x2="79813" y2="68258"/>
                        <a14:foregroundMark x1="79813" y1="68258" x2="69438" y2="31180"/>
                        <a14:foregroundMark x1="69438" y1="31180" x2="68688" y2="12921"/>
                        <a14:foregroundMark x1="68688" y1="12921" x2="68688" y2="12640"/>
                        <a14:foregroundMark x1="5938" y1="33708" x2="6750" y2="79213"/>
                        <a14:backgroundMark x1="95264" y1="19646" x2="99063" y2="22472"/>
                        <a14:backgroundMark x1="72250" y1="2528" x2="84419" y2="11579"/>
                        <a14:backgroundMark x1="99063" y1="22472" x2="99563" y2="1685"/>
                        <a14:backgroundMark x1="99563" y1="1685" x2="71625" y2="1966"/>
                        <a14:backgroundMark x1="563" y1="11236" x2="6375" y2="95506"/>
                        <a14:backgroundMark x1="3125" y1="64607" x2="4500" y2="85112"/>
                        <a14:backgroundMark x1="2313" y1="66573" x2="3375" y2="64607"/>
                        <a14:backgroundMark x1="313" y1="17416" x2="625" y2="98315"/>
                        <a14:backgroundMark x1="1188" y1="19382" x2="4313" y2="98596"/>
                        <a14:backgroundMark x1="2750" y1="26685" x2="3125" y2="37079"/>
                        <a14:backgroundMark x1="1750" y1="19382" x2="4500" y2="38483"/>
                        <a14:backgroundMark x1="1750" y1="15449" x2="1750" y2="15449"/>
                        <a14:backgroundMark x1="1750" y1="17135" x2="4313" y2="37640"/>
                        <a14:backgroundMark x1="1875" y1="21910" x2="3938" y2="26966"/>
                        <a14:backgroundMark x1="4313" y1="3371" x2="4375" y2="398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1870" y="254132"/>
            <a:ext cx="3223157" cy="71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769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0473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29">
            <a:extLst>
              <a:ext uri="{FF2B5EF4-FFF2-40B4-BE49-F238E27FC236}">
                <a16:creationId xmlns:a16="http://schemas.microsoft.com/office/drawing/2014/main" id="{2BF2898E-5923-4FFD-863D-BCBE0E88CC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47539" y="909343"/>
            <a:ext cx="6887003" cy="7279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6400" b="1">
                <a:solidFill>
                  <a:srgbClr val="2FA45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>
              <a:defRPr sz="4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4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4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4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933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29">
            <a:extLst>
              <a:ext uri="{FF2B5EF4-FFF2-40B4-BE49-F238E27FC236}">
                <a16:creationId xmlns:a16="http://schemas.microsoft.com/office/drawing/2014/main" id="{2BF2898E-5923-4FFD-863D-BCBE0E88CC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5699" y="455083"/>
            <a:ext cx="9493661" cy="7279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800" b="1">
                <a:solidFill>
                  <a:srgbClr val="2FA45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>
              <a:defRPr sz="4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4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4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4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endParaRPr lang="zh-CN" altLang="en-US"/>
          </a:p>
        </p:txBody>
      </p:sp>
      <p:sp>
        <p:nvSpPr>
          <p:cNvPr id="10" name="Rectangle: Rounded Corners 2">
            <a:extLst>
              <a:ext uri="{FF2B5EF4-FFF2-40B4-BE49-F238E27FC236}">
                <a16:creationId xmlns:a16="http://schemas.microsoft.com/office/drawing/2014/main" id="{95BCBA6E-F91C-4D8B-9AF6-911AEAB59450}"/>
              </a:ext>
            </a:extLst>
          </p:cNvPr>
          <p:cNvSpPr/>
          <p:nvPr userDrawn="1"/>
        </p:nvSpPr>
        <p:spPr>
          <a:xfrm>
            <a:off x="949810" y="1260246"/>
            <a:ext cx="10124590" cy="5077563"/>
          </a:xfrm>
          <a:prstGeom prst="round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2D7CCD-C039-4676-A9BE-F2E035E50AD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70000" y="1848802"/>
            <a:ext cx="9499600" cy="41549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EF1CBFA-693B-4956-B0CC-0DFF448B0A7C}"/>
              </a:ext>
            </a:extLst>
          </p:cNvPr>
          <p:cNvCxnSpPr>
            <a:cxnSpLocks/>
          </p:cNvCxnSpPr>
          <p:nvPr userDrawn="1"/>
        </p:nvCxnSpPr>
        <p:spPr>
          <a:xfrm flipV="1">
            <a:off x="659760" y="1105817"/>
            <a:ext cx="8269829" cy="1"/>
          </a:xfrm>
          <a:prstGeom prst="line">
            <a:avLst/>
          </a:prstGeom>
          <a:ln w="31750">
            <a:solidFill>
              <a:srgbClr val="2FA4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419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heme" Target="../theme/theme2.xml"/><Relationship Id="rId7" Type="http://schemas.microsoft.com/office/2007/relationships/hdphoto" Target="../media/hdphoto3.wdp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659760" y="332653"/>
            <a:ext cx="10515600" cy="763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" name="直接连接符 53">
            <a:extLst>
              <a:ext uri="{FF2B5EF4-FFF2-40B4-BE49-F238E27FC236}">
                <a16:creationId xmlns:a16="http://schemas.microsoft.com/office/drawing/2014/main" id="{CE8A8B88-A4B4-1A88-FC89-E7C156C18765}"/>
              </a:ext>
            </a:extLst>
          </p:cNvPr>
          <p:cNvCxnSpPr>
            <a:cxnSpLocks/>
          </p:cNvCxnSpPr>
          <p:nvPr userDrawn="1"/>
        </p:nvCxnSpPr>
        <p:spPr>
          <a:xfrm flipV="1">
            <a:off x="659760" y="1105817"/>
            <a:ext cx="8269829" cy="1"/>
          </a:xfrm>
          <a:prstGeom prst="line">
            <a:avLst/>
          </a:prstGeom>
          <a:ln w="31750">
            <a:solidFill>
              <a:srgbClr val="008A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7">
            <a:extLst>
              <a:ext uri="{FF2B5EF4-FFF2-40B4-BE49-F238E27FC236}">
                <a16:creationId xmlns:a16="http://schemas.microsoft.com/office/drawing/2014/main" id="{DC57D93D-BD7C-2A77-7D9D-48903A84B1EA}"/>
              </a:ext>
            </a:extLst>
          </p:cNvPr>
          <p:cNvSpPr/>
          <p:nvPr userDrawn="1"/>
        </p:nvSpPr>
        <p:spPr>
          <a:xfrm flipH="1">
            <a:off x="-7629" y="6513308"/>
            <a:ext cx="12201043" cy="365126"/>
          </a:xfrm>
          <a:custGeom>
            <a:avLst/>
            <a:gdLst>
              <a:gd name="connsiteX0" fmla="*/ 0 w 12192000"/>
              <a:gd name="connsiteY0" fmla="*/ 0 h 609599"/>
              <a:gd name="connsiteX1" fmla="*/ 12192000 w 12192000"/>
              <a:gd name="connsiteY1" fmla="*/ 0 h 609599"/>
              <a:gd name="connsiteX2" fmla="*/ 12192000 w 12192000"/>
              <a:gd name="connsiteY2" fmla="*/ 609599 h 609599"/>
              <a:gd name="connsiteX3" fmla="*/ 0 w 12192000"/>
              <a:gd name="connsiteY3" fmla="*/ 609599 h 609599"/>
              <a:gd name="connsiteX4" fmla="*/ 0 w 12192000"/>
              <a:gd name="connsiteY4" fmla="*/ 0 h 609599"/>
              <a:gd name="connsiteX0" fmla="*/ 0 w 12192000"/>
              <a:gd name="connsiteY0" fmla="*/ 548640 h 1158239"/>
              <a:gd name="connsiteX1" fmla="*/ 12192000 w 12192000"/>
              <a:gd name="connsiteY1" fmla="*/ 548640 h 1158239"/>
              <a:gd name="connsiteX2" fmla="*/ 12192000 w 12192000"/>
              <a:gd name="connsiteY2" fmla="*/ 1158239 h 1158239"/>
              <a:gd name="connsiteX3" fmla="*/ 0 w 12192000"/>
              <a:gd name="connsiteY3" fmla="*/ 1158239 h 1158239"/>
              <a:gd name="connsiteX4" fmla="*/ 0 w 12192000"/>
              <a:gd name="connsiteY4" fmla="*/ 548640 h 1158239"/>
              <a:gd name="connsiteX0" fmla="*/ 0 w 12192000"/>
              <a:gd name="connsiteY0" fmla="*/ 376700 h 986299"/>
              <a:gd name="connsiteX1" fmla="*/ 12192000 w 12192000"/>
              <a:gd name="connsiteY1" fmla="*/ 376700 h 986299"/>
              <a:gd name="connsiteX2" fmla="*/ 12192000 w 12192000"/>
              <a:gd name="connsiteY2" fmla="*/ 986299 h 986299"/>
              <a:gd name="connsiteX3" fmla="*/ 0 w 12192000"/>
              <a:gd name="connsiteY3" fmla="*/ 986299 h 986299"/>
              <a:gd name="connsiteX4" fmla="*/ 0 w 12192000"/>
              <a:gd name="connsiteY4" fmla="*/ 376700 h 986299"/>
              <a:gd name="connsiteX0" fmla="*/ 0 w 12192000"/>
              <a:gd name="connsiteY0" fmla="*/ 438928 h 1048527"/>
              <a:gd name="connsiteX1" fmla="*/ 12192000 w 12192000"/>
              <a:gd name="connsiteY1" fmla="*/ 438928 h 1048527"/>
              <a:gd name="connsiteX2" fmla="*/ 12192000 w 12192000"/>
              <a:gd name="connsiteY2" fmla="*/ 1048527 h 1048527"/>
              <a:gd name="connsiteX3" fmla="*/ 0 w 12192000"/>
              <a:gd name="connsiteY3" fmla="*/ 1048527 h 1048527"/>
              <a:gd name="connsiteX4" fmla="*/ 0 w 12192000"/>
              <a:gd name="connsiteY4" fmla="*/ 438928 h 1048527"/>
              <a:gd name="connsiteX0" fmla="*/ 0 w 12192000"/>
              <a:gd name="connsiteY0" fmla="*/ 181799 h 791398"/>
              <a:gd name="connsiteX1" fmla="*/ 12192000 w 12192000"/>
              <a:gd name="connsiteY1" fmla="*/ 181799 h 791398"/>
              <a:gd name="connsiteX2" fmla="*/ 12192000 w 12192000"/>
              <a:gd name="connsiteY2" fmla="*/ 791398 h 791398"/>
              <a:gd name="connsiteX3" fmla="*/ 0 w 12192000"/>
              <a:gd name="connsiteY3" fmla="*/ 791398 h 791398"/>
              <a:gd name="connsiteX4" fmla="*/ 0 w 12192000"/>
              <a:gd name="connsiteY4" fmla="*/ 181799 h 791398"/>
              <a:gd name="connsiteX0" fmla="*/ 0 w 12192000"/>
              <a:gd name="connsiteY0" fmla="*/ 187345 h 796944"/>
              <a:gd name="connsiteX1" fmla="*/ 12192000 w 12192000"/>
              <a:gd name="connsiteY1" fmla="*/ 187345 h 796944"/>
              <a:gd name="connsiteX2" fmla="*/ 12192000 w 12192000"/>
              <a:gd name="connsiteY2" fmla="*/ 796944 h 796944"/>
              <a:gd name="connsiteX3" fmla="*/ 0 w 12192000"/>
              <a:gd name="connsiteY3" fmla="*/ 796944 h 796944"/>
              <a:gd name="connsiteX4" fmla="*/ 0 w 12192000"/>
              <a:gd name="connsiteY4" fmla="*/ 187345 h 796944"/>
              <a:gd name="connsiteX0" fmla="*/ 0 w 12192000"/>
              <a:gd name="connsiteY0" fmla="*/ 154569 h 764168"/>
              <a:gd name="connsiteX1" fmla="*/ 12192000 w 12192000"/>
              <a:gd name="connsiteY1" fmla="*/ 154569 h 764168"/>
              <a:gd name="connsiteX2" fmla="*/ 12192000 w 12192000"/>
              <a:gd name="connsiteY2" fmla="*/ 764168 h 764168"/>
              <a:gd name="connsiteX3" fmla="*/ 0 w 12192000"/>
              <a:gd name="connsiteY3" fmla="*/ 764168 h 764168"/>
              <a:gd name="connsiteX4" fmla="*/ 0 w 12192000"/>
              <a:gd name="connsiteY4" fmla="*/ 154569 h 764168"/>
              <a:gd name="connsiteX0" fmla="*/ 0 w 12192000"/>
              <a:gd name="connsiteY0" fmla="*/ 165354 h 774953"/>
              <a:gd name="connsiteX1" fmla="*/ 12192000 w 12192000"/>
              <a:gd name="connsiteY1" fmla="*/ 165354 h 774953"/>
              <a:gd name="connsiteX2" fmla="*/ 12192000 w 12192000"/>
              <a:gd name="connsiteY2" fmla="*/ 774953 h 774953"/>
              <a:gd name="connsiteX3" fmla="*/ 0 w 12192000"/>
              <a:gd name="connsiteY3" fmla="*/ 774953 h 774953"/>
              <a:gd name="connsiteX4" fmla="*/ 0 w 12192000"/>
              <a:gd name="connsiteY4" fmla="*/ 165354 h 774953"/>
              <a:gd name="connsiteX0" fmla="*/ 0 w 12192000"/>
              <a:gd name="connsiteY0" fmla="*/ 181798 h 791397"/>
              <a:gd name="connsiteX1" fmla="*/ 12192000 w 12192000"/>
              <a:gd name="connsiteY1" fmla="*/ 181798 h 791397"/>
              <a:gd name="connsiteX2" fmla="*/ 12192000 w 12192000"/>
              <a:gd name="connsiteY2" fmla="*/ 791397 h 791397"/>
              <a:gd name="connsiteX3" fmla="*/ 0 w 12192000"/>
              <a:gd name="connsiteY3" fmla="*/ 791397 h 791397"/>
              <a:gd name="connsiteX4" fmla="*/ 0 w 12192000"/>
              <a:gd name="connsiteY4" fmla="*/ 181798 h 791397"/>
              <a:gd name="connsiteX0" fmla="*/ 0 w 12192000"/>
              <a:gd name="connsiteY0" fmla="*/ 88858 h 698457"/>
              <a:gd name="connsiteX1" fmla="*/ 12192000 w 12192000"/>
              <a:gd name="connsiteY1" fmla="*/ 88858 h 698457"/>
              <a:gd name="connsiteX2" fmla="*/ 12192000 w 12192000"/>
              <a:gd name="connsiteY2" fmla="*/ 698457 h 698457"/>
              <a:gd name="connsiteX3" fmla="*/ 0 w 12192000"/>
              <a:gd name="connsiteY3" fmla="*/ 698457 h 698457"/>
              <a:gd name="connsiteX4" fmla="*/ 0 w 12192000"/>
              <a:gd name="connsiteY4" fmla="*/ 88858 h 698457"/>
              <a:gd name="connsiteX0" fmla="*/ 10160 w 12192000"/>
              <a:gd name="connsiteY0" fmla="*/ 93903 h 612062"/>
              <a:gd name="connsiteX1" fmla="*/ 12192000 w 12192000"/>
              <a:gd name="connsiteY1" fmla="*/ 2463 h 612062"/>
              <a:gd name="connsiteX2" fmla="*/ 12192000 w 12192000"/>
              <a:gd name="connsiteY2" fmla="*/ 612062 h 612062"/>
              <a:gd name="connsiteX3" fmla="*/ 0 w 12192000"/>
              <a:gd name="connsiteY3" fmla="*/ 612062 h 612062"/>
              <a:gd name="connsiteX4" fmla="*/ 10160 w 12192000"/>
              <a:gd name="connsiteY4" fmla="*/ 93903 h 612062"/>
              <a:gd name="connsiteX0" fmla="*/ 0 w 12181840"/>
              <a:gd name="connsiteY0" fmla="*/ 93903 h 612062"/>
              <a:gd name="connsiteX1" fmla="*/ 12181840 w 12181840"/>
              <a:gd name="connsiteY1" fmla="*/ 2463 h 612062"/>
              <a:gd name="connsiteX2" fmla="*/ 12181840 w 12181840"/>
              <a:gd name="connsiteY2" fmla="*/ 612062 h 612062"/>
              <a:gd name="connsiteX3" fmla="*/ 12700 w 12181840"/>
              <a:gd name="connsiteY3" fmla="*/ 612062 h 612062"/>
              <a:gd name="connsiteX4" fmla="*/ 0 w 12181840"/>
              <a:gd name="connsiteY4" fmla="*/ 93903 h 612062"/>
              <a:gd name="connsiteX0" fmla="*/ 0 w 12181840"/>
              <a:gd name="connsiteY0" fmla="*/ 93459 h 619238"/>
              <a:gd name="connsiteX1" fmla="*/ 12181840 w 12181840"/>
              <a:gd name="connsiteY1" fmla="*/ 9639 h 619238"/>
              <a:gd name="connsiteX2" fmla="*/ 12181840 w 12181840"/>
              <a:gd name="connsiteY2" fmla="*/ 619238 h 619238"/>
              <a:gd name="connsiteX3" fmla="*/ 12700 w 12181840"/>
              <a:gd name="connsiteY3" fmla="*/ 619238 h 619238"/>
              <a:gd name="connsiteX4" fmla="*/ 0 w 12181840"/>
              <a:gd name="connsiteY4" fmla="*/ 93459 h 619238"/>
              <a:gd name="connsiteX0" fmla="*/ 0 w 12181840"/>
              <a:gd name="connsiteY0" fmla="*/ 93459 h 619238"/>
              <a:gd name="connsiteX1" fmla="*/ 12181840 w 12181840"/>
              <a:gd name="connsiteY1" fmla="*/ 9639 h 619238"/>
              <a:gd name="connsiteX2" fmla="*/ 12181840 w 12181840"/>
              <a:gd name="connsiteY2" fmla="*/ 619238 h 619238"/>
              <a:gd name="connsiteX3" fmla="*/ 12700 w 12181840"/>
              <a:gd name="connsiteY3" fmla="*/ 619238 h 619238"/>
              <a:gd name="connsiteX4" fmla="*/ 0 w 12181840"/>
              <a:gd name="connsiteY4" fmla="*/ 93459 h 619238"/>
              <a:gd name="connsiteX0" fmla="*/ 0 w 12197080"/>
              <a:gd name="connsiteY0" fmla="*/ 93459 h 619238"/>
              <a:gd name="connsiteX1" fmla="*/ 12197080 w 12197080"/>
              <a:gd name="connsiteY1" fmla="*/ 9639 h 619238"/>
              <a:gd name="connsiteX2" fmla="*/ 12197080 w 12197080"/>
              <a:gd name="connsiteY2" fmla="*/ 619238 h 619238"/>
              <a:gd name="connsiteX3" fmla="*/ 27940 w 12197080"/>
              <a:gd name="connsiteY3" fmla="*/ 619238 h 619238"/>
              <a:gd name="connsiteX4" fmla="*/ 0 w 12197080"/>
              <a:gd name="connsiteY4" fmla="*/ 93459 h 619238"/>
              <a:gd name="connsiteX0" fmla="*/ 2540 w 12199620"/>
              <a:gd name="connsiteY0" fmla="*/ 93459 h 619238"/>
              <a:gd name="connsiteX1" fmla="*/ 12199620 w 12199620"/>
              <a:gd name="connsiteY1" fmla="*/ 9639 h 619238"/>
              <a:gd name="connsiteX2" fmla="*/ 12199620 w 12199620"/>
              <a:gd name="connsiteY2" fmla="*/ 619238 h 619238"/>
              <a:gd name="connsiteX3" fmla="*/ 0 w 12199620"/>
              <a:gd name="connsiteY3" fmla="*/ 611618 h 619238"/>
              <a:gd name="connsiteX4" fmla="*/ 2540 w 12199620"/>
              <a:gd name="connsiteY4" fmla="*/ 93459 h 619238"/>
              <a:gd name="connsiteX0" fmla="*/ 153 w 12201043"/>
              <a:gd name="connsiteY0" fmla="*/ 152400 h 609599"/>
              <a:gd name="connsiteX1" fmla="*/ 12201043 w 12201043"/>
              <a:gd name="connsiteY1" fmla="*/ 0 h 609599"/>
              <a:gd name="connsiteX2" fmla="*/ 12201043 w 12201043"/>
              <a:gd name="connsiteY2" fmla="*/ 609599 h 609599"/>
              <a:gd name="connsiteX3" fmla="*/ 1423 w 12201043"/>
              <a:gd name="connsiteY3" fmla="*/ 601979 h 609599"/>
              <a:gd name="connsiteX4" fmla="*/ 153 w 12201043"/>
              <a:gd name="connsiteY4" fmla="*/ 152400 h 609599"/>
              <a:gd name="connsiteX0" fmla="*/ 153 w 12201043"/>
              <a:gd name="connsiteY0" fmla="*/ 184785 h 609599"/>
              <a:gd name="connsiteX1" fmla="*/ 12201043 w 12201043"/>
              <a:gd name="connsiteY1" fmla="*/ 0 h 609599"/>
              <a:gd name="connsiteX2" fmla="*/ 12201043 w 12201043"/>
              <a:gd name="connsiteY2" fmla="*/ 609599 h 609599"/>
              <a:gd name="connsiteX3" fmla="*/ 1423 w 12201043"/>
              <a:gd name="connsiteY3" fmla="*/ 601979 h 609599"/>
              <a:gd name="connsiteX4" fmla="*/ 153 w 12201043"/>
              <a:gd name="connsiteY4" fmla="*/ 184785 h 609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01043" h="609599">
                <a:moveTo>
                  <a:pt x="153" y="184785"/>
                </a:moveTo>
                <a:cubicBezTo>
                  <a:pt x="6075833" y="-272415"/>
                  <a:pt x="8457083" y="1051560"/>
                  <a:pt x="12201043" y="0"/>
                </a:cubicBezTo>
                <a:lnTo>
                  <a:pt x="12201043" y="609599"/>
                </a:lnTo>
                <a:lnTo>
                  <a:pt x="1423" y="601979"/>
                </a:lnTo>
                <a:cubicBezTo>
                  <a:pt x="2270" y="429259"/>
                  <a:pt x="-694" y="357505"/>
                  <a:pt x="153" y="184785"/>
                </a:cubicBezTo>
                <a:close/>
              </a:path>
            </a:pathLst>
          </a:custGeom>
          <a:gradFill flip="none" rotWithShape="1">
            <a:gsLst>
              <a:gs pos="60000">
                <a:srgbClr val="008A41">
                  <a:alpha val="49804"/>
                </a:srgbClr>
              </a:gs>
              <a:gs pos="0">
                <a:srgbClr val="008A41">
                  <a:alpha val="70000"/>
                </a:srgbClr>
              </a:gs>
              <a:gs pos="100000">
                <a:srgbClr val="A0D2B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9">
            <a:extLst>
              <a:ext uri="{FF2B5EF4-FFF2-40B4-BE49-F238E27FC236}">
                <a16:creationId xmlns:a16="http://schemas.microsoft.com/office/drawing/2014/main" id="{BC674D41-28BA-B39B-4441-F4EBCE902B2A}"/>
              </a:ext>
            </a:extLst>
          </p:cNvPr>
          <p:cNvSpPr/>
          <p:nvPr userDrawn="1"/>
        </p:nvSpPr>
        <p:spPr>
          <a:xfrm flipH="1" flipV="1">
            <a:off x="-6102" y="-10166"/>
            <a:ext cx="12194287" cy="388033"/>
          </a:xfrm>
          <a:custGeom>
            <a:avLst/>
            <a:gdLst>
              <a:gd name="connsiteX0" fmla="*/ 12192000 w 12192000"/>
              <a:gd name="connsiteY0" fmla="*/ 0 h 2039768"/>
              <a:gd name="connsiteX1" fmla="*/ 12192000 w 12192000"/>
              <a:gd name="connsiteY1" fmla="*/ 2039768 h 2039768"/>
              <a:gd name="connsiteX2" fmla="*/ 0 w 12192000"/>
              <a:gd name="connsiteY2" fmla="*/ 2039768 h 2039768"/>
              <a:gd name="connsiteX3" fmla="*/ 0 w 12192000"/>
              <a:gd name="connsiteY3" fmla="*/ 819391 h 2039768"/>
              <a:gd name="connsiteX4" fmla="*/ 37309 w 12192000"/>
              <a:gd name="connsiteY4" fmla="*/ 834936 h 2039768"/>
              <a:gd name="connsiteX5" fmla="*/ 5319640 w 12192000"/>
              <a:gd name="connsiteY5" fmla="*/ 1747868 h 2039768"/>
              <a:gd name="connsiteX6" fmla="*/ 11971651 w 12192000"/>
              <a:gd name="connsiteY6" fmla="*/ 149892 h 2039768"/>
              <a:gd name="connsiteX0" fmla="*/ 12192000 w 12192000"/>
              <a:gd name="connsiteY0" fmla="*/ 373966 h 1893600"/>
              <a:gd name="connsiteX1" fmla="*/ 12192000 w 12192000"/>
              <a:gd name="connsiteY1" fmla="*/ 1893600 h 1893600"/>
              <a:gd name="connsiteX2" fmla="*/ 0 w 12192000"/>
              <a:gd name="connsiteY2" fmla="*/ 1893600 h 1893600"/>
              <a:gd name="connsiteX3" fmla="*/ 0 w 12192000"/>
              <a:gd name="connsiteY3" fmla="*/ 673223 h 1893600"/>
              <a:gd name="connsiteX4" fmla="*/ 37309 w 12192000"/>
              <a:gd name="connsiteY4" fmla="*/ 688768 h 1893600"/>
              <a:gd name="connsiteX5" fmla="*/ 5319640 w 12192000"/>
              <a:gd name="connsiteY5" fmla="*/ 1601700 h 1893600"/>
              <a:gd name="connsiteX6" fmla="*/ 11971651 w 12192000"/>
              <a:gd name="connsiteY6" fmla="*/ 3724 h 1893600"/>
              <a:gd name="connsiteX7" fmla="*/ 12192000 w 12192000"/>
              <a:gd name="connsiteY7" fmla="*/ 373966 h 1893600"/>
              <a:gd name="connsiteX0" fmla="*/ 12192000 w 12192000"/>
              <a:gd name="connsiteY0" fmla="*/ 1413 h 1521047"/>
              <a:gd name="connsiteX1" fmla="*/ 12192000 w 12192000"/>
              <a:gd name="connsiteY1" fmla="*/ 1521047 h 1521047"/>
              <a:gd name="connsiteX2" fmla="*/ 0 w 12192000"/>
              <a:gd name="connsiteY2" fmla="*/ 1521047 h 1521047"/>
              <a:gd name="connsiteX3" fmla="*/ 0 w 12192000"/>
              <a:gd name="connsiteY3" fmla="*/ 300670 h 1521047"/>
              <a:gd name="connsiteX4" fmla="*/ 37309 w 12192000"/>
              <a:gd name="connsiteY4" fmla="*/ 316215 h 1521047"/>
              <a:gd name="connsiteX5" fmla="*/ 5319640 w 12192000"/>
              <a:gd name="connsiteY5" fmla="*/ 1229147 h 1521047"/>
              <a:gd name="connsiteX6" fmla="*/ 12192000 w 12192000"/>
              <a:gd name="connsiteY6" fmla="*/ 1413 h 1521047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0 w 12192000"/>
              <a:gd name="connsiteY3" fmla="*/ 299257 h 1519634"/>
              <a:gd name="connsiteX4" fmla="*/ 37309 w 12192000"/>
              <a:gd name="connsiteY4" fmla="*/ 314802 h 1519634"/>
              <a:gd name="connsiteX5" fmla="*/ 5319640 w 12192000"/>
              <a:gd name="connsiteY5" fmla="*/ 1227734 h 1519634"/>
              <a:gd name="connsiteX6" fmla="*/ 12192000 w 12192000"/>
              <a:gd name="connsiteY6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0 w 12192000"/>
              <a:gd name="connsiteY3" fmla="*/ 299257 h 1519634"/>
              <a:gd name="connsiteX4" fmla="*/ 140179 w 12192000"/>
              <a:gd name="connsiteY4" fmla="*/ 401490 h 1519634"/>
              <a:gd name="connsiteX5" fmla="*/ 5319640 w 12192000"/>
              <a:gd name="connsiteY5" fmla="*/ 1227734 h 1519634"/>
              <a:gd name="connsiteX6" fmla="*/ 12192000 w 12192000"/>
              <a:gd name="connsiteY6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0 w 12192000"/>
              <a:gd name="connsiteY3" fmla="*/ 299257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3810 w 12192000"/>
              <a:gd name="connsiteY3" fmla="*/ 628674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3810 w 12192000"/>
              <a:gd name="connsiteY3" fmla="*/ 628674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3810 w 12192000"/>
              <a:gd name="connsiteY3" fmla="*/ 628674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3810 w 12192000"/>
              <a:gd name="connsiteY3" fmla="*/ 628674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8096 w 12198096"/>
              <a:gd name="connsiteY0" fmla="*/ 0 h 1325451"/>
              <a:gd name="connsiteX1" fmla="*/ 12192000 w 12198096"/>
              <a:gd name="connsiteY1" fmla="*/ 1325451 h 1325451"/>
              <a:gd name="connsiteX2" fmla="*/ 0 w 12198096"/>
              <a:gd name="connsiteY2" fmla="*/ 1325451 h 1325451"/>
              <a:gd name="connsiteX3" fmla="*/ 3810 w 12198096"/>
              <a:gd name="connsiteY3" fmla="*/ 434491 h 1325451"/>
              <a:gd name="connsiteX4" fmla="*/ 5319640 w 12198096"/>
              <a:gd name="connsiteY4" fmla="*/ 1033551 h 1325451"/>
              <a:gd name="connsiteX5" fmla="*/ 12198096 w 12198096"/>
              <a:gd name="connsiteY5" fmla="*/ 0 h 1325451"/>
              <a:gd name="connsiteX0" fmla="*/ 12198096 w 12198096"/>
              <a:gd name="connsiteY0" fmla="*/ 0 h 1325451"/>
              <a:gd name="connsiteX1" fmla="*/ 12192000 w 12198096"/>
              <a:gd name="connsiteY1" fmla="*/ 1325451 h 1325451"/>
              <a:gd name="connsiteX2" fmla="*/ 0 w 12198096"/>
              <a:gd name="connsiteY2" fmla="*/ 1325451 h 1325451"/>
              <a:gd name="connsiteX3" fmla="*/ 3810 w 12198096"/>
              <a:gd name="connsiteY3" fmla="*/ 434491 h 1325451"/>
              <a:gd name="connsiteX4" fmla="*/ 5325736 w 12198096"/>
              <a:gd name="connsiteY4" fmla="*/ 978070 h 1325451"/>
              <a:gd name="connsiteX5" fmla="*/ 12198096 w 12198096"/>
              <a:gd name="connsiteY5" fmla="*/ 0 h 1325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8096" h="1325451">
                <a:moveTo>
                  <a:pt x="12198096" y="0"/>
                </a:moveTo>
                <a:lnTo>
                  <a:pt x="12192000" y="1325451"/>
                </a:lnTo>
                <a:lnTo>
                  <a:pt x="0" y="1325451"/>
                </a:lnTo>
                <a:lnTo>
                  <a:pt x="3810" y="434491"/>
                </a:lnTo>
                <a:cubicBezTo>
                  <a:pt x="1718603" y="876908"/>
                  <a:pt x="3533473" y="963319"/>
                  <a:pt x="5325736" y="978070"/>
                </a:cubicBezTo>
                <a:cubicBezTo>
                  <a:pt x="7351518" y="925603"/>
                  <a:pt x="10633603" y="731550"/>
                  <a:pt x="12198096" y="0"/>
                </a:cubicBezTo>
                <a:close/>
              </a:path>
            </a:pathLst>
          </a:custGeom>
          <a:gradFill flip="none" rotWithShape="1">
            <a:gsLst>
              <a:gs pos="60000">
                <a:srgbClr val="A0D2B4">
                  <a:alpha val="50000"/>
                </a:srgbClr>
              </a:gs>
              <a:gs pos="0">
                <a:srgbClr val="008A41">
                  <a:alpha val="70000"/>
                </a:srgbClr>
              </a:gs>
              <a:gs pos="100000">
                <a:srgbClr val="A0D2B4">
                  <a:alpha val="5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pic>
        <p:nvPicPr>
          <p:cNvPr id="5" name="图片 6">
            <a:extLst>
              <a:ext uri="{FF2B5EF4-FFF2-40B4-BE49-F238E27FC236}">
                <a16:creationId xmlns:a16="http://schemas.microsoft.com/office/drawing/2014/main" id="{B6DCF1F0-43E9-C334-7B61-A081EE01E8C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3090" b="89888" l="2563" r="97313">
                        <a14:foregroundMark x1="7187" y1="50562" x2="61563" y2="38764"/>
                        <a14:foregroundMark x1="61563" y1="38764" x2="63438" y2="41292"/>
                        <a14:foregroundMark x1="29875" y1="86798" x2="41313" y2="84551"/>
                        <a14:foregroundMark x1="41313" y1="84551" x2="57375" y2="89607"/>
                        <a14:foregroundMark x1="57375" y1="89607" x2="63438" y2="85112"/>
                        <a14:foregroundMark x1="63438" y1="85112" x2="64063" y2="85112"/>
                        <a14:foregroundMark x1="22250" y1="25843" x2="23375" y2="34831"/>
                        <a14:foregroundMark x1="22375" y1="26124" x2="26438" y2="23876"/>
                        <a14:foregroundMark x1="26438" y1="23876" x2="28688" y2="24438"/>
                        <a14:foregroundMark x1="22313" y1="23315" x2="28750" y2="25562"/>
                        <a14:foregroundMark x1="68313" y1="24157" x2="68313" y2="24157"/>
                        <a14:foregroundMark x1="68375" y1="70506" x2="68375" y2="70506"/>
                        <a14:foregroundMark x1="68063" y1="61236" x2="68063" y2="61236"/>
                        <a14:foregroundMark x1="83438" y1="31180" x2="87688" y2="19382"/>
                        <a14:foregroundMark x1="87688" y1="19382" x2="91813" y2="23315"/>
                        <a14:foregroundMark x1="91813" y1="23315" x2="95063" y2="37079"/>
                        <a14:foregroundMark x1="95063" y1="37079" x2="95188" y2="56461"/>
                        <a14:foregroundMark x1="95188" y1="56461" x2="91188" y2="72753"/>
                        <a14:foregroundMark x1="91188" y1="72753" x2="86438" y2="75562"/>
                        <a14:foregroundMark x1="86438" y1="75562" x2="82438" y2="60393"/>
                        <a14:foregroundMark x1="82438" y1="60393" x2="82125" y2="40449"/>
                        <a14:foregroundMark x1="82125" y1="40449" x2="83813" y2="29213"/>
                        <a14:foregroundMark x1="85688" y1="46910" x2="91313" y2="42416"/>
                        <a14:foregroundMark x1="84500" y1="41854" x2="89125" y2="45506"/>
                        <a14:foregroundMark x1="89125" y1="45506" x2="89313" y2="66573"/>
                        <a14:foregroundMark x1="89313" y1="66573" x2="85375" y2="56742"/>
                        <a14:foregroundMark x1="85375" y1="56742" x2="86188" y2="33427"/>
                        <a14:foregroundMark x1="86188" y1="33427" x2="89625" y2="23315"/>
                        <a14:foregroundMark x1="89625" y1="23315" x2="93063" y2="58146"/>
                        <a14:foregroundMark x1="93063" y1="58146" x2="92625" y2="60955"/>
                        <a14:foregroundMark x1="83250" y1="28933" x2="87125" y2="18539"/>
                        <a14:foregroundMark x1="87125" y1="18539" x2="92063" y2="21629"/>
                        <a14:foregroundMark x1="92063" y1="21629" x2="95063" y2="33989"/>
                        <a14:foregroundMark x1="95063" y1="33989" x2="95875" y2="52247"/>
                        <a14:foregroundMark x1="95875" y1="52247" x2="92688" y2="71910"/>
                        <a14:foregroundMark x1="92688" y1="71910" x2="89188" y2="80337"/>
                        <a14:foregroundMark x1="89188" y1="80337" x2="84125" y2="70787"/>
                        <a14:foregroundMark x1="84125" y1="70787" x2="81313" y2="53371"/>
                        <a14:foregroundMark x1="81313" y1="53371" x2="81875" y2="39607"/>
                        <a14:foregroundMark x1="60250" y1="39888" x2="58125" y2="37079"/>
                        <a14:foregroundMark x1="67625" y1="32022" x2="69313" y2="53090"/>
                        <a14:foregroundMark x1="69313" y1="53090" x2="75000" y2="35674"/>
                        <a14:foregroundMark x1="75000" y1="35674" x2="68813" y2="40449"/>
                        <a14:foregroundMark x1="68813" y1="40449" x2="69000" y2="21629"/>
                        <a14:foregroundMark x1="69000" y1="21629" x2="74250" y2="16292"/>
                        <a14:foregroundMark x1="74250" y1="16292" x2="78563" y2="24719"/>
                        <a14:foregroundMark x1="78563" y1="24719" x2="80063" y2="46348"/>
                        <a14:foregroundMark x1="80063" y1="46348" x2="75813" y2="71067"/>
                        <a14:foregroundMark x1="75813" y1="71067" x2="70438" y2="74719"/>
                        <a14:foregroundMark x1="70438" y1="74719" x2="77063" y2="69944"/>
                        <a14:foregroundMark x1="77063" y1="69944" x2="72313" y2="77528"/>
                        <a14:foregroundMark x1="72313" y1="77528" x2="67500" y2="53090"/>
                        <a14:foregroundMark x1="67500" y1="53090" x2="68063" y2="72753"/>
                        <a14:foregroundMark x1="68063" y1="72753" x2="69000" y2="77528"/>
                        <a14:foregroundMark x1="70688" y1="76685" x2="72438" y2="80056"/>
                        <a14:foregroundMark x1="73750" y1="78371" x2="75688" y2="78652"/>
                        <a14:foregroundMark x1="70813" y1="78090" x2="72063" y2="73876"/>
                        <a14:foregroundMark x1="5407" y1="21913" x2="10063" y2="20506"/>
                        <a14:foregroundMark x1="10063" y1="20506" x2="33938" y2="20506"/>
                        <a14:foregroundMark x1="33938" y1="20506" x2="53813" y2="11798"/>
                        <a14:foregroundMark x1="53813" y1="11798" x2="64813" y2="15449"/>
                        <a14:foregroundMark x1="64813" y1="15449" x2="67750" y2="43539"/>
                        <a14:foregroundMark x1="67750" y1="43539" x2="67750" y2="73876"/>
                        <a14:foregroundMark x1="67750" y1="73876" x2="59750" y2="97753"/>
                        <a14:foregroundMark x1="59750" y1="97753" x2="40250" y2="95506"/>
                        <a14:foregroundMark x1="40250" y1="95506" x2="9375" y2="72753"/>
                        <a14:foregroundMark x1="9375" y1="72753" x2="5309" y2="63916"/>
                        <a14:foregroundMark x1="10125" y1="10955" x2="11750" y2="27528"/>
                        <a14:foregroundMark x1="11750" y1="27528" x2="9125" y2="14045"/>
                        <a14:foregroundMark x1="9125" y1="14045" x2="13188" y2="16011"/>
                        <a14:foregroundMark x1="86698" y1="5849" x2="92049" y2="12903"/>
                        <a14:foregroundMark x1="97370" y1="25565" x2="99688" y2="49719"/>
                        <a14:foregroundMark x1="99688" y1="49719" x2="98188" y2="69101"/>
                        <a14:foregroundMark x1="98188" y1="69101" x2="93563" y2="85112"/>
                        <a14:foregroundMark x1="93563" y1="85112" x2="55688" y2="99719"/>
                        <a14:foregroundMark x1="55688" y1="99719" x2="7164" y2="90806"/>
                        <a14:foregroundMark x1="5404" y1="20395" x2="5750" y2="17978"/>
                        <a14:foregroundMark x1="5750" y1="17978" x2="44938" y2="2528"/>
                        <a14:foregroundMark x1="44938" y1="2528" x2="90875" y2="24438"/>
                        <a14:foregroundMark x1="90875" y1="24438" x2="80938" y2="14607"/>
                        <a14:foregroundMark x1="80938" y1="14607" x2="81099" y2="13463"/>
                        <a14:foregroundMark x1="68750" y1="12360" x2="78063" y2="17135"/>
                        <a14:foregroundMark x1="78063" y1="17135" x2="87938" y2="14607"/>
                        <a14:foregroundMark x1="87938" y1="14607" x2="93500" y2="20506"/>
                        <a14:foregroundMark x1="93500" y1="20506" x2="97500" y2="30618"/>
                        <a14:foregroundMark x1="97500" y1="30618" x2="97313" y2="59831"/>
                        <a14:foregroundMark x1="97313" y1="59831" x2="89563" y2="72753"/>
                        <a14:foregroundMark x1="89563" y1="72753" x2="79813" y2="68258"/>
                        <a14:foregroundMark x1="79813" y1="68258" x2="69438" y2="31180"/>
                        <a14:foregroundMark x1="69438" y1="31180" x2="68688" y2="12921"/>
                        <a14:foregroundMark x1="68688" y1="12921" x2="68688" y2="12640"/>
                        <a14:foregroundMark x1="5938" y1="33708" x2="6750" y2="79213"/>
                        <a14:backgroundMark x1="95264" y1="19646" x2="99063" y2="22472"/>
                        <a14:backgroundMark x1="72250" y1="2528" x2="84419" y2="11579"/>
                        <a14:backgroundMark x1="99063" y1="22472" x2="99563" y2="1685"/>
                        <a14:backgroundMark x1="99563" y1="1685" x2="71625" y2="1966"/>
                        <a14:backgroundMark x1="563" y1="11236" x2="6375" y2="95506"/>
                        <a14:backgroundMark x1="3125" y1="64607" x2="4500" y2="85112"/>
                        <a14:backgroundMark x1="2313" y1="66573" x2="3375" y2="64607"/>
                        <a14:backgroundMark x1="313" y1="17416" x2="625" y2="98315"/>
                        <a14:backgroundMark x1="1188" y1="19382" x2="4313" y2="98596"/>
                        <a14:backgroundMark x1="2750" y1="26685" x2="3125" y2="37079"/>
                        <a14:backgroundMark x1="1750" y1="19382" x2="4500" y2="38483"/>
                        <a14:backgroundMark x1="1750" y1="15449" x2="1750" y2="15449"/>
                        <a14:backgroundMark x1="1750" y1="17135" x2="4313" y2="37640"/>
                        <a14:backgroundMark x1="1875" y1="21910" x2="3938" y2="26966"/>
                        <a14:backgroundMark x1="4313" y1="3371" x2="4375" y2="398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1870" y="254132"/>
            <a:ext cx="3223157" cy="717152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0" r:id="rId2"/>
    <p:sldLayoutId id="2147483650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59" r:id="rId9"/>
    <p:sldLayoutId id="214748366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800" b="0" i="0" u="none" strike="noStrike" cap="none">
          <a:solidFill>
            <a:srgbClr val="000000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457200" marR="0" lvl="0" indent="-406400" algn="l" rtl="0">
        <a:lnSpc>
          <a:spcPct val="100000"/>
        </a:lnSpc>
        <a:spcBef>
          <a:spcPts val="0"/>
        </a:spcBef>
        <a:spcAft>
          <a:spcPts val="0"/>
        </a:spcAft>
        <a:buClr>
          <a:srgbClr val="006666"/>
        </a:buClr>
        <a:buFont typeface="Wingdings" panose="05000000000000000000" pitchFamily="2" charset="2"/>
        <a:buChar char="q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B8542C01-C8C1-40D8-8B10-1D4B5F42B6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1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" t="-541" r="-498" b="541"/>
          <a:stretch/>
        </p:blipFill>
        <p:spPr>
          <a:xfrm rot="10800000">
            <a:off x="3815" y="60960"/>
            <a:ext cx="12184370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0B5417F-309F-4C79-BBC6-6091D679608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Blur radiu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41" y="650660"/>
            <a:ext cx="10599399" cy="5678599"/>
          </a:xfrm>
          <a:prstGeom prst="rect">
            <a:avLst/>
          </a:prstGeom>
        </p:spPr>
      </p:pic>
      <p:pic>
        <p:nvPicPr>
          <p:cNvPr id="12" name="Picture 1">
            <a:extLst>
              <a:ext uri="{FF2B5EF4-FFF2-40B4-BE49-F238E27FC236}">
                <a16:creationId xmlns:a16="http://schemas.microsoft.com/office/drawing/2014/main" id="{A3ACABDA-36C6-435D-B679-745B6D49D28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/>
        </p:blipFill>
        <p:spPr>
          <a:xfrm>
            <a:off x="8832780" y="184357"/>
            <a:ext cx="3230412" cy="714476"/>
          </a:xfrm>
          <a:prstGeom prst="rect">
            <a:avLst/>
          </a:prstGeom>
        </p:spPr>
      </p:pic>
      <p:sp>
        <p:nvSpPr>
          <p:cNvPr id="17" name="矩形 7">
            <a:extLst>
              <a:ext uri="{FF2B5EF4-FFF2-40B4-BE49-F238E27FC236}">
                <a16:creationId xmlns:a16="http://schemas.microsoft.com/office/drawing/2014/main" id="{E6AFE4D6-3D2A-416A-B537-DA8288F37BA1}"/>
              </a:ext>
            </a:extLst>
          </p:cNvPr>
          <p:cNvSpPr/>
          <p:nvPr userDrawn="1"/>
        </p:nvSpPr>
        <p:spPr>
          <a:xfrm flipH="1">
            <a:off x="-7629" y="6513308"/>
            <a:ext cx="12201043" cy="365126"/>
          </a:xfrm>
          <a:custGeom>
            <a:avLst/>
            <a:gdLst>
              <a:gd name="connsiteX0" fmla="*/ 0 w 12192000"/>
              <a:gd name="connsiteY0" fmla="*/ 0 h 609599"/>
              <a:gd name="connsiteX1" fmla="*/ 12192000 w 12192000"/>
              <a:gd name="connsiteY1" fmla="*/ 0 h 609599"/>
              <a:gd name="connsiteX2" fmla="*/ 12192000 w 12192000"/>
              <a:gd name="connsiteY2" fmla="*/ 609599 h 609599"/>
              <a:gd name="connsiteX3" fmla="*/ 0 w 12192000"/>
              <a:gd name="connsiteY3" fmla="*/ 609599 h 609599"/>
              <a:gd name="connsiteX4" fmla="*/ 0 w 12192000"/>
              <a:gd name="connsiteY4" fmla="*/ 0 h 609599"/>
              <a:gd name="connsiteX0" fmla="*/ 0 w 12192000"/>
              <a:gd name="connsiteY0" fmla="*/ 548640 h 1158239"/>
              <a:gd name="connsiteX1" fmla="*/ 12192000 w 12192000"/>
              <a:gd name="connsiteY1" fmla="*/ 548640 h 1158239"/>
              <a:gd name="connsiteX2" fmla="*/ 12192000 w 12192000"/>
              <a:gd name="connsiteY2" fmla="*/ 1158239 h 1158239"/>
              <a:gd name="connsiteX3" fmla="*/ 0 w 12192000"/>
              <a:gd name="connsiteY3" fmla="*/ 1158239 h 1158239"/>
              <a:gd name="connsiteX4" fmla="*/ 0 w 12192000"/>
              <a:gd name="connsiteY4" fmla="*/ 548640 h 1158239"/>
              <a:gd name="connsiteX0" fmla="*/ 0 w 12192000"/>
              <a:gd name="connsiteY0" fmla="*/ 376700 h 986299"/>
              <a:gd name="connsiteX1" fmla="*/ 12192000 w 12192000"/>
              <a:gd name="connsiteY1" fmla="*/ 376700 h 986299"/>
              <a:gd name="connsiteX2" fmla="*/ 12192000 w 12192000"/>
              <a:gd name="connsiteY2" fmla="*/ 986299 h 986299"/>
              <a:gd name="connsiteX3" fmla="*/ 0 w 12192000"/>
              <a:gd name="connsiteY3" fmla="*/ 986299 h 986299"/>
              <a:gd name="connsiteX4" fmla="*/ 0 w 12192000"/>
              <a:gd name="connsiteY4" fmla="*/ 376700 h 986299"/>
              <a:gd name="connsiteX0" fmla="*/ 0 w 12192000"/>
              <a:gd name="connsiteY0" fmla="*/ 438928 h 1048527"/>
              <a:gd name="connsiteX1" fmla="*/ 12192000 w 12192000"/>
              <a:gd name="connsiteY1" fmla="*/ 438928 h 1048527"/>
              <a:gd name="connsiteX2" fmla="*/ 12192000 w 12192000"/>
              <a:gd name="connsiteY2" fmla="*/ 1048527 h 1048527"/>
              <a:gd name="connsiteX3" fmla="*/ 0 w 12192000"/>
              <a:gd name="connsiteY3" fmla="*/ 1048527 h 1048527"/>
              <a:gd name="connsiteX4" fmla="*/ 0 w 12192000"/>
              <a:gd name="connsiteY4" fmla="*/ 438928 h 1048527"/>
              <a:gd name="connsiteX0" fmla="*/ 0 w 12192000"/>
              <a:gd name="connsiteY0" fmla="*/ 181799 h 791398"/>
              <a:gd name="connsiteX1" fmla="*/ 12192000 w 12192000"/>
              <a:gd name="connsiteY1" fmla="*/ 181799 h 791398"/>
              <a:gd name="connsiteX2" fmla="*/ 12192000 w 12192000"/>
              <a:gd name="connsiteY2" fmla="*/ 791398 h 791398"/>
              <a:gd name="connsiteX3" fmla="*/ 0 w 12192000"/>
              <a:gd name="connsiteY3" fmla="*/ 791398 h 791398"/>
              <a:gd name="connsiteX4" fmla="*/ 0 w 12192000"/>
              <a:gd name="connsiteY4" fmla="*/ 181799 h 791398"/>
              <a:gd name="connsiteX0" fmla="*/ 0 w 12192000"/>
              <a:gd name="connsiteY0" fmla="*/ 187345 h 796944"/>
              <a:gd name="connsiteX1" fmla="*/ 12192000 w 12192000"/>
              <a:gd name="connsiteY1" fmla="*/ 187345 h 796944"/>
              <a:gd name="connsiteX2" fmla="*/ 12192000 w 12192000"/>
              <a:gd name="connsiteY2" fmla="*/ 796944 h 796944"/>
              <a:gd name="connsiteX3" fmla="*/ 0 w 12192000"/>
              <a:gd name="connsiteY3" fmla="*/ 796944 h 796944"/>
              <a:gd name="connsiteX4" fmla="*/ 0 w 12192000"/>
              <a:gd name="connsiteY4" fmla="*/ 187345 h 796944"/>
              <a:gd name="connsiteX0" fmla="*/ 0 w 12192000"/>
              <a:gd name="connsiteY0" fmla="*/ 154569 h 764168"/>
              <a:gd name="connsiteX1" fmla="*/ 12192000 w 12192000"/>
              <a:gd name="connsiteY1" fmla="*/ 154569 h 764168"/>
              <a:gd name="connsiteX2" fmla="*/ 12192000 w 12192000"/>
              <a:gd name="connsiteY2" fmla="*/ 764168 h 764168"/>
              <a:gd name="connsiteX3" fmla="*/ 0 w 12192000"/>
              <a:gd name="connsiteY3" fmla="*/ 764168 h 764168"/>
              <a:gd name="connsiteX4" fmla="*/ 0 w 12192000"/>
              <a:gd name="connsiteY4" fmla="*/ 154569 h 764168"/>
              <a:gd name="connsiteX0" fmla="*/ 0 w 12192000"/>
              <a:gd name="connsiteY0" fmla="*/ 165354 h 774953"/>
              <a:gd name="connsiteX1" fmla="*/ 12192000 w 12192000"/>
              <a:gd name="connsiteY1" fmla="*/ 165354 h 774953"/>
              <a:gd name="connsiteX2" fmla="*/ 12192000 w 12192000"/>
              <a:gd name="connsiteY2" fmla="*/ 774953 h 774953"/>
              <a:gd name="connsiteX3" fmla="*/ 0 w 12192000"/>
              <a:gd name="connsiteY3" fmla="*/ 774953 h 774953"/>
              <a:gd name="connsiteX4" fmla="*/ 0 w 12192000"/>
              <a:gd name="connsiteY4" fmla="*/ 165354 h 774953"/>
              <a:gd name="connsiteX0" fmla="*/ 0 w 12192000"/>
              <a:gd name="connsiteY0" fmla="*/ 181798 h 791397"/>
              <a:gd name="connsiteX1" fmla="*/ 12192000 w 12192000"/>
              <a:gd name="connsiteY1" fmla="*/ 181798 h 791397"/>
              <a:gd name="connsiteX2" fmla="*/ 12192000 w 12192000"/>
              <a:gd name="connsiteY2" fmla="*/ 791397 h 791397"/>
              <a:gd name="connsiteX3" fmla="*/ 0 w 12192000"/>
              <a:gd name="connsiteY3" fmla="*/ 791397 h 791397"/>
              <a:gd name="connsiteX4" fmla="*/ 0 w 12192000"/>
              <a:gd name="connsiteY4" fmla="*/ 181798 h 791397"/>
              <a:gd name="connsiteX0" fmla="*/ 0 w 12192000"/>
              <a:gd name="connsiteY0" fmla="*/ 88858 h 698457"/>
              <a:gd name="connsiteX1" fmla="*/ 12192000 w 12192000"/>
              <a:gd name="connsiteY1" fmla="*/ 88858 h 698457"/>
              <a:gd name="connsiteX2" fmla="*/ 12192000 w 12192000"/>
              <a:gd name="connsiteY2" fmla="*/ 698457 h 698457"/>
              <a:gd name="connsiteX3" fmla="*/ 0 w 12192000"/>
              <a:gd name="connsiteY3" fmla="*/ 698457 h 698457"/>
              <a:gd name="connsiteX4" fmla="*/ 0 w 12192000"/>
              <a:gd name="connsiteY4" fmla="*/ 88858 h 698457"/>
              <a:gd name="connsiteX0" fmla="*/ 10160 w 12192000"/>
              <a:gd name="connsiteY0" fmla="*/ 93903 h 612062"/>
              <a:gd name="connsiteX1" fmla="*/ 12192000 w 12192000"/>
              <a:gd name="connsiteY1" fmla="*/ 2463 h 612062"/>
              <a:gd name="connsiteX2" fmla="*/ 12192000 w 12192000"/>
              <a:gd name="connsiteY2" fmla="*/ 612062 h 612062"/>
              <a:gd name="connsiteX3" fmla="*/ 0 w 12192000"/>
              <a:gd name="connsiteY3" fmla="*/ 612062 h 612062"/>
              <a:gd name="connsiteX4" fmla="*/ 10160 w 12192000"/>
              <a:gd name="connsiteY4" fmla="*/ 93903 h 612062"/>
              <a:gd name="connsiteX0" fmla="*/ 0 w 12181840"/>
              <a:gd name="connsiteY0" fmla="*/ 93903 h 612062"/>
              <a:gd name="connsiteX1" fmla="*/ 12181840 w 12181840"/>
              <a:gd name="connsiteY1" fmla="*/ 2463 h 612062"/>
              <a:gd name="connsiteX2" fmla="*/ 12181840 w 12181840"/>
              <a:gd name="connsiteY2" fmla="*/ 612062 h 612062"/>
              <a:gd name="connsiteX3" fmla="*/ 12700 w 12181840"/>
              <a:gd name="connsiteY3" fmla="*/ 612062 h 612062"/>
              <a:gd name="connsiteX4" fmla="*/ 0 w 12181840"/>
              <a:gd name="connsiteY4" fmla="*/ 93903 h 612062"/>
              <a:gd name="connsiteX0" fmla="*/ 0 w 12181840"/>
              <a:gd name="connsiteY0" fmla="*/ 93459 h 619238"/>
              <a:gd name="connsiteX1" fmla="*/ 12181840 w 12181840"/>
              <a:gd name="connsiteY1" fmla="*/ 9639 h 619238"/>
              <a:gd name="connsiteX2" fmla="*/ 12181840 w 12181840"/>
              <a:gd name="connsiteY2" fmla="*/ 619238 h 619238"/>
              <a:gd name="connsiteX3" fmla="*/ 12700 w 12181840"/>
              <a:gd name="connsiteY3" fmla="*/ 619238 h 619238"/>
              <a:gd name="connsiteX4" fmla="*/ 0 w 12181840"/>
              <a:gd name="connsiteY4" fmla="*/ 93459 h 619238"/>
              <a:gd name="connsiteX0" fmla="*/ 0 w 12181840"/>
              <a:gd name="connsiteY0" fmla="*/ 93459 h 619238"/>
              <a:gd name="connsiteX1" fmla="*/ 12181840 w 12181840"/>
              <a:gd name="connsiteY1" fmla="*/ 9639 h 619238"/>
              <a:gd name="connsiteX2" fmla="*/ 12181840 w 12181840"/>
              <a:gd name="connsiteY2" fmla="*/ 619238 h 619238"/>
              <a:gd name="connsiteX3" fmla="*/ 12700 w 12181840"/>
              <a:gd name="connsiteY3" fmla="*/ 619238 h 619238"/>
              <a:gd name="connsiteX4" fmla="*/ 0 w 12181840"/>
              <a:gd name="connsiteY4" fmla="*/ 93459 h 619238"/>
              <a:gd name="connsiteX0" fmla="*/ 0 w 12197080"/>
              <a:gd name="connsiteY0" fmla="*/ 93459 h 619238"/>
              <a:gd name="connsiteX1" fmla="*/ 12197080 w 12197080"/>
              <a:gd name="connsiteY1" fmla="*/ 9639 h 619238"/>
              <a:gd name="connsiteX2" fmla="*/ 12197080 w 12197080"/>
              <a:gd name="connsiteY2" fmla="*/ 619238 h 619238"/>
              <a:gd name="connsiteX3" fmla="*/ 27940 w 12197080"/>
              <a:gd name="connsiteY3" fmla="*/ 619238 h 619238"/>
              <a:gd name="connsiteX4" fmla="*/ 0 w 12197080"/>
              <a:gd name="connsiteY4" fmla="*/ 93459 h 619238"/>
              <a:gd name="connsiteX0" fmla="*/ 2540 w 12199620"/>
              <a:gd name="connsiteY0" fmla="*/ 93459 h 619238"/>
              <a:gd name="connsiteX1" fmla="*/ 12199620 w 12199620"/>
              <a:gd name="connsiteY1" fmla="*/ 9639 h 619238"/>
              <a:gd name="connsiteX2" fmla="*/ 12199620 w 12199620"/>
              <a:gd name="connsiteY2" fmla="*/ 619238 h 619238"/>
              <a:gd name="connsiteX3" fmla="*/ 0 w 12199620"/>
              <a:gd name="connsiteY3" fmla="*/ 611618 h 619238"/>
              <a:gd name="connsiteX4" fmla="*/ 2540 w 12199620"/>
              <a:gd name="connsiteY4" fmla="*/ 93459 h 619238"/>
              <a:gd name="connsiteX0" fmla="*/ 153 w 12201043"/>
              <a:gd name="connsiteY0" fmla="*/ 152400 h 609599"/>
              <a:gd name="connsiteX1" fmla="*/ 12201043 w 12201043"/>
              <a:gd name="connsiteY1" fmla="*/ 0 h 609599"/>
              <a:gd name="connsiteX2" fmla="*/ 12201043 w 12201043"/>
              <a:gd name="connsiteY2" fmla="*/ 609599 h 609599"/>
              <a:gd name="connsiteX3" fmla="*/ 1423 w 12201043"/>
              <a:gd name="connsiteY3" fmla="*/ 601979 h 609599"/>
              <a:gd name="connsiteX4" fmla="*/ 153 w 12201043"/>
              <a:gd name="connsiteY4" fmla="*/ 152400 h 609599"/>
              <a:gd name="connsiteX0" fmla="*/ 153 w 12201043"/>
              <a:gd name="connsiteY0" fmla="*/ 184785 h 609599"/>
              <a:gd name="connsiteX1" fmla="*/ 12201043 w 12201043"/>
              <a:gd name="connsiteY1" fmla="*/ 0 h 609599"/>
              <a:gd name="connsiteX2" fmla="*/ 12201043 w 12201043"/>
              <a:gd name="connsiteY2" fmla="*/ 609599 h 609599"/>
              <a:gd name="connsiteX3" fmla="*/ 1423 w 12201043"/>
              <a:gd name="connsiteY3" fmla="*/ 601979 h 609599"/>
              <a:gd name="connsiteX4" fmla="*/ 153 w 12201043"/>
              <a:gd name="connsiteY4" fmla="*/ 184785 h 609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01043" h="609599">
                <a:moveTo>
                  <a:pt x="153" y="184785"/>
                </a:moveTo>
                <a:cubicBezTo>
                  <a:pt x="6075833" y="-272415"/>
                  <a:pt x="8457083" y="1051560"/>
                  <a:pt x="12201043" y="0"/>
                </a:cubicBezTo>
                <a:lnTo>
                  <a:pt x="12201043" y="609599"/>
                </a:lnTo>
                <a:lnTo>
                  <a:pt x="1423" y="601979"/>
                </a:lnTo>
                <a:cubicBezTo>
                  <a:pt x="2270" y="429259"/>
                  <a:pt x="-694" y="357505"/>
                  <a:pt x="153" y="184785"/>
                </a:cubicBezTo>
                <a:close/>
              </a:path>
            </a:pathLst>
          </a:custGeom>
          <a:gradFill flip="none" rotWithShape="1">
            <a:gsLst>
              <a:gs pos="60000">
                <a:srgbClr val="008A41">
                  <a:alpha val="49804"/>
                </a:srgbClr>
              </a:gs>
              <a:gs pos="0">
                <a:srgbClr val="008A41">
                  <a:alpha val="70000"/>
                </a:srgbClr>
              </a:gs>
              <a:gs pos="100000">
                <a:srgbClr val="A0D2B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70D1B723-B0B4-45A4-8840-4600125A4FC3}"/>
              </a:ext>
            </a:extLst>
          </p:cNvPr>
          <p:cNvSpPr/>
          <p:nvPr userDrawn="1"/>
        </p:nvSpPr>
        <p:spPr>
          <a:xfrm flipH="1" flipV="1">
            <a:off x="-6102" y="-10166"/>
            <a:ext cx="12194287" cy="388033"/>
          </a:xfrm>
          <a:custGeom>
            <a:avLst/>
            <a:gdLst>
              <a:gd name="connsiteX0" fmla="*/ 12192000 w 12192000"/>
              <a:gd name="connsiteY0" fmla="*/ 0 h 2039768"/>
              <a:gd name="connsiteX1" fmla="*/ 12192000 w 12192000"/>
              <a:gd name="connsiteY1" fmla="*/ 2039768 h 2039768"/>
              <a:gd name="connsiteX2" fmla="*/ 0 w 12192000"/>
              <a:gd name="connsiteY2" fmla="*/ 2039768 h 2039768"/>
              <a:gd name="connsiteX3" fmla="*/ 0 w 12192000"/>
              <a:gd name="connsiteY3" fmla="*/ 819391 h 2039768"/>
              <a:gd name="connsiteX4" fmla="*/ 37309 w 12192000"/>
              <a:gd name="connsiteY4" fmla="*/ 834936 h 2039768"/>
              <a:gd name="connsiteX5" fmla="*/ 5319640 w 12192000"/>
              <a:gd name="connsiteY5" fmla="*/ 1747868 h 2039768"/>
              <a:gd name="connsiteX6" fmla="*/ 11971651 w 12192000"/>
              <a:gd name="connsiteY6" fmla="*/ 149892 h 2039768"/>
              <a:gd name="connsiteX0" fmla="*/ 12192000 w 12192000"/>
              <a:gd name="connsiteY0" fmla="*/ 373966 h 1893600"/>
              <a:gd name="connsiteX1" fmla="*/ 12192000 w 12192000"/>
              <a:gd name="connsiteY1" fmla="*/ 1893600 h 1893600"/>
              <a:gd name="connsiteX2" fmla="*/ 0 w 12192000"/>
              <a:gd name="connsiteY2" fmla="*/ 1893600 h 1893600"/>
              <a:gd name="connsiteX3" fmla="*/ 0 w 12192000"/>
              <a:gd name="connsiteY3" fmla="*/ 673223 h 1893600"/>
              <a:gd name="connsiteX4" fmla="*/ 37309 w 12192000"/>
              <a:gd name="connsiteY4" fmla="*/ 688768 h 1893600"/>
              <a:gd name="connsiteX5" fmla="*/ 5319640 w 12192000"/>
              <a:gd name="connsiteY5" fmla="*/ 1601700 h 1893600"/>
              <a:gd name="connsiteX6" fmla="*/ 11971651 w 12192000"/>
              <a:gd name="connsiteY6" fmla="*/ 3724 h 1893600"/>
              <a:gd name="connsiteX7" fmla="*/ 12192000 w 12192000"/>
              <a:gd name="connsiteY7" fmla="*/ 373966 h 1893600"/>
              <a:gd name="connsiteX0" fmla="*/ 12192000 w 12192000"/>
              <a:gd name="connsiteY0" fmla="*/ 1413 h 1521047"/>
              <a:gd name="connsiteX1" fmla="*/ 12192000 w 12192000"/>
              <a:gd name="connsiteY1" fmla="*/ 1521047 h 1521047"/>
              <a:gd name="connsiteX2" fmla="*/ 0 w 12192000"/>
              <a:gd name="connsiteY2" fmla="*/ 1521047 h 1521047"/>
              <a:gd name="connsiteX3" fmla="*/ 0 w 12192000"/>
              <a:gd name="connsiteY3" fmla="*/ 300670 h 1521047"/>
              <a:gd name="connsiteX4" fmla="*/ 37309 w 12192000"/>
              <a:gd name="connsiteY4" fmla="*/ 316215 h 1521047"/>
              <a:gd name="connsiteX5" fmla="*/ 5319640 w 12192000"/>
              <a:gd name="connsiteY5" fmla="*/ 1229147 h 1521047"/>
              <a:gd name="connsiteX6" fmla="*/ 12192000 w 12192000"/>
              <a:gd name="connsiteY6" fmla="*/ 1413 h 1521047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0 w 12192000"/>
              <a:gd name="connsiteY3" fmla="*/ 299257 h 1519634"/>
              <a:gd name="connsiteX4" fmla="*/ 37309 w 12192000"/>
              <a:gd name="connsiteY4" fmla="*/ 314802 h 1519634"/>
              <a:gd name="connsiteX5" fmla="*/ 5319640 w 12192000"/>
              <a:gd name="connsiteY5" fmla="*/ 1227734 h 1519634"/>
              <a:gd name="connsiteX6" fmla="*/ 12192000 w 12192000"/>
              <a:gd name="connsiteY6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0 w 12192000"/>
              <a:gd name="connsiteY3" fmla="*/ 299257 h 1519634"/>
              <a:gd name="connsiteX4" fmla="*/ 140179 w 12192000"/>
              <a:gd name="connsiteY4" fmla="*/ 401490 h 1519634"/>
              <a:gd name="connsiteX5" fmla="*/ 5319640 w 12192000"/>
              <a:gd name="connsiteY5" fmla="*/ 1227734 h 1519634"/>
              <a:gd name="connsiteX6" fmla="*/ 12192000 w 12192000"/>
              <a:gd name="connsiteY6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0 w 12192000"/>
              <a:gd name="connsiteY3" fmla="*/ 299257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3810 w 12192000"/>
              <a:gd name="connsiteY3" fmla="*/ 628674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3810 w 12192000"/>
              <a:gd name="connsiteY3" fmla="*/ 628674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3810 w 12192000"/>
              <a:gd name="connsiteY3" fmla="*/ 628674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2000 w 12192000"/>
              <a:gd name="connsiteY0" fmla="*/ 0 h 1519634"/>
              <a:gd name="connsiteX1" fmla="*/ 12192000 w 12192000"/>
              <a:gd name="connsiteY1" fmla="*/ 1519634 h 1519634"/>
              <a:gd name="connsiteX2" fmla="*/ 0 w 12192000"/>
              <a:gd name="connsiteY2" fmla="*/ 1519634 h 1519634"/>
              <a:gd name="connsiteX3" fmla="*/ 3810 w 12192000"/>
              <a:gd name="connsiteY3" fmla="*/ 628674 h 1519634"/>
              <a:gd name="connsiteX4" fmla="*/ 5319640 w 12192000"/>
              <a:gd name="connsiteY4" fmla="*/ 1227734 h 1519634"/>
              <a:gd name="connsiteX5" fmla="*/ 12192000 w 12192000"/>
              <a:gd name="connsiteY5" fmla="*/ 0 h 1519634"/>
              <a:gd name="connsiteX0" fmla="*/ 12198096 w 12198096"/>
              <a:gd name="connsiteY0" fmla="*/ 0 h 1325451"/>
              <a:gd name="connsiteX1" fmla="*/ 12192000 w 12198096"/>
              <a:gd name="connsiteY1" fmla="*/ 1325451 h 1325451"/>
              <a:gd name="connsiteX2" fmla="*/ 0 w 12198096"/>
              <a:gd name="connsiteY2" fmla="*/ 1325451 h 1325451"/>
              <a:gd name="connsiteX3" fmla="*/ 3810 w 12198096"/>
              <a:gd name="connsiteY3" fmla="*/ 434491 h 1325451"/>
              <a:gd name="connsiteX4" fmla="*/ 5319640 w 12198096"/>
              <a:gd name="connsiteY4" fmla="*/ 1033551 h 1325451"/>
              <a:gd name="connsiteX5" fmla="*/ 12198096 w 12198096"/>
              <a:gd name="connsiteY5" fmla="*/ 0 h 1325451"/>
              <a:gd name="connsiteX0" fmla="*/ 12198096 w 12198096"/>
              <a:gd name="connsiteY0" fmla="*/ 0 h 1325451"/>
              <a:gd name="connsiteX1" fmla="*/ 12192000 w 12198096"/>
              <a:gd name="connsiteY1" fmla="*/ 1325451 h 1325451"/>
              <a:gd name="connsiteX2" fmla="*/ 0 w 12198096"/>
              <a:gd name="connsiteY2" fmla="*/ 1325451 h 1325451"/>
              <a:gd name="connsiteX3" fmla="*/ 3810 w 12198096"/>
              <a:gd name="connsiteY3" fmla="*/ 434491 h 1325451"/>
              <a:gd name="connsiteX4" fmla="*/ 5325736 w 12198096"/>
              <a:gd name="connsiteY4" fmla="*/ 978070 h 1325451"/>
              <a:gd name="connsiteX5" fmla="*/ 12198096 w 12198096"/>
              <a:gd name="connsiteY5" fmla="*/ 0 h 1325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8096" h="1325451">
                <a:moveTo>
                  <a:pt x="12198096" y="0"/>
                </a:moveTo>
                <a:lnTo>
                  <a:pt x="12192000" y="1325451"/>
                </a:lnTo>
                <a:lnTo>
                  <a:pt x="0" y="1325451"/>
                </a:lnTo>
                <a:lnTo>
                  <a:pt x="3810" y="434491"/>
                </a:lnTo>
                <a:cubicBezTo>
                  <a:pt x="1718603" y="876908"/>
                  <a:pt x="3533473" y="963319"/>
                  <a:pt x="5325736" y="978070"/>
                </a:cubicBezTo>
                <a:cubicBezTo>
                  <a:pt x="7351518" y="925603"/>
                  <a:pt x="10633603" y="731550"/>
                  <a:pt x="12198096" y="0"/>
                </a:cubicBezTo>
                <a:close/>
              </a:path>
            </a:pathLst>
          </a:custGeom>
          <a:gradFill flip="none" rotWithShape="1">
            <a:gsLst>
              <a:gs pos="60000">
                <a:srgbClr val="A0D2B4">
                  <a:alpha val="50000"/>
                </a:srgbClr>
              </a:gs>
              <a:gs pos="0">
                <a:srgbClr val="008A41">
                  <a:alpha val="70000"/>
                </a:srgbClr>
              </a:gs>
              <a:gs pos="100000">
                <a:srgbClr val="A0D2B4">
                  <a:alpha val="5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63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0"/>
          <p:cNvSpPr/>
          <p:nvPr/>
        </p:nvSpPr>
        <p:spPr>
          <a:xfrm>
            <a:off x="1384080" y="1864851"/>
            <a:ext cx="9180000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1" dirty="0">
              <a:solidFill>
                <a:srgbClr val="00924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009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Roles &amp; Responsibilities for </a:t>
            </a:r>
            <a:br>
              <a:rPr lang="en-US" sz="5400" b="1" dirty="0">
                <a:solidFill>
                  <a:srgbClr val="009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5400" b="1" dirty="0">
                <a:solidFill>
                  <a:srgbClr val="009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UV2026 Session Chairs</a:t>
            </a:r>
            <a:endParaRPr sz="2800" b="1" dirty="0">
              <a:solidFill>
                <a:srgbClr val="54813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80">
            <a:extLst>
              <a:ext uri="{FF2B5EF4-FFF2-40B4-BE49-F238E27FC236}">
                <a16:creationId xmlns:a16="http://schemas.microsoft.com/office/drawing/2014/main" id="{7780519F-0C91-1764-3755-63E9075B3443}"/>
              </a:ext>
            </a:extLst>
          </p:cNvPr>
          <p:cNvSpPr txBox="1">
            <a:spLocks/>
          </p:cNvSpPr>
          <p:nvPr/>
        </p:nvSpPr>
        <p:spPr>
          <a:xfrm>
            <a:off x="2818245" y="1845826"/>
            <a:ext cx="8370918" cy="5012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00" b="1" i="0" u="none" strike="noStrike" cap="none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6734" indent="-342900">
              <a:lnSpc>
                <a:spcPct val="120000"/>
              </a:lnSpc>
              <a:spcBef>
                <a:spcPts val="1047"/>
              </a:spcBef>
              <a:buSzPct val="113000"/>
              <a:buFont typeface="Wingdings" panose="05000000000000000000" pitchFamily="2" charset="2"/>
              <a:buChar char="q"/>
            </a:pPr>
            <a:endParaRPr lang="en-US" sz="1867" dirty="0">
              <a:sym typeface="Garamond" panose="02020404030301010803"/>
            </a:endParaRPr>
          </a:p>
        </p:txBody>
      </p:sp>
      <p:sp>
        <p:nvSpPr>
          <p:cNvPr id="5" name="Shape 180">
            <a:extLst>
              <a:ext uri="{FF2B5EF4-FFF2-40B4-BE49-F238E27FC236}">
                <a16:creationId xmlns:a16="http://schemas.microsoft.com/office/drawing/2014/main" id="{D4A0F46B-16E7-EF0D-C8B3-ACC2B0E076DE}"/>
              </a:ext>
            </a:extLst>
          </p:cNvPr>
          <p:cNvSpPr txBox="1">
            <a:spLocks/>
          </p:cNvSpPr>
          <p:nvPr/>
        </p:nvSpPr>
        <p:spPr>
          <a:xfrm>
            <a:off x="558671" y="251082"/>
            <a:ext cx="8370918" cy="727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800" b="1" i="0" u="none" strike="noStrike" cap="none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286166">
              <a:lnSpc>
                <a:spcPct val="120000"/>
              </a:lnSpc>
              <a:spcBef>
                <a:spcPts val="1047"/>
              </a:spcBef>
              <a:buSzPct val="113000"/>
            </a:pPr>
            <a:r>
              <a:rPr lang="en-US" dirty="0"/>
              <a:t>Timetable for Session Chairs</a:t>
            </a:r>
            <a:endParaRPr lang="en-US" dirty="0">
              <a:sym typeface="Garamond" panose="02020404030301010803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F66D56F0-9218-4AFE-3252-FE8F2DFD4C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107720"/>
              </p:ext>
            </p:extLst>
          </p:nvPr>
        </p:nvGraphicFramePr>
        <p:xfrm>
          <a:off x="614482" y="1195104"/>
          <a:ext cx="11451892" cy="5449624"/>
        </p:xfrm>
        <a:graphic>
          <a:graphicData uri="http://schemas.openxmlformats.org/drawingml/2006/table">
            <a:tbl>
              <a:tblPr/>
              <a:tblGrid>
                <a:gridCol w="1931328">
                  <a:extLst>
                    <a:ext uri="{9D8B030D-6E8A-4147-A177-3AD203B41FA5}">
                      <a16:colId xmlns:a16="http://schemas.microsoft.com/office/drawing/2014/main" val="3614555446"/>
                    </a:ext>
                  </a:extLst>
                </a:gridCol>
                <a:gridCol w="9520564">
                  <a:extLst>
                    <a:ext uri="{9D8B030D-6E8A-4147-A177-3AD203B41FA5}">
                      <a16:colId xmlns:a16="http://schemas.microsoft.com/office/drawing/2014/main" val="1590502022"/>
                    </a:ext>
                  </a:extLst>
                </a:gridCol>
              </a:tblGrid>
              <a:tr h="3342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marL="57004" marR="57004" marT="28502" marB="2850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Responsibilities / Tasks</a:t>
                      </a:r>
                    </a:p>
                  </a:txBody>
                  <a:tcPr marL="57004" marR="57004" marT="28502" marB="285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317917"/>
                  </a:ext>
                </a:extLst>
              </a:tr>
              <a:tr h="3588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August 1</a:t>
                      </a:r>
                      <a:endParaRPr lang="en-US" sz="1500" dirty="0">
                        <a:solidFill>
                          <a:srgbClr val="00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004" marR="57004" marT="28502" marB="2850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Finalize speaker and panelist profiles, including bios, affiliations, profile photos, talk titles, and abstracts.</a:t>
                      </a:r>
                    </a:p>
                  </a:txBody>
                  <a:tcPr marL="57004" marR="57004" marT="28502" marB="285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498576"/>
                  </a:ext>
                </a:extLst>
              </a:tr>
              <a:tr h="6051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September 1</a:t>
                      </a:r>
                      <a:endParaRPr lang="en-US" sz="1500" dirty="0">
                        <a:solidFill>
                          <a:srgbClr val="00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004" marR="57004" marT="28502" marB="2850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Conclude the peer-review process for manuscripts submitted by the official August 1 deadline.</a:t>
                      </a:r>
                    </a:p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Issue official acceptance notifications to authors.</a:t>
                      </a:r>
                    </a:p>
                  </a:txBody>
                  <a:tcPr marL="57004" marR="57004" marT="28502" marB="285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5691270"/>
                  </a:ext>
                </a:extLst>
              </a:tr>
              <a:tr h="6051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September 5</a:t>
                      </a:r>
                      <a:endParaRPr lang="en-US" sz="1500" dirty="0">
                        <a:solidFill>
                          <a:srgbClr val="00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004" marR="57004" marT="28502" marB="2850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Submit proposed session agendas to the Program Chairs, including preferred scheduling, speaker order, presentation durations, and total session length.</a:t>
                      </a:r>
                    </a:p>
                  </a:txBody>
                  <a:tcPr marL="57004" marR="57004" marT="28502" marB="285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814957"/>
                  </a:ext>
                </a:extLst>
              </a:tr>
              <a:tr h="6051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September 15</a:t>
                      </a:r>
                      <a:endParaRPr lang="en-US" sz="1500">
                        <a:solidFill>
                          <a:srgbClr val="00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004" marR="57004" marT="28502" marB="2850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Conclude the review process for Program Chair-approved late submissions, if applicable. (Round 1)</a:t>
                      </a:r>
                    </a:p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final program arrangements and update session agendas, speaker titles, and abstracts.</a:t>
                      </a:r>
                    </a:p>
                  </a:txBody>
                  <a:tcPr marL="57004" marR="57004" marT="28502" marB="285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541424"/>
                  </a:ext>
                </a:extLst>
              </a:tr>
              <a:tr h="6051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September 30</a:t>
                      </a:r>
                      <a:endParaRPr lang="en-US" sz="1500">
                        <a:solidFill>
                          <a:srgbClr val="00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004" marR="57004" marT="28502" marB="2850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 any remaining review updates for approved late submissions, if applicable. (Round 2)</a:t>
                      </a:r>
                    </a:p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and update the official Conference Program Book materials.</a:t>
                      </a:r>
                    </a:p>
                  </a:txBody>
                  <a:tcPr marL="57004" marR="57004" marT="28502" marB="285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711795"/>
                  </a:ext>
                </a:extLst>
              </a:tr>
              <a:tr h="6543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October 7</a:t>
                      </a:r>
                      <a:endParaRPr lang="en-US" sz="1500">
                        <a:solidFill>
                          <a:srgbClr val="00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004" marR="57004" marT="28502" marB="2850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Finalize remaining session updates and submit session documentation to the Program Chairs. (Round 3)</a:t>
                      </a:r>
                    </a:p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Compile and submit session proceedings materials, subject to Program Chairs’ confirmation.</a:t>
                      </a:r>
                    </a:p>
                  </a:txBody>
                  <a:tcPr marL="57004" marR="57004" marT="28502" marB="285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280138"/>
                  </a:ext>
                </a:extLst>
              </a:tr>
              <a:tr h="3588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October 10–11</a:t>
                      </a:r>
                      <a:endParaRPr lang="en-US" sz="1500">
                        <a:solidFill>
                          <a:srgbClr val="00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004" marR="57004" marT="28502" marB="2850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Conduct technical connectivity tests with session speakers and collect backup presentation videos.</a:t>
                      </a:r>
                    </a:p>
                  </a:txBody>
                  <a:tcPr marL="57004" marR="57004" marT="28502" marB="285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206391"/>
                  </a:ext>
                </a:extLst>
              </a:tr>
              <a:tr h="3588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October 17–20</a:t>
                      </a:r>
                      <a:endParaRPr lang="en-US" sz="1500">
                        <a:solidFill>
                          <a:srgbClr val="00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004" marR="57004" marT="28502" marB="2850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[IEEE UV2026 Conference]</a:t>
                      </a:r>
                      <a:r>
                        <a:rPr lang="en-US" sz="150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Execute the live session, manage Q&amp;A, and ensure adherence to the published schedule.</a:t>
                      </a:r>
                    </a:p>
                  </a:txBody>
                  <a:tcPr marL="57004" marR="57004" marT="28502" marB="285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561190"/>
                  </a:ext>
                </a:extLst>
              </a:tr>
              <a:tr h="3588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November 1</a:t>
                      </a:r>
                      <a:endParaRPr lang="en-US" sz="1500">
                        <a:solidFill>
                          <a:srgbClr val="00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004" marR="57004" marT="28502" marB="2850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 post-event revised files and final archive materials from invited speakers and general authors, if required.</a:t>
                      </a:r>
                    </a:p>
                  </a:txBody>
                  <a:tcPr marL="57004" marR="57004" marT="28502" marB="285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373493"/>
                  </a:ext>
                </a:extLst>
              </a:tr>
              <a:tr h="6051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November 8</a:t>
                      </a:r>
                      <a:endParaRPr lang="en-US" sz="1500">
                        <a:solidFill>
                          <a:srgbClr val="00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004" marR="57004" marT="28502" marB="28502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Submit updated session documentation and folders to the Program Chairs.</a:t>
                      </a:r>
                    </a:p>
                    <a:p>
                      <a:pPr algn="l">
                        <a:buNone/>
                      </a:pPr>
                      <a:r>
                        <a:rPr lang="en-US" sz="150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 any necessary technical clarifications for the final archive.</a:t>
                      </a:r>
                    </a:p>
                  </a:txBody>
                  <a:tcPr marL="57004" marR="57004" marT="28502" marB="285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185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9562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4C2F2269-897F-7789-F4B6-1E8DC84ED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>
            <a:extLst>
              <a:ext uri="{FF2B5EF4-FFF2-40B4-BE49-F238E27FC236}">
                <a16:creationId xmlns:a16="http://schemas.microsoft.com/office/drawing/2014/main" id="{24E13551-8E80-AEEF-595E-373896B1EFBF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xfrm>
            <a:off x="558671" y="251082"/>
            <a:ext cx="8370918" cy="727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indent="-286166">
              <a:lnSpc>
                <a:spcPct val="120000"/>
              </a:lnSpc>
              <a:spcBef>
                <a:spcPts val="1047"/>
              </a:spcBef>
              <a:buSzPct val="113000"/>
            </a:pPr>
            <a:r>
              <a:rPr lang="en-US" dirty="0"/>
              <a:t>Timetable for Program Chairs</a:t>
            </a:r>
            <a:endParaRPr dirty="0">
              <a:sym typeface="Garamond" panose="02020404030301010803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9CE617F-5BC6-D56D-8FF9-8D549E987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393543"/>
              </p:ext>
            </p:extLst>
          </p:nvPr>
        </p:nvGraphicFramePr>
        <p:xfrm>
          <a:off x="558671" y="1200357"/>
          <a:ext cx="11446831" cy="54892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04599">
                  <a:extLst>
                    <a:ext uri="{9D8B030D-6E8A-4147-A177-3AD203B41FA5}">
                      <a16:colId xmlns:a16="http://schemas.microsoft.com/office/drawing/2014/main" val="1037570975"/>
                    </a:ext>
                  </a:extLst>
                </a:gridCol>
                <a:gridCol w="9542232">
                  <a:extLst>
                    <a:ext uri="{9D8B030D-6E8A-4147-A177-3AD203B41FA5}">
                      <a16:colId xmlns:a16="http://schemas.microsoft.com/office/drawing/2014/main" val="692771109"/>
                    </a:ext>
                  </a:extLst>
                </a:gridCol>
              </a:tblGrid>
              <a:tr h="219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marL="54619" marR="54619" marT="27310" marB="2731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Responsibilities / Tasks</a:t>
                      </a:r>
                    </a:p>
                  </a:txBody>
                  <a:tcPr marL="54619" marR="54619" marT="27310" marB="27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9275477"/>
                  </a:ext>
                </a:extLst>
              </a:tr>
              <a:tr h="3725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August 1</a:t>
                      </a:r>
                      <a:endParaRPr lang="en-US" sz="1600" dirty="0">
                        <a:solidFill>
                          <a:srgbClr val="00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619" marR="54619" marT="27310" marB="2731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and approve the roster of invited speakers to ensure technical alignment with UV2026 themes.</a:t>
                      </a:r>
                    </a:p>
                  </a:txBody>
                  <a:tcPr marL="54619" marR="54619" marT="27310" marB="27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1157152"/>
                  </a:ext>
                </a:extLst>
              </a:tr>
              <a:tr h="5259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September 1</a:t>
                      </a:r>
                      <a:endParaRPr lang="en-US" sz="1600" dirty="0">
                        <a:solidFill>
                          <a:srgbClr val="00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619" marR="54619" marT="27310" marB="2731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 technical instructions for preparing camera-ready manuscripts.</a:t>
                      </a:r>
                    </a:p>
                    <a:p>
                      <a:pPr algn="l">
                        <a:buNone/>
                      </a:pPr>
                      <a:r>
                        <a:rPr lang="en-US" sz="1600" b="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Issue formal registration reminders to all prospective attendees and authors.</a:t>
                      </a:r>
                    </a:p>
                  </a:txBody>
                  <a:tcPr marL="54619" marR="54619" marT="27310" marB="27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279892"/>
                  </a:ext>
                </a:extLst>
              </a:tr>
              <a:tr h="3725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September 5</a:t>
                      </a:r>
                      <a:endParaRPr lang="en-US" sz="1600" dirty="0">
                        <a:solidFill>
                          <a:srgbClr val="00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619" marR="54619" marT="27310" marB="2731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 and synthesize session program proposals from Session Chairs to begin building the master schedule.</a:t>
                      </a:r>
                    </a:p>
                  </a:txBody>
                  <a:tcPr marL="54619" marR="54619" marT="27310" marB="27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723284"/>
                  </a:ext>
                </a:extLst>
              </a:tr>
              <a:tr h="5259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September 15</a:t>
                      </a:r>
                      <a:endParaRPr lang="en-US" sz="1600" dirty="0">
                        <a:solidFill>
                          <a:srgbClr val="00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619" marR="54619" marT="27310" marB="2731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Consolidate session program updates and synthesize the master agenda.</a:t>
                      </a:r>
                    </a:p>
                    <a:p>
                      <a:pPr algn="l">
                        <a:buNone/>
                      </a:pPr>
                      <a:r>
                        <a:rPr lang="en-US" sz="1600" b="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Finalize scheduling and time slots with all Session Chairs.</a:t>
                      </a:r>
                    </a:p>
                  </a:txBody>
                  <a:tcPr marL="54619" marR="54619" marT="27310" marB="27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8706641"/>
                  </a:ext>
                </a:extLst>
              </a:tr>
              <a:tr h="3725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September 25</a:t>
                      </a:r>
                      <a:endParaRPr lang="en-US" sz="1600" dirty="0">
                        <a:solidFill>
                          <a:srgbClr val="00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619" marR="54619" marT="27310" marB="2731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Commence formal compilation of the official Conference Program Book.</a:t>
                      </a:r>
                    </a:p>
                  </a:txBody>
                  <a:tcPr marL="54619" marR="54619" marT="27310" marB="27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7372255"/>
                  </a:ext>
                </a:extLst>
              </a:tr>
              <a:tr h="5259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October 1</a:t>
                      </a:r>
                      <a:endParaRPr lang="en-US" sz="1600">
                        <a:solidFill>
                          <a:srgbClr val="00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619" marR="54619" marT="27310" marB="2731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Update and digitally publish the Conference Program Book on the official website.</a:t>
                      </a:r>
                    </a:p>
                    <a:p>
                      <a:pPr algn="l">
                        <a:buNone/>
                      </a:pPr>
                      <a:r>
                        <a:rPr lang="en-US" sz="1600" b="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Compile online meeting instructions and notify all presenters and attendees.</a:t>
                      </a:r>
                    </a:p>
                  </a:txBody>
                  <a:tcPr marL="54619" marR="54619" marT="27310" marB="27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8308488"/>
                  </a:ext>
                </a:extLst>
              </a:tr>
              <a:tr h="5259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October 10</a:t>
                      </a:r>
                      <a:endParaRPr lang="en-US" sz="1600">
                        <a:solidFill>
                          <a:srgbClr val="00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619" marR="54619" marT="27310" marB="2731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Update the Conference Program Book on the official website.</a:t>
                      </a:r>
                    </a:p>
                    <a:p>
                      <a:pPr algn="l">
                        <a:buNone/>
                      </a:pPr>
                      <a:r>
                        <a:rPr lang="en-US" sz="1600" b="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Compile preliminary Conference Proceedings and generate secure download access for registered participants.</a:t>
                      </a:r>
                    </a:p>
                  </a:txBody>
                  <a:tcPr marL="54619" marR="54619" marT="27310" marB="27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053638"/>
                  </a:ext>
                </a:extLst>
              </a:tr>
              <a:tr h="3725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October 10–11</a:t>
                      </a:r>
                      <a:endParaRPr lang="en-US" sz="1600" dirty="0">
                        <a:solidFill>
                          <a:srgbClr val="00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619" marR="54619" marT="27310" marB="2731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Conduct technical connectivity tests with keynote speakers and collect backup video presentations.</a:t>
                      </a:r>
                    </a:p>
                  </a:txBody>
                  <a:tcPr marL="54619" marR="54619" marT="27310" marB="27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793478"/>
                  </a:ext>
                </a:extLst>
              </a:tr>
              <a:tr h="3725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October 17–20</a:t>
                      </a:r>
                      <a:endParaRPr lang="en-US" sz="1600" dirty="0">
                        <a:solidFill>
                          <a:srgbClr val="00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619" marR="54619" marT="27310" marB="2731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[IEEE UV2026 Conference] </a:t>
                      </a:r>
                      <a:r>
                        <a:rPr lang="en-US" sz="1600" b="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Coordinate the Sessions, Keynote Day, and Closing Ceremony of IEEE UV2026.</a:t>
                      </a:r>
                    </a:p>
                  </a:txBody>
                  <a:tcPr marL="54619" marR="54619" marT="27310" marB="27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0392963"/>
                  </a:ext>
                </a:extLst>
              </a:tr>
              <a:tr h="3725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November 1</a:t>
                      </a:r>
                      <a:endParaRPr lang="en-US" sz="1600" dirty="0">
                        <a:solidFill>
                          <a:srgbClr val="00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619" marR="54619" marT="27310" marB="2731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and verify collected session manuscripts for IEEE formatting and copyright compliance.</a:t>
                      </a:r>
                    </a:p>
                  </a:txBody>
                  <a:tcPr marL="54619" marR="54619" marT="27310" marB="27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9359971"/>
                  </a:ext>
                </a:extLst>
              </a:tr>
              <a:tr h="679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November 30</a:t>
                      </a:r>
                      <a:endParaRPr lang="en-US" sz="1600" dirty="0">
                        <a:solidFill>
                          <a:srgbClr val="00666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619" marR="54619" marT="27310" marB="2731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Incorporate post-event updates into the definitive Program Book and Conference Proceedings.</a:t>
                      </a:r>
                    </a:p>
                    <a:p>
                      <a:pPr algn="l">
                        <a:buNone/>
                      </a:pPr>
                      <a:r>
                        <a:rPr lang="en-US" sz="1600" b="0" dirty="0">
                          <a:solidFill>
                            <a:srgbClr val="00666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Submit the final proceedings package to IEEE for possible archival and inclusion in IEEE Xplore, subject to IEEE scope, formatting, copyright, and quality requirements.</a:t>
                      </a:r>
                    </a:p>
                  </a:txBody>
                  <a:tcPr marL="54619" marR="54619" marT="27310" marB="27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5815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768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 txBox="1">
            <a:spLocks noGrp="1"/>
          </p:cNvSpPr>
          <p:nvPr>
            <p:ph type="body" sz="quarter" idx="10"/>
          </p:nvPr>
        </p:nvSpPr>
        <p:spPr>
          <a:xfrm>
            <a:off x="249838" y="1868314"/>
            <a:ext cx="11692323" cy="3849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533"/>
              </a:spcAft>
              <a:buClr>
                <a:srgbClr val="006666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</a:rPr>
              <a:t>Prepare </a:t>
            </a:r>
            <a:r>
              <a:rPr lang="en-US" altLang="zh-CN" sz="2400" b="1" dirty="0">
                <a:solidFill>
                  <a:schemeClr val="tx1"/>
                </a:solidFill>
              </a:rPr>
              <a:t>and distribute the session-specific “Call for Papers” poster. </a:t>
            </a:r>
            <a:r>
              <a:rPr lang="en-US" altLang="zh-CN" sz="2400" i="1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* </a:t>
            </a:r>
          </a:p>
          <a:p>
            <a:pPr marL="342900" indent="-342900">
              <a:spcBef>
                <a:spcPts val="0"/>
              </a:spcBef>
              <a:spcAft>
                <a:spcPts val="533"/>
              </a:spcAft>
              <a:buClr>
                <a:srgbClr val="006666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</a:rPr>
              <a:t>Prepare and distribute </a:t>
            </a:r>
            <a:r>
              <a:rPr lang="en-US" altLang="zh-CN" sz="2400" b="1" dirty="0">
                <a:solidFill>
                  <a:schemeClr val="tx1"/>
                </a:solidFill>
              </a:rPr>
              <a:t>the “Session Committee &amp; Invited Speakers” poster. </a:t>
            </a:r>
            <a:r>
              <a:rPr lang="en-US" altLang="zh-CN" sz="2400" i="1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* </a:t>
            </a:r>
          </a:p>
          <a:p>
            <a:pPr marL="342900" indent="-342900">
              <a:spcBef>
                <a:spcPts val="0"/>
              </a:spcBef>
              <a:spcAft>
                <a:spcPts val="533"/>
              </a:spcAft>
              <a:buClr>
                <a:srgbClr val="006666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</a:rPr>
              <a:t>Invite </a:t>
            </a:r>
            <a:r>
              <a:rPr lang="en-US" altLang="zh-CN" sz="2400" b="1" dirty="0">
                <a:solidFill>
                  <a:schemeClr val="tx1"/>
                </a:solidFill>
              </a:rPr>
              <a:t>authors, session committee members, speakers, and reviewers.</a:t>
            </a:r>
          </a:p>
          <a:p>
            <a:pPr marL="342900" indent="-342900">
              <a:spcBef>
                <a:spcPts val="0"/>
              </a:spcBef>
              <a:spcAft>
                <a:spcPts val="533"/>
              </a:spcAft>
              <a:buClr>
                <a:srgbClr val="006666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</a:rPr>
              <a:t>Collect and submit </a:t>
            </a:r>
            <a:r>
              <a:rPr lang="en-US" altLang="zh-CN" sz="2400" b="1" dirty="0">
                <a:solidFill>
                  <a:schemeClr val="tx1"/>
                </a:solidFill>
              </a:rPr>
              <a:t>speaker bios, profile photos, talk titles, and abstracts to the Program Chairs.</a:t>
            </a:r>
          </a:p>
          <a:p>
            <a:pPr marL="342900" indent="-342900">
              <a:spcBef>
                <a:spcPts val="0"/>
              </a:spcBef>
              <a:spcAft>
                <a:spcPts val="533"/>
              </a:spcAft>
              <a:buClr>
                <a:srgbClr val="006666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altLang="zh-CN" sz="2400" dirty="0">
                <a:solidFill>
                  <a:schemeClr val="accent2"/>
                </a:solidFill>
              </a:rPr>
              <a:t>Ensure </a:t>
            </a:r>
            <a:r>
              <a:rPr lang="en-US" altLang="zh-CN" sz="2400" dirty="0">
                <a:solidFill>
                  <a:schemeClr val="tx1"/>
                </a:solidFill>
              </a:rPr>
              <a:t>that authors follow IEEE paper formatting and copyright requirements for camera-ready papers. </a:t>
            </a:r>
            <a:r>
              <a:rPr lang="en-US" altLang="zh-CN" sz="2400" i="1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* </a:t>
            </a:r>
            <a:endParaRPr lang="en-US" altLang="zh-CN" sz="2400" b="1" dirty="0">
              <a:solidFill>
                <a:schemeClr val="accent2"/>
              </a:solidFill>
            </a:endParaRPr>
          </a:p>
          <a:p>
            <a:pPr marL="342900" indent="-342900">
              <a:spcBef>
                <a:spcPts val="0"/>
              </a:spcBef>
              <a:spcAft>
                <a:spcPts val="533"/>
              </a:spcAft>
              <a:buClr>
                <a:srgbClr val="006666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</a:rPr>
              <a:t>Organize </a:t>
            </a:r>
            <a:r>
              <a:rPr lang="en-US" altLang="zh-CN" sz="2400" b="1" dirty="0">
                <a:solidFill>
                  <a:schemeClr val="tx1"/>
                </a:solidFill>
              </a:rPr>
              <a:t>paper reviews through the online review system. </a:t>
            </a:r>
            <a:r>
              <a:rPr lang="en-US" altLang="zh-CN" sz="2400" i="1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* </a:t>
            </a:r>
          </a:p>
          <a:p>
            <a:pPr marL="342900" indent="-342900">
              <a:spcBef>
                <a:spcPts val="0"/>
              </a:spcBef>
              <a:spcAft>
                <a:spcPts val="533"/>
              </a:spcAft>
              <a:buClr>
                <a:srgbClr val="006666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</a:rPr>
              <a:t>Submit </a:t>
            </a:r>
            <a:r>
              <a:rPr lang="en-US" altLang="zh-CN" sz="2400" b="1" dirty="0">
                <a:solidFill>
                  <a:schemeClr val="tx1"/>
                </a:solidFill>
              </a:rPr>
              <a:t>the proposed session program and agenda to the Program Chairs.</a:t>
            </a:r>
          </a:p>
          <a:p>
            <a:pPr marL="342900" indent="-342900">
              <a:spcBef>
                <a:spcPts val="0"/>
              </a:spcBef>
              <a:spcAft>
                <a:spcPts val="533"/>
              </a:spcAft>
              <a:buClr>
                <a:srgbClr val="006666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</a:rPr>
              <a:t>Remind </a:t>
            </a:r>
            <a:r>
              <a:rPr lang="en-US" altLang="zh-CN" sz="2400" b="1" dirty="0">
                <a:solidFill>
                  <a:schemeClr val="tx1"/>
                </a:solidFill>
              </a:rPr>
              <a:t>speakers and authors to register early to receive the early-bird rate.</a:t>
            </a:r>
            <a:r>
              <a:rPr lang="en-US" altLang="zh-CN" sz="2000" i="1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</a:p>
          <a:p>
            <a:pPr>
              <a:spcBef>
                <a:spcPts val="0"/>
              </a:spcBef>
              <a:spcAft>
                <a:spcPts val="533"/>
              </a:spcAft>
              <a:buClr>
                <a:srgbClr val="006666"/>
              </a:buClr>
              <a:buSzPct val="100000"/>
            </a:pPr>
            <a:r>
              <a:rPr lang="en-US" altLang="zh-CN" sz="2000" i="1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* [To be completed together with Session Assistants]</a:t>
            </a:r>
          </a:p>
        </p:txBody>
      </p:sp>
      <p:sp>
        <p:nvSpPr>
          <p:cNvPr id="179" name="Shape 179"/>
          <p:cNvSpPr txBox="1">
            <a:spLocks noGrp="1"/>
          </p:cNvSpPr>
          <p:nvPr>
            <p:ph type="title" idx="4294967295"/>
          </p:nvPr>
        </p:nvSpPr>
        <p:spPr>
          <a:xfrm>
            <a:off x="135885" y="442811"/>
            <a:ext cx="10058400" cy="1304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lvl="0" indent="-286166">
              <a:lnSpc>
                <a:spcPct val="120000"/>
              </a:lnSpc>
              <a:spcBef>
                <a:spcPts val="1047"/>
              </a:spcBef>
              <a:buSzPct val="113000"/>
            </a:pPr>
            <a:r>
              <a:rPr lang="en-US" altLang="zh-CN" sz="38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Roles</a:t>
            </a:r>
            <a:r>
              <a:rPr lang="zh-CN" altLang="en-US" sz="38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 </a:t>
            </a:r>
            <a:r>
              <a:rPr lang="en-US" altLang="zh-CN" sz="38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&amp;</a:t>
            </a:r>
            <a:r>
              <a:rPr lang="zh-CN" altLang="en-US" sz="38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 </a:t>
            </a:r>
            <a:r>
              <a:rPr lang="en-US" altLang="zh-CN" sz="38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Responsibilities of Session Chairs </a:t>
            </a:r>
            <a:br>
              <a:rPr lang="en-US" altLang="zh-CN" sz="38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</a:br>
            <a:r>
              <a:rPr lang="en-US" altLang="zh-CN" sz="38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 【1】Session Organization </a:t>
            </a:r>
          </a:p>
        </p:txBody>
      </p:sp>
    </p:spTree>
    <p:extLst>
      <p:ext uri="{BB962C8B-B14F-4D97-AF65-F5344CB8AC3E}">
        <p14:creationId xmlns:p14="http://schemas.microsoft.com/office/powerpoint/2010/main" val="2333117072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 txBox="1">
            <a:spLocks noGrp="1"/>
          </p:cNvSpPr>
          <p:nvPr>
            <p:ph type="body" sz="quarter" idx="10"/>
          </p:nvPr>
        </p:nvSpPr>
        <p:spPr>
          <a:xfrm>
            <a:off x="221225" y="2064773"/>
            <a:ext cx="11749549" cy="360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006666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altLang="zh-CN" sz="2000" b="1" dirty="0">
                <a:solidFill>
                  <a:srgbClr val="ED7D31"/>
                </a:solidFill>
                <a:ea typeface="Garamond" panose="02020404030301010803"/>
                <a:sym typeface="Garamond" panose="02020404030301010803"/>
              </a:rPr>
              <a:t>Keep</a:t>
            </a:r>
            <a:r>
              <a:rPr lang="en-US" altLang="zh-CN" sz="2000" b="1" dirty="0">
                <a:solidFill>
                  <a:schemeClr val="tx1"/>
                </a:solidFill>
                <a:ea typeface="Garamond" panose="02020404030301010803"/>
                <a:sym typeface="Garamond" panose="02020404030301010803"/>
              </a:rPr>
              <a:t> Program Chairs updated on session progress and any program changes.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006666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altLang="zh-CN" sz="2000" b="1" dirty="0">
                <a:solidFill>
                  <a:srgbClr val="ED7D31"/>
                </a:solidFill>
                <a:ea typeface="Garamond" panose="02020404030301010803"/>
                <a:sym typeface="Garamond" panose="02020404030301010803"/>
              </a:rPr>
              <a:t>Notify</a:t>
            </a:r>
            <a:r>
              <a:rPr lang="en-US" altLang="zh-CN" sz="2000" b="1" dirty="0">
                <a:solidFill>
                  <a:schemeClr val="tx1"/>
                </a:solidFill>
                <a:ea typeface="Garamond" panose="02020404030301010803"/>
                <a:sym typeface="Garamond" panose="02020404030301010803"/>
              </a:rPr>
              <a:t> speakers about their assigned time slots and confirm their availability.</a:t>
            </a:r>
            <a:r>
              <a:rPr lang="en-US" altLang="zh-CN" sz="2000" i="1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 * </a:t>
            </a:r>
            <a:endParaRPr lang="en-US" altLang="zh-CN" sz="2000" b="1" dirty="0">
              <a:solidFill>
                <a:schemeClr val="tx1"/>
              </a:solidFill>
              <a:ea typeface="Garamond" panose="02020404030301010803"/>
              <a:sym typeface="Garamond" panose="02020404030301010803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006666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altLang="zh-CN" sz="2000" b="1" dirty="0">
                <a:solidFill>
                  <a:srgbClr val="ED7D31"/>
                </a:solidFill>
                <a:ea typeface="Garamond" panose="02020404030301010803"/>
                <a:sym typeface="Garamond" panose="02020404030301010803"/>
              </a:rPr>
              <a:t>Ensure</a:t>
            </a:r>
            <a:r>
              <a:rPr lang="en-US" altLang="zh-CN" sz="2000" b="1" dirty="0">
                <a:solidFill>
                  <a:schemeClr val="tx1"/>
                </a:solidFill>
                <a:ea typeface="Garamond" panose="02020404030301010803"/>
                <a:sym typeface="Garamond" panose="02020404030301010803"/>
              </a:rPr>
              <a:t> stable connections for remote presenters and stable performance of on-site audio/video systems. </a:t>
            </a:r>
            <a:r>
              <a:rPr lang="en-US" altLang="zh-CN" sz="2000" i="1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* </a:t>
            </a:r>
            <a:endParaRPr lang="en-US" altLang="zh-CN" sz="2000" b="1" dirty="0">
              <a:solidFill>
                <a:schemeClr val="tx1"/>
              </a:solidFill>
              <a:ea typeface="Garamond" panose="02020404030301010803"/>
              <a:sym typeface="Garamond" panose="02020404030301010803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006666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altLang="zh-CN" sz="2000" b="1" dirty="0">
                <a:solidFill>
                  <a:srgbClr val="ED7D31"/>
                </a:solidFill>
                <a:ea typeface="Garamond" panose="02020404030301010803"/>
                <a:sym typeface="Garamond" panose="02020404030301010803"/>
              </a:rPr>
              <a:t>Collect</a:t>
            </a:r>
            <a:r>
              <a:rPr lang="en-US" altLang="zh-CN" sz="2000" b="1" dirty="0">
                <a:solidFill>
                  <a:schemeClr val="tx1"/>
                </a:solidFill>
                <a:ea typeface="Garamond" panose="02020404030301010803"/>
                <a:sym typeface="Garamond" panose="02020404030301010803"/>
              </a:rPr>
              <a:t> backup presentation videos, in case a </a:t>
            </a:r>
            <a:r>
              <a:rPr lang="en-US" altLang="zh-CN" sz="2000" dirty="0">
                <a:solidFill>
                  <a:schemeClr val="tx1"/>
                </a:solidFill>
                <a:sym typeface="Garamond" panose="02020404030301010803"/>
              </a:rPr>
              <a:t>presenter </a:t>
            </a:r>
            <a:r>
              <a:rPr lang="en-US" altLang="zh-CN" sz="2000" dirty="0">
                <a:solidFill>
                  <a:srgbClr val="ED7D31"/>
                </a:solidFill>
                <a:sym typeface="Garamond" panose="02020404030301010803"/>
              </a:rPr>
              <a:t>does not show up</a:t>
            </a:r>
            <a:r>
              <a:rPr lang="en-US" altLang="zh-CN" sz="2000" dirty="0">
                <a:solidFill>
                  <a:schemeClr val="tx1"/>
                </a:solidFill>
                <a:sym typeface="Garamond" panose="02020404030301010803"/>
              </a:rPr>
              <a:t>, record the no-show in the Session Report Form and do not move to the next scheduled presentation</a:t>
            </a:r>
            <a:r>
              <a:rPr lang="en-US" altLang="zh-CN" sz="2000" b="1" dirty="0">
                <a:solidFill>
                  <a:schemeClr val="tx1"/>
                </a:solidFill>
                <a:ea typeface="Garamond" panose="02020404030301010803"/>
                <a:sym typeface="Garamond" panose="02020404030301010803"/>
              </a:rPr>
              <a:t>. </a:t>
            </a:r>
            <a:r>
              <a:rPr lang="en-US" altLang="zh-CN" sz="2000" i="1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* </a:t>
            </a:r>
            <a:endParaRPr lang="en-US" altLang="zh-CN" sz="2000" b="1" dirty="0">
              <a:solidFill>
                <a:schemeClr val="tx1"/>
              </a:solidFill>
              <a:ea typeface="Garamond" panose="02020404030301010803"/>
              <a:sym typeface="Garamond" panose="02020404030301010803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006666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altLang="zh-CN" sz="2000" b="1" dirty="0">
                <a:solidFill>
                  <a:srgbClr val="ED7D31"/>
                </a:solidFill>
                <a:ea typeface="Garamond" panose="02020404030301010803"/>
                <a:sym typeface="Garamond" panose="02020404030301010803"/>
              </a:rPr>
              <a:t>Prepare</a:t>
            </a:r>
            <a:r>
              <a:rPr lang="en-US" altLang="zh-CN" sz="2000" b="1" dirty="0">
                <a:solidFill>
                  <a:schemeClr val="tx1"/>
                </a:solidFill>
                <a:ea typeface="Garamond" panose="02020404030301010803"/>
                <a:sym typeface="Garamond" panose="02020404030301010803"/>
              </a:rPr>
              <a:t> roundtable discussion topics. </a:t>
            </a:r>
            <a:r>
              <a:rPr lang="en-US" altLang="zh-CN" sz="2000" i="1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* 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006666"/>
              </a:buClr>
              <a:buSzPct val="100000"/>
            </a:pPr>
            <a:r>
              <a:rPr lang="en-US" altLang="zh-CN" sz="1800" i="1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</a:rPr>
              <a:t>* [To be completed together with Session Assistants]</a:t>
            </a:r>
            <a:endParaRPr lang="en-US" altLang="zh-CN" sz="1800" dirty="0">
              <a:solidFill>
                <a:schemeClr val="accent2"/>
              </a:solidFill>
            </a:endParaRPr>
          </a:p>
        </p:txBody>
      </p:sp>
      <p:sp>
        <p:nvSpPr>
          <p:cNvPr id="2" name="Shape 179">
            <a:extLst>
              <a:ext uri="{FF2B5EF4-FFF2-40B4-BE49-F238E27FC236}">
                <a16:creationId xmlns:a16="http://schemas.microsoft.com/office/drawing/2014/main" id="{906EF384-0358-5D6A-0CFD-8093C24D24F8}"/>
              </a:ext>
            </a:extLst>
          </p:cNvPr>
          <p:cNvSpPr txBox="1">
            <a:spLocks/>
          </p:cNvSpPr>
          <p:nvPr/>
        </p:nvSpPr>
        <p:spPr>
          <a:xfrm>
            <a:off x="135885" y="442811"/>
            <a:ext cx="10058400" cy="1304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286166">
              <a:lnSpc>
                <a:spcPct val="120000"/>
              </a:lnSpc>
              <a:spcBef>
                <a:spcPts val="1047"/>
              </a:spcBef>
              <a:buSzPct val="113000"/>
            </a:pPr>
            <a:r>
              <a:rPr lang="en-US" altLang="zh-CN" sz="38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Roles</a:t>
            </a:r>
            <a:r>
              <a:rPr lang="zh-CN" altLang="en-US" sz="38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 </a:t>
            </a:r>
            <a:r>
              <a:rPr lang="en-US" altLang="zh-CN" sz="38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&amp;</a:t>
            </a:r>
            <a:r>
              <a:rPr lang="zh-CN" altLang="en-US" sz="38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 </a:t>
            </a:r>
            <a:r>
              <a:rPr lang="en-US" altLang="zh-CN" sz="38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Responsibilities of Session Chairs – 【2】 Online/Hybrid Session Preparation</a:t>
            </a:r>
          </a:p>
        </p:txBody>
      </p:sp>
    </p:spTree>
    <p:extLst>
      <p:ext uri="{BB962C8B-B14F-4D97-AF65-F5344CB8AC3E}">
        <p14:creationId xmlns:p14="http://schemas.microsoft.com/office/powerpoint/2010/main" val="780401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 txBox="1">
            <a:spLocks noGrp="1"/>
          </p:cNvSpPr>
          <p:nvPr>
            <p:ph type="body" sz="quarter" idx="10"/>
          </p:nvPr>
        </p:nvSpPr>
        <p:spPr>
          <a:xfrm>
            <a:off x="460348" y="1841156"/>
            <a:ext cx="11365068" cy="4683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1047"/>
              </a:spcBef>
              <a:buClr>
                <a:srgbClr val="006666"/>
              </a:buClr>
              <a:buSzPct val="113000"/>
              <a:buFont typeface="Wingdings" panose="05000000000000000000" pitchFamily="2" charset="2"/>
              <a:buChar char="q"/>
            </a:pPr>
            <a:r>
              <a:rPr lang="en-US" altLang="zh-CN" sz="1800" b="1" dirty="0">
                <a:solidFill>
                  <a:schemeClr val="accent2"/>
                </a:solidFill>
                <a:sym typeface="Garamond" panose="02020404030301010803"/>
              </a:rPr>
              <a:t>Announce </a:t>
            </a:r>
            <a:r>
              <a:rPr lang="en-US" altLang="zh-CN" sz="1800" dirty="0">
                <a:solidFill>
                  <a:schemeClr val="tx1"/>
                </a:solidFill>
                <a:sym typeface="Garamond" panose="02020404030301010803"/>
              </a:rPr>
              <a:t>the beginning of session presentation </a:t>
            </a:r>
            <a:r>
              <a:rPr lang="en-US" altLang="zh-CN" sz="1800" b="1" dirty="0">
                <a:solidFill>
                  <a:schemeClr val="tx1"/>
                </a:solidFill>
                <a:sym typeface="Garamond" panose="02020404030301010803"/>
              </a:rPr>
              <a:t>and introduce the session topics.</a:t>
            </a:r>
          </a:p>
          <a:p>
            <a:pPr marL="342900" indent="-342900">
              <a:lnSpc>
                <a:spcPct val="120000"/>
              </a:lnSpc>
              <a:spcBef>
                <a:spcPts val="1047"/>
              </a:spcBef>
              <a:buClr>
                <a:srgbClr val="006666"/>
              </a:buClr>
              <a:buSzPct val="113000"/>
              <a:buFont typeface="Wingdings" panose="05000000000000000000" pitchFamily="2" charset="2"/>
              <a:buChar char="q"/>
            </a:pPr>
            <a:r>
              <a:rPr lang="en-US" altLang="zh-CN" sz="1800" b="1" dirty="0">
                <a:solidFill>
                  <a:schemeClr val="accent2"/>
                </a:solidFill>
                <a:sym typeface="Garamond" panose="02020404030301010803"/>
              </a:rPr>
              <a:t>Present </a:t>
            </a:r>
            <a:r>
              <a:rPr lang="en-US" altLang="zh-CN" sz="1800" b="1" dirty="0">
                <a:solidFill>
                  <a:schemeClr val="tx1"/>
                </a:solidFill>
                <a:sym typeface="Garamond" panose="02020404030301010803"/>
              </a:rPr>
              <a:t>a brief summary of the session.</a:t>
            </a:r>
          </a:p>
          <a:p>
            <a:pPr marL="342900" indent="-342900">
              <a:lnSpc>
                <a:spcPct val="120000"/>
              </a:lnSpc>
              <a:spcBef>
                <a:spcPts val="1047"/>
              </a:spcBef>
              <a:buClr>
                <a:srgbClr val="006666"/>
              </a:buClr>
              <a:buSzPct val="113000"/>
              <a:buFont typeface="Wingdings" panose="05000000000000000000" pitchFamily="2" charset="2"/>
              <a:buChar char="q"/>
            </a:pPr>
            <a:r>
              <a:rPr lang="en-US" altLang="zh-CN" sz="1800" b="1" dirty="0">
                <a:solidFill>
                  <a:schemeClr val="accent2"/>
                </a:solidFill>
                <a:sym typeface="Garamond" panose="02020404030301010803"/>
              </a:rPr>
              <a:t>Introduce </a:t>
            </a:r>
            <a:r>
              <a:rPr lang="en-US" altLang="zh-CN" sz="1800" b="1" dirty="0">
                <a:solidFill>
                  <a:schemeClr val="tx1"/>
                </a:solidFill>
                <a:sym typeface="Garamond" panose="02020404030301010803"/>
              </a:rPr>
              <a:t>each speaker and presentation title.</a:t>
            </a:r>
          </a:p>
          <a:p>
            <a:pPr marL="342900" indent="-342900">
              <a:lnSpc>
                <a:spcPct val="120000"/>
              </a:lnSpc>
              <a:spcBef>
                <a:spcPts val="1047"/>
              </a:spcBef>
              <a:buClr>
                <a:srgbClr val="006666"/>
              </a:buClr>
              <a:buSzPct val="113000"/>
              <a:buFont typeface="Wingdings" panose="05000000000000000000" pitchFamily="2" charset="2"/>
              <a:buChar char="q"/>
            </a:pPr>
            <a:r>
              <a:rPr lang="en-US" altLang="zh-CN" sz="1800" dirty="0">
                <a:solidFill>
                  <a:srgbClr val="ED7D31"/>
                </a:solidFill>
                <a:sym typeface="Garamond" panose="02020404030301010803"/>
              </a:rPr>
              <a:t>Host</a:t>
            </a:r>
            <a:r>
              <a:rPr lang="en-US" altLang="zh-CN" sz="1800" dirty="0">
                <a:solidFill>
                  <a:schemeClr val="tx1"/>
                </a:solidFill>
                <a:sym typeface="Garamond" panose="02020404030301010803"/>
              </a:rPr>
              <a:t> each presentation.</a:t>
            </a:r>
            <a:endParaRPr lang="en-US" altLang="zh-CN" sz="1800" b="1" dirty="0">
              <a:solidFill>
                <a:schemeClr val="tx1"/>
              </a:solidFill>
              <a:sym typeface="Garamond" panose="02020404030301010803"/>
            </a:endParaRPr>
          </a:p>
          <a:p>
            <a:pPr marL="342900" indent="-342900">
              <a:lnSpc>
                <a:spcPct val="120000"/>
              </a:lnSpc>
              <a:spcBef>
                <a:spcPts val="1047"/>
              </a:spcBef>
              <a:buClr>
                <a:srgbClr val="006666"/>
              </a:buClr>
              <a:buSzPct val="113000"/>
              <a:buFont typeface="Wingdings" panose="05000000000000000000" pitchFamily="2" charset="2"/>
              <a:buChar char="q"/>
            </a:pPr>
            <a:r>
              <a:rPr lang="en-US" altLang="zh-CN" sz="1800" b="1" dirty="0">
                <a:solidFill>
                  <a:schemeClr val="tx1"/>
                </a:solidFill>
                <a:sym typeface="Garamond" panose="02020404030301010803"/>
              </a:rPr>
              <a:t>If a presenter </a:t>
            </a:r>
            <a:r>
              <a:rPr lang="en-US" altLang="zh-CN" sz="1800" b="1" dirty="0">
                <a:solidFill>
                  <a:srgbClr val="ED7D31"/>
                </a:solidFill>
                <a:sym typeface="Garamond" panose="02020404030301010803"/>
              </a:rPr>
              <a:t>does not show up</a:t>
            </a:r>
            <a:r>
              <a:rPr lang="en-US" altLang="zh-CN" sz="1800" b="1" dirty="0">
                <a:solidFill>
                  <a:schemeClr val="tx1"/>
                </a:solidFill>
                <a:sym typeface="Garamond" panose="02020404030301010803"/>
              </a:rPr>
              <a:t>, play backup video and </a:t>
            </a:r>
            <a:r>
              <a:rPr lang="en-US" altLang="zh-CN" sz="1800" dirty="0">
                <a:solidFill>
                  <a:schemeClr val="tx1"/>
                </a:solidFill>
                <a:sym typeface="Garamond" panose="02020404030301010803"/>
              </a:rPr>
              <a:t>do not move to the next scheduled presentation</a:t>
            </a:r>
            <a:r>
              <a:rPr lang="en-US" altLang="zh-CN" sz="1800" b="1" dirty="0">
                <a:solidFill>
                  <a:schemeClr val="tx1"/>
                </a:solidFill>
                <a:sym typeface="Garamond" panose="02020404030301010803"/>
              </a:rPr>
              <a:t>.</a:t>
            </a:r>
          </a:p>
          <a:p>
            <a:pPr marL="342900" indent="-342900">
              <a:lnSpc>
                <a:spcPct val="120000"/>
              </a:lnSpc>
              <a:spcBef>
                <a:spcPts val="1047"/>
              </a:spcBef>
              <a:buClr>
                <a:srgbClr val="006666"/>
              </a:buClr>
              <a:buSzPct val="113000"/>
              <a:buFont typeface="Wingdings" panose="05000000000000000000" pitchFamily="2" charset="2"/>
              <a:buChar char="q"/>
            </a:pPr>
            <a:r>
              <a:rPr lang="en-US" altLang="zh-CN" sz="1800" dirty="0">
                <a:solidFill>
                  <a:schemeClr val="accent2"/>
                </a:solidFill>
                <a:sym typeface="Garamond" panose="02020404030301010803"/>
              </a:rPr>
              <a:t>Maintain </a:t>
            </a:r>
            <a:r>
              <a:rPr lang="en-US" altLang="zh-CN" sz="1800" dirty="0">
                <a:solidFill>
                  <a:schemeClr val="tx1"/>
                </a:solidFill>
                <a:sym typeface="Garamond" panose="02020404030301010803"/>
              </a:rPr>
              <a:t>the pre-announced presentation schedule.</a:t>
            </a:r>
            <a:endParaRPr lang="en-US" altLang="zh-CN" sz="1800" dirty="0">
              <a:solidFill>
                <a:srgbClr val="ED7D31"/>
              </a:solidFill>
              <a:sym typeface="Garamond" panose="02020404030301010803"/>
            </a:endParaRPr>
          </a:p>
          <a:p>
            <a:pPr marL="342900" indent="-342900">
              <a:lnSpc>
                <a:spcPct val="120000"/>
              </a:lnSpc>
              <a:spcBef>
                <a:spcPts val="1047"/>
              </a:spcBef>
              <a:buClr>
                <a:srgbClr val="006666"/>
              </a:buClr>
              <a:buSzPct val="113000"/>
              <a:buFont typeface="Wingdings" panose="05000000000000000000" pitchFamily="2" charset="2"/>
              <a:buChar char="q"/>
            </a:pPr>
            <a:r>
              <a:rPr lang="en-US" altLang="zh-CN" sz="1800" dirty="0">
                <a:solidFill>
                  <a:srgbClr val="ED7D31"/>
                </a:solidFill>
                <a:sym typeface="Garamond" panose="02020404030301010803"/>
              </a:rPr>
              <a:t>Host</a:t>
            </a:r>
            <a:r>
              <a:rPr lang="en-US" altLang="zh-CN" sz="1800" dirty="0">
                <a:solidFill>
                  <a:schemeClr val="tx1"/>
                </a:solidFill>
                <a:sym typeface="Garamond" panose="02020404030301010803"/>
              </a:rPr>
              <a:t> the Q&amp;A discussion. </a:t>
            </a:r>
          </a:p>
          <a:p>
            <a:pPr marL="342900" indent="-342900">
              <a:lnSpc>
                <a:spcPct val="120000"/>
              </a:lnSpc>
              <a:spcBef>
                <a:spcPts val="1047"/>
              </a:spcBef>
              <a:buClr>
                <a:srgbClr val="006666"/>
              </a:buClr>
              <a:buSzPct val="113000"/>
              <a:buFont typeface="Wingdings" panose="05000000000000000000" pitchFamily="2" charset="2"/>
              <a:buChar char="q"/>
            </a:pPr>
            <a:r>
              <a:rPr lang="en-US" altLang="zh-CN" sz="1800" b="1" dirty="0">
                <a:solidFill>
                  <a:schemeClr val="accent2"/>
                </a:solidFill>
                <a:sym typeface="Garamond" panose="02020404030301010803"/>
              </a:rPr>
              <a:t>Provide </a:t>
            </a:r>
            <a:r>
              <a:rPr lang="en-US" altLang="zh-CN" sz="1800" b="1" dirty="0">
                <a:solidFill>
                  <a:schemeClr val="tx1"/>
                </a:solidFill>
                <a:sym typeface="Garamond" panose="02020404030301010803"/>
              </a:rPr>
              <a:t>session</a:t>
            </a:r>
            <a:r>
              <a:rPr lang="en-US" altLang="zh-CN" sz="1800" b="1" dirty="0">
                <a:solidFill>
                  <a:schemeClr val="accent2"/>
                </a:solidFill>
                <a:sym typeface="Garamond" panose="02020404030301010803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sym typeface="Garamond" panose="02020404030301010803"/>
              </a:rPr>
              <a:t>closing remarks to thank speakers and attendees.</a:t>
            </a:r>
          </a:p>
          <a:p>
            <a:pPr marL="342900" indent="-342900">
              <a:lnSpc>
                <a:spcPct val="120000"/>
              </a:lnSpc>
              <a:spcBef>
                <a:spcPts val="1047"/>
              </a:spcBef>
              <a:buClr>
                <a:srgbClr val="006666"/>
              </a:buClr>
              <a:buSzPct val="113000"/>
              <a:buFont typeface="Wingdings" panose="05000000000000000000" pitchFamily="2" charset="2"/>
              <a:buChar char="q"/>
            </a:pPr>
            <a:r>
              <a:rPr lang="en-US" altLang="zh-CN" sz="1800" dirty="0">
                <a:solidFill>
                  <a:srgbClr val="ED7D31"/>
                </a:solidFill>
                <a:sym typeface="Garamond" panose="02020404030301010803"/>
              </a:rPr>
              <a:t>Present</a:t>
            </a:r>
            <a:r>
              <a:rPr lang="en-US" altLang="zh-CN" sz="1800" dirty="0">
                <a:solidFill>
                  <a:schemeClr val="tx1"/>
                </a:solidFill>
                <a:sym typeface="Garamond" panose="02020404030301010803"/>
              </a:rPr>
              <a:t> session highlight on the UV2026 closing remarks on Oct.20.</a:t>
            </a:r>
            <a:endParaRPr lang="en-US" altLang="zh-CN" sz="1800" b="1" dirty="0">
              <a:solidFill>
                <a:schemeClr val="tx1"/>
              </a:solidFill>
              <a:sym typeface="Garamond" panose="02020404030301010803"/>
            </a:endParaRPr>
          </a:p>
          <a:p>
            <a:pPr marL="342900" indent="-342900">
              <a:lnSpc>
                <a:spcPct val="120000"/>
              </a:lnSpc>
              <a:spcBef>
                <a:spcPts val="1047"/>
              </a:spcBef>
              <a:buClr>
                <a:srgbClr val="006666"/>
              </a:buClr>
              <a:buSzPct val="113000"/>
              <a:buFont typeface="Wingdings" panose="05000000000000000000" pitchFamily="2" charset="2"/>
              <a:buChar char="q"/>
            </a:pPr>
            <a:r>
              <a:rPr lang="en-US" altLang="zh-CN" sz="1800" dirty="0">
                <a:solidFill>
                  <a:srgbClr val="ED7D31"/>
                </a:solidFill>
                <a:sym typeface="Garamond" panose="02020404030301010803"/>
              </a:rPr>
              <a:t>S</a:t>
            </a:r>
            <a:r>
              <a:rPr lang="en-US" altLang="zh-CN" sz="1800" b="1" dirty="0">
                <a:solidFill>
                  <a:srgbClr val="ED7D31"/>
                </a:solidFill>
                <a:sym typeface="Garamond" panose="02020404030301010803"/>
              </a:rPr>
              <a:t>ubmit</a:t>
            </a:r>
            <a:r>
              <a:rPr lang="en-US" altLang="zh-CN" sz="1800" b="1" dirty="0">
                <a:solidFill>
                  <a:schemeClr val="tx1"/>
                </a:solidFill>
                <a:sym typeface="Garamond" panose="02020404030301010803"/>
              </a:rPr>
              <a:t> the session report to program chair.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2" name="Shape 179">
            <a:extLst>
              <a:ext uri="{FF2B5EF4-FFF2-40B4-BE49-F238E27FC236}">
                <a16:creationId xmlns:a16="http://schemas.microsoft.com/office/drawing/2014/main" id="{C147E0DD-7747-B591-8043-3F230985A7D8}"/>
              </a:ext>
            </a:extLst>
          </p:cNvPr>
          <p:cNvSpPr txBox="1">
            <a:spLocks/>
          </p:cNvSpPr>
          <p:nvPr/>
        </p:nvSpPr>
        <p:spPr>
          <a:xfrm>
            <a:off x="154419" y="455166"/>
            <a:ext cx="11584499" cy="1304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286166">
              <a:lnSpc>
                <a:spcPct val="120000"/>
              </a:lnSpc>
              <a:spcBef>
                <a:spcPts val="1047"/>
              </a:spcBef>
              <a:buSzPct val="113000"/>
            </a:pPr>
            <a:r>
              <a:rPr lang="en-US" altLang="zh-CN" sz="38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Roles</a:t>
            </a:r>
            <a:r>
              <a:rPr lang="zh-CN" altLang="en-US" sz="38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 </a:t>
            </a:r>
            <a:r>
              <a:rPr lang="en-US" altLang="zh-CN" sz="38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&amp;</a:t>
            </a:r>
            <a:r>
              <a:rPr lang="zh-CN" altLang="en-US" sz="38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 </a:t>
            </a:r>
            <a:r>
              <a:rPr lang="en-US" altLang="zh-CN" sz="38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Responsibilities of Session Chairs </a:t>
            </a:r>
          </a:p>
          <a:p>
            <a:pPr indent="-286166">
              <a:lnSpc>
                <a:spcPct val="120000"/>
              </a:lnSpc>
              <a:spcBef>
                <a:spcPts val="1047"/>
              </a:spcBef>
              <a:buSzPct val="113000"/>
            </a:pPr>
            <a:r>
              <a:rPr lang="en-US" altLang="zh-CN" sz="38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 【3】 Hosting Online/Onsite Session Presentation</a:t>
            </a:r>
          </a:p>
        </p:txBody>
      </p:sp>
    </p:spTree>
    <p:extLst>
      <p:ext uri="{BB962C8B-B14F-4D97-AF65-F5344CB8AC3E}">
        <p14:creationId xmlns:p14="http://schemas.microsoft.com/office/powerpoint/2010/main" val="3360740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>
          <a:extLst>
            <a:ext uri="{FF2B5EF4-FFF2-40B4-BE49-F238E27FC236}">
              <a16:creationId xmlns:a16="http://schemas.microsoft.com/office/drawing/2014/main" id="{38E024E9-7FDD-6A78-8131-74C148884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0">
            <a:extLst>
              <a:ext uri="{FF2B5EF4-FFF2-40B4-BE49-F238E27FC236}">
                <a16:creationId xmlns:a16="http://schemas.microsoft.com/office/drawing/2014/main" id="{961DD711-5CFA-D5E9-A794-7436B611A7BA}"/>
              </a:ext>
            </a:extLst>
          </p:cNvPr>
          <p:cNvSpPr/>
          <p:nvPr/>
        </p:nvSpPr>
        <p:spPr>
          <a:xfrm>
            <a:off x="1384080" y="1864851"/>
            <a:ext cx="9180000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1" dirty="0">
              <a:solidFill>
                <a:srgbClr val="00924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009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Roles &amp; Responsibilities for </a:t>
            </a:r>
            <a:br>
              <a:rPr lang="en-US" sz="5400" b="1" dirty="0">
                <a:solidFill>
                  <a:srgbClr val="009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5400" b="1" dirty="0">
                <a:solidFill>
                  <a:srgbClr val="009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UV2026 Session Assistants</a:t>
            </a:r>
            <a:endParaRPr sz="2800" b="1" dirty="0">
              <a:solidFill>
                <a:srgbClr val="54813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81356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 txBox="1">
            <a:spLocks noGrp="1"/>
          </p:cNvSpPr>
          <p:nvPr>
            <p:ph type="body" sz="quarter" idx="10"/>
          </p:nvPr>
        </p:nvSpPr>
        <p:spPr>
          <a:xfrm>
            <a:off x="451022" y="1847336"/>
            <a:ext cx="11740978" cy="4570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56734" indent="-342900">
              <a:lnSpc>
                <a:spcPct val="120000"/>
              </a:lnSpc>
              <a:spcBef>
                <a:spcPts val="0"/>
              </a:spcBef>
              <a:spcAft>
                <a:spcPts val="533"/>
              </a:spcAft>
              <a:buClr>
                <a:srgbClr val="006666"/>
              </a:buClr>
              <a:buSzPct val="100000"/>
              <a:buFont typeface="Wingdings" panose="05000000000000000000" pitchFamily="2" charset="2"/>
              <a:buChar char="q"/>
            </a:pPr>
            <a:r>
              <a:rPr lang="zh-CN" altLang="en-US" sz="2100" dirty="0">
                <a:solidFill>
                  <a:schemeClr val="tx1"/>
                </a:solidFill>
              </a:rPr>
              <a:t> </a:t>
            </a:r>
            <a:r>
              <a:rPr lang="en-US" altLang="zh-CN" sz="2100" b="1" dirty="0">
                <a:solidFill>
                  <a:schemeClr val="accent2"/>
                </a:solidFill>
              </a:rPr>
              <a:t>Design and update </a:t>
            </a:r>
            <a:r>
              <a:rPr lang="en-US" altLang="zh-CN" sz="2100" b="1" dirty="0">
                <a:solidFill>
                  <a:schemeClr val="tx1"/>
                </a:solidFill>
              </a:rPr>
              <a:t>session posters using the UV2026 poster template.</a:t>
            </a:r>
          </a:p>
          <a:p>
            <a:pPr marL="56734" indent="-342900">
              <a:lnSpc>
                <a:spcPct val="120000"/>
              </a:lnSpc>
              <a:spcBef>
                <a:spcPts val="0"/>
              </a:spcBef>
              <a:spcAft>
                <a:spcPts val="533"/>
              </a:spcAft>
              <a:buClr>
                <a:srgbClr val="006666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altLang="zh-CN" sz="2100" b="1" dirty="0">
                <a:solidFill>
                  <a:schemeClr val="accent2"/>
                </a:solidFill>
              </a:rPr>
              <a:t>Update </a:t>
            </a:r>
            <a:r>
              <a:rPr lang="en-US" altLang="zh-CN" sz="2100" b="1" dirty="0">
                <a:solidFill>
                  <a:schemeClr val="tx1"/>
                </a:solidFill>
              </a:rPr>
              <a:t>session posters with bios and profile photos of session committee members and invited speakers.</a:t>
            </a:r>
          </a:p>
          <a:p>
            <a:pPr marL="56734" indent="-342900">
              <a:lnSpc>
                <a:spcPct val="120000"/>
              </a:lnSpc>
              <a:spcBef>
                <a:spcPts val="0"/>
              </a:spcBef>
              <a:spcAft>
                <a:spcPts val="533"/>
              </a:spcAft>
              <a:buClr>
                <a:srgbClr val="006666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altLang="zh-CN" sz="2100" b="1" dirty="0">
                <a:solidFill>
                  <a:schemeClr val="accent2"/>
                </a:solidFill>
              </a:rPr>
              <a:t>Monitor </a:t>
            </a:r>
            <a:r>
              <a:rPr lang="en-US" altLang="zh-CN" sz="2100" b="1" dirty="0">
                <a:solidFill>
                  <a:schemeClr val="tx1"/>
                </a:solidFill>
              </a:rPr>
              <a:t>paper submission status and </a:t>
            </a:r>
            <a:r>
              <a:rPr lang="en-US" altLang="zh-CN" sz="2100" b="1" dirty="0">
                <a:solidFill>
                  <a:srgbClr val="ED7D31"/>
                </a:solidFill>
              </a:rPr>
              <a:t>report</a:t>
            </a:r>
            <a:r>
              <a:rPr lang="en-US" altLang="zh-CN" sz="2100" b="1" dirty="0">
                <a:solidFill>
                  <a:schemeClr val="tx1"/>
                </a:solidFill>
              </a:rPr>
              <a:t> updates to Session Chairs.</a:t>
            </a:r>
          </a:p>
          <a:p>
            <a:pPr marL="971134" lvl="1" indent="-342900">
              <a:lnSpc>
                <a:spcPct val="120000"/>
              </a:lnSpc>
              <a:spcBef>
                <a:spcPts val="0"/>
              </a:spcBef>
              <a:spcAft>
                <a:spcPts val="533"/>
              </a:spcAft>
              <a:buClr>
                <a:srgbClr val="006666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altLang="zh-CN" sz="2000" b="1" dirty="0">
                <a:solidFill>
                  <a:schemeClr val="accent2"/>
                </a:solidFill>
              </a:rPr>
              <a:t>Report </a:t>
            </a:r>
            <a:r>
              <a:rPr lang="en-US" altLang="zh-CN" sz="2000" b="1" dirty="0">
                <a:solidFill>
                  <a:schemeClr val="tx1"/>
                </a:solidFill>
              </a:rPr>
              <a:t>duplicate submissions and technical issues to the IT Team and Program Committee.</a:t>
            </a:r>
          </a:p>
          <a:p>
            <a:pPr marL="56734" indent="-342900">
              <a:lnSpc>
                <a:spcPct val="120000"/>
              </a:lnSpc>
              <a:spcBef>
                <a:spcPts val="0"/>
              </a:spcBef>
              <a:spcAft>
                <a:spcPts val="533"/>
              </a:spcAft>
              <a:buClr>
                <a:srgbClr val="006666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altLang="zh-CN" sz="2100" b="1" dirty="0">
                <a:solidFill>
                  <a:srgbClr val="ED7D31"/>
                </a:solidFill>
              </a:rPr>
              <a:t>Provide</a:t>
            </a:r>
            <a:r>
              <a:rPr lang="en-US" altLang="zh-CN" sz="2100" b="1" dirty="0">
                <a:solidFill>
                  <a:schemeClr val="tx1"/>
                </a:solidFill>
              </a:rPr>
              <a:t> technical support for the online review system for Session Chairs and reviewers.</a:t>
            </a:r>
          </a:p>
          <a:p>
            <a:pPr marL="56734" indent="-342900">
              <a:lnSpc>
                <a:spcPct val="120000"/>
              </a:lnSpc>
              <a:spcBef>
                <a:spcPts val="0"/>
              </a:spcBef>
              <a:spcAft>
                <a:spcPts val="533"/>
              </a:spcAft>
              <a:buClr>
                <a:srgbClr val="006666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altLang="zh-CN" sz="2100" b="1" dirty="0">
                <a:solidFill>
                  <a:schemeClr val="accent2"/>
                </a:solidFill>
              </a:rPr>
              <a:t>Assist </a:t>
            </a:r>
            <a:r>
              <a:rPr lang="en-US" altLang="zh-CN" sz="2100" b="1" dirty="0">
                <a:solidFill>
                  <a:schemeClr val="tx1"/>
                </a:solidFill>
              </a:rPr>
              <a:t>authors in preparing camera-ready papers that meet IEEE formatting and copyright requirements.</a:t>
            </a:r>
          </a:p>
          <a:p>
            <a:pPr marL="56734" indent="-342900">
              <a:lnSpc>
                <a:spcPct val="120000"/>
              </a:lnSpc>
              <a:spcBef>
                <a:spcPts val="0"/>
              </a:spcBef>
              <a:spcAft>
                <a:spcPts val="533"/>
              </a:spcAft>
              <a:buClr>
                <a:srgbClr val="006666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altLang="zh-CN" sz="2100" b="1" dirty="0">
                <a:solidFill>
                  <a:schemeClr val="accent2"/>
                </a:solidFill>
              </a:rPr>
              <a:t>Assist </a:t>
            </a:r>
            <a:r>
              <a:rPr lang="en-US" altLang="zh-CN" sz="2100" b="1" dirty="0">
                <a:solidFill>
                  <a:schemeClr val="tx1"/>
                </a:solidFill>
              </a:rPr>
              <a:t>with UV2026 registration and payment questions for session speakers, and presenters, when needed.</a:t>
            </a:r>
          </a:p>
          <a:p>
            <a:pPr marL="56734" indent="-342900">
              <a:lnSpc>
                <a:spcPct val="120000"/>
              </a:lnSpc>
              <a:spcBef>
                <a:spcPts val="0"/>
              </a:spcBef>
              <a:spcAft>
                <a:spcPts val="533"/>
              </a:spcAft>
              <a:buClr>
                <a:srgbClr val="006666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altLang="zh-CN" sz="2100" b="1" dirty="0">
                <a:solidFill>
                  <a:schemeClr val="accent2"/>
                </a:solidFill>
              </a:rPr>
              <a:t>Collect </a:t>
            </a:r>
            <a:r>
              <a:rPr lang="en-US" altLang="zh-CN" sz="2100" b="1" dirty="0">
                <a:solidFill>
                  <a:schemeClr val="tx1"/>
                </a:solidFill>
              </a:rPr>
              <a:t>backup presentation videos and related session materials.</a:t>
            </a:r>
            <a:endParaRPr lang="en-US" altLang="zh-CN" sz="2100" dirty="0">
              <a:solidFill>
                <a:schemeClr val="tx1"/>
              </a:solidFill>
            </a:endParaRPr>
          </a:p>
        </p:txBody>
      </p:sp>
      <p:sp>
        <p:nvSpPr>
          <p:cNvPr id="3" name="Shape 179">
            <a:extLst>
              <a:ext uri="{FF2B5EF4-FFF2-40B4-BE49-F238E27FC236}">
                <a16:creationId xmlns:a16="http://schemas.microsoft.com/office/drawing/2014/main" id="{AF8F63F5-4059-C41F-8CFF-44C7F5D5E3DF}"/>
              </a:ext>
            </a:extLst>
          </p:cNvPr>
          <p:cNvSpPr txBox="1">
            <a:spLocks/>
          </p:cNvSpPr>
          <p:nvPr/>
        </p:nvSpPr>
        <p:spPr>
          <a:xfrm>
            <a:off x="0" y="440243"/>
            <a:ext cx="10058400" cy="1304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286166">
              <a:lnSpc>
                <a:spcPct val="120000"/>
              </a:lnSpc>
              <a:spcBef>
                <a:spcPts val="1047"/>
              </a:spcBef>
              <a:buSzPct val="113000"/>
            </a:pPr>
            <a:r>
              <a:rPr lang="en-US" altLang="zh-CN" sz="36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Roles</a:t>
            </a:r>
            <a:r>
              <a:rPr lang="zh-CN" altLang="en-US" sz="36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 </a:t>
            </a:r>
            <a:r>
              <a:rPr lang="en-US" altLang="zh-CN" sz="36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&amp;</a:t>
            </a:r>
            <a:r>
              <a:rPr lang="zh-CN" altLang="en-US" sz="36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 </a:t>
            </a:r>
            <a:r>
              <a:rPr lang="en-US" altLang="zh-CN" sz="36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Responsibilities of Session Assistants </a:t>
            </a:r>
          </a:p>
          <a:p>
            <a:pPr indent="-286166">
              <a:lnSpc>
                <a:spcPct val="120000"/>
              </a:lnSpc>
              <a:spcBef>
                <a:spcPts val="1047"/>
              </a:spcBef>
              <a:buSzPct val="113000"/>
            </a:pPr>
            <a:r>
              <a:rPr lang="en-US" altLang="zh-CN" sz="36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 【1】Session Organization</a:t>
            </a:r>
          </a:p>
        </p:txBody>
      </p:sp>
    </p:spTree>
    <p:extLst>
      <p:ext uri="{BB962C8B-B14F-4D97-AF65-F5344CB8AC3E}">
        <p14:creationId xmlns:p14="http://schemas.microsoft.com/office/powerpoint/2010/main" val="1290654973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 txBox="1">
            <a:spLocks noGrp="1"/>
          </p:cNvSpPr>
          <p:nvPr>
            <p:ph type="body" sz="quarter" idx="10"/>
          </p:nvPr>
        </p:nvSpPr>
        <p:spPr>
          <a:xfrm>
            <a:off x="445590" y="2001983"/>
            <a:ext cx="11316919" cy="4232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006666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altLang="zh-CN" sz="2200" b="1" dirty="0">
                <a:solidFill>
                  <a:schemeClr val="accent2"/>
                </a:solidFill>
                <a:sym typeface="Garamond" panose="02020404030301010803"/>
              </a:rPr>
              <a:t> </a:t>
            </a:r>
            <a:r>
              <a:rPr lang="en-US" altLang="zh-CN" sz="2200" dirty="0">
                <a:solidFill>
                  <a:srgbClr val="ED7D31"/>
                </a:solidFill>
                <a:sym typeface="Garamond" panose="02020404030301010803"/>
              </a:rPr>
              <a:t>Assist</a:t>
            </a:r>
            <a:r>
              <a:rPr lang="en-US" altLang="zh-CN" sz="2200" dirty="0">
                <a:solidFill>
                  <a:schemeClr val="tx1"/>
                </a:solidFill>
                <a:sym typeface="Garamond" panose="02020404030301010803"/>
              </a:rPr>
              <a:t> Session Chairs in notifying speakers about assigned time slots and confirming availability.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006666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altLang="zh-CN" sz="2200" dirty="0">
                <a:solidFill>
                  <a:srgbClr val="ED7D31"/>
                </a:solidFill>
                <a:sym typeface="Garamond" panose="02020404030301010803"/>
              </a:rPr>
              <a:t>Test and support </a:t>
            </a:r>
            <a:r>
              <a:rPr lang="en-US" altLang="zh-CN" sz="2200" dirty="0">
                <a:solidFill>
                  <a:schemeClr val="tx1"/>
                </a:solidFill>
                <a:sym typeface="Garamond" panose="02020404030301010803"/>
              </a:rPr>
              <a:t>stable connections for remote presenters and stable performance of on-site audio/video systems.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006666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altLang="zh-CN" sz="2200" dirty="0">
                <a:solidFill>
                  <a:srgbClr val="ED7D31"/>
                </a:solidFill>
                <a:sym typeface="Garamond" panose="02020404030301010803"/>
              </a:rPr>
              <a:t>Collect speakers’ materials </a:t>
            </a:r>
            <a:r>
              <a:rPr lang="en-US" altLang="zh-CN" sz="2200" dirty="0">
                <a:solidFill>
                  <a:schemeClr val="tx1"/>
                </a:solidFill>
                <a:sym typeface="Garamond" panose="02020404030301010803"/>
              </a:rPr>
              <a:t>for Session Chairs in presentation order, including bios, profile photos, presentation files, and backup videos.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006666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altLang="zh-CN" sz="2200" dirty="0">
                <a:solidFill>
                  <a:srgbClr val="ED7D31"/>
                </a:solidFill>
                <a:sym typeface="Garamond" panose="02020404030301010803"/>
              </a:rPr>
              <a:t>Provide technical support </a:t>
            </a:r>
            <a:r>
              <a:rPr lang="en-US" altLang="zh-CN" sz="2200" dirty="0">
                <a:solidFill>
                  <a:schemeClr val="tx1"/>
                </a:solidFill>
                <a:sym typeface="Garamond" panose="02020404030301010803"/>
              </a:rPr>
              <a:t>to Session Chairs and speakers before and during the session.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006666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altLang="zh-CN" sz="2200" dirty="0">
                <a:solidFill>
                  <a:srgbClr val="ED7D31"/>
                </a:solidFill>
                <a:sym typeface="Garamond" panose="02020404030301010803"/>
              </a:rPr>
              <a:t>Keep backup files </a:t>
            </a:r>
            <a:r>
              <a:rPr lang="en-US" altLang="zh-CN" sz="2200" dirty="0">
                <a:solidFill>
                  <a:schemeClr val="tx1"/>
                </a:solidFill>
                <a:sym typeface="Garamond" panose="02020404030301010803"/>
              </a:rPr>
              <a:t>organized and accessible in case of technical issues during the live session.</a:t>
            </a:r>
            <a:endParaRPr lang="en-US" altLang="zh-CN" sz="2200" dirty="0">
              <a:solidFill>
                <a:schemeClr val="accent2"/>
              </a:solidFill>
            </a:endParaRPr>
          </a:p>
        </p:txBody>
      </p:sp>
      <p:sp>
        <p:nvSpPr>
          <p:cNvPr id="2" name="Shape 179">
            <a:extLst>
              <a:ext uri="{FF2B5EF4-FFF2-40B4-BE49-F238E27FC236}">
                <a16:creationId xmlns:a16="http://schemas.microsoft.com/office/drawing/2014/main" id="{E6CCB825-CB65-1C7E-984F-95D39D32BEF4}"/>
              </a:ext>
            </a:extLst>
          </p:cNvPr>
          <p:cNvSpPr txBox="1">
            <a:spLocks/>
          </p:cNvSpPr>
          <p:nvPr/>
        </p:nvSpPr>
        <p:spPr>
          <a:xfrm>
            <a:off x="0" y="440243"/>
            <a:ext cx="10058400" cy="1304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286166">
              <a:lnSpc>
                <a:spcPct val="120000"/>
              </a:lnSpc>
              <a:spcBef>
                <a:spcPts val="1047"/>
              </a:spcBef>
              <a:buSzPct val="113000"/>
            </a:pPr>
            <a:r>
              <a:rPr lang="en-US" altLang="zh-CN" sz="36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Roles</a:t>
            </a:r>
            <a:r>
              <a:rPr lang="zh-CN" altLang="en-US" sz="36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 </a:t>
            </a:r>
            <a:r>
              <a:rPr lang="en-US" altLang="zh-CN" sz="36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&amp;</a:t>
            </a:r>
            <a:r>
              <a:rPr lang="zh-CN" altLang="en-US" sz="36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 </a:t>
            </a:r>
            <a:r>
              <a:rPr lang="en-US" altLang="zh-CN" sz="36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Responsibilities of Session Assistants </a:t>
            </a:r>
          </a:p>
          <a:p>
            <a:pPr indent="-286166">
              <a:lnSpc>
                <a:spcPct val="120000"/>
              </a:lnSpc>
              <a:spcBef>
                <a:spcPts val="1047"/>
              </a:spcBef>
              <a:buSzPct val="113000"/>
            </a:pPr>
            <a:r>
              <a:rPr lang="en-US" altLang="zh-CN" sz="36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 【2】 Assistant for Session Preparation</a:t>
            </a:r>
          </a:p>
        </p:txBody>
      </p:sp>
    </p:spTree>
    <p:extLst>
      <p:ext uri="{BB962C8B-B14F-4D97-AF65-F5344CB8AC3E}">
        <p14:creationId xmlns:p14="http://schemas.microsoft.com/office/powerpoint/2010/main" val="488017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B52D4F55-334F-6DDF-95E2-43F91C39B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>
            <a:extLst>
              <a:ext uri="{FF2B5EF4-FFF2-40B4-BE49-F238E27FC236}">
                <a16:creationId xmlns:a16="http://schemas.microsoft.com/office/drawing/2014/main" id="{9AEA6FB3-5B00-244D-11BB-7E6BFFC4089A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xfrm>
            <a:off x="445590" y="2001983"/>
            <a:ext cx="11316919" cy="4232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1047"/>
              </a:spcBef>
              <a:buClr>
                <a:srgbClr val="006666"/>
              </a:buClr>
              <a:buSzPct val="113000"/>
              <a:buFont typeface="Wingdings" panose="05000000000000000000" pitchFamily="2" charset="2"/>
              <a:buChar char="q"/>
            </a:pPr>
            <a:r>
              <a:rPr lang="en-US" altLang="zh-CN" sz="2400" dirty="0">
                <a:solidFill>
                  <a:schemeClr val="accent2"/>
                </a:solidFill>
                <a:sym typeface="Garamond" panose="02020404030301010803"/>
              </a:rPr>
              <a:t> Assist </a:t>
            </a:r>
            <a:r>
              <a:rPr lang="en-US" altLang="zh-CN" sz="2400" dirty="0">
                <a:solidFill>
                  <a:schemeClr val="tx1"/>
                </a:solidFill>
                <a:sym typeface="Garamond" panose="02020404030301010803"/>
              </a:rPr>
              <a:t>Session Chair in starting the session on time.</a:t>
            </a:r>
          </a:p>
          <a:p>
            <a:pPr marL="342900" indent="-342900">
              <a:lnSpc>
                <a:spcPct val="120000"/>
              </a:lnSpc>
              <a:spcBef>
                <a:spcPts val="1047"/>
              </a:spcBef>
              <a:buClr>
                <a:srgbClr val="006666"/>
              </a:buClr>
              <a:buSzPct val="113000"/>
              <a:buFont typeface="Wingdings" panose="05000000000000000000" pitchFamily="2" charset="2"/>
              <a:buChar char="q"/>
            </a:pPr>
            <a:r>
              <a:rPr lang="en-US" altLang="zh-CN" sz="2400" dirty="0">
                <a:solidFill>
                  <a:schemeClr val="accent2"/>
                </a:solidFill>
                <a:sym typeface="Garamond" panose="02020404030301010803"/>
              </a:rPr>
              <a:t> Monitor </a:t>
            </a:r>
            <a:r>
              <a:rPr lang="en-US" altLang="zh-CN" sz="2400" dirty="0">
                <a:solidFill>
                  <a:schemeClr val="tx1"/>
                </a:solidFill>
                <a:sym typeface="Garamond" panose="02020404030301010803"/>
              </a:rPr>
              <a:t>the online/onsite meeting room and provide real-time technical support.</a:t>
            </a:r>
          </a:p>
          <a:p>
            <a:pPr marL="342900" indent="-342900">
              <a:lnSpc>
                <a:spcPct val="120000"/>
              </a:lnSpc>
              <a:spcBef>
                <a:spcPts val="1047"/>
              </a:spcBef>
              <a:buClr>
                <a:srgbClr val="006666"/>
              </a:buClr>
              <a:buSzPct val="113000"/>
              <a:buFont typeface="Wingdings" panose="05000000000000000000" pitchFamily="2" charset="2"/>
              <a:buChar char="q"/>
            </a:pPr>
            <a:r>
              <a:rPr lang="en-US" altLang="zh-CN" sz="2400" dirty="0">
                <a:solidFill>
                  <a:schemeClr val="accent2"/>
                </a:solidFill>
                <a:sym typeface="Garamond" panose="02020404030301010803"/>
              </a:rPr>
              <a:t> Help </a:t>
            </a:r>
            <a:r>
              <a:rPr lang="en-US" altLang="zh-CN" sz="2400" dirty="0">
                <a:solidFill>
                  <a:schemeClr val="tx1"/>
                </a:solidFill>
                <a:sym typeface="Garamond" panose="02020404030301010803"/>
              </a:rPr>
              <a:t>speakers manage slides, screen sharing, audio, video, and backup files.</a:t>
            </a:r>
          </a:p>
          <a:p>
            <a:pPr marL="342900" indent="-342900">
              <a:lnSpc>
                <a:spcPct val="120000"/>
              </a:lnSpc>
              <a:spcBef>
                <a:spcPts val="1047"/>
              </a:spcBef>
              <a:buClr>
                <a:srgbClr val="006666"/>
              </a:buClr>
              <a:buSzPct val="113000"/>
              <a:buFont typeface="Wingdings" panose="05000000000000000000" pitchFamily="2" charset="2"/>
              <a:buChar char="q"/>
            </a:pPr>
            <a:r>
              <a:rPr lang="en-US" altLang="zh-CN" sz="2400" dirty="0">
                <a:solidFill>
                  <a:schemeClr val="accent2"/>
                </a:solidFill>
                <a:sym typeface="Garamond" panose="02020404030301010803"/>
              </a:rPr>
              <a:t> Track </a:t>
            </a:r>
            <a:r>
              <a:rPr lang="en-US" altLang="zh-CN" sz="2400" dirty="0">
                <a:solidFill>
                  <a:schemeClr val="tx1"/>
                </a:solidFill>
                <a:sym typeface="Garamond" panose="02020404030301010803"/>
              </a:rPr>
              <a:t>session timing and remind Session Chair when needed.</a:t>
            </a:r>
          </a:p>
          <a:p>
            <a:pPr marL="342900" indent="-342900">
              <a:lnSpc>
                <a:spcPct val="120000"/>
              </a:lnSpc>
              <a:spcBef>
                <a:spcPts val="1047"/>
              </a:spcBef>
              <a:buClr>
                <a:srgbClr val="006666"/>
              </a:buClr>
              <a:buSzPct val="113000"/>
              <a:buFont typeface="Wingdings" panose="05000000000000000000" pitchFamily="2" charset="2"/>
              <a:buChar char="q"/>
            </a:pPr>
            <a:r>
              <a:rPr lang="en-US" altLang="zh-CN" sz="2400" dirty="0">
                <a:solidFill>
                  <a:schemeClr val="accent2"/>
                </a:solidFill>
                <a:sym typeface="Garamond" panose="02020404030301010803"/>
              </a:rPr>
              <a:t> Assist </a:t>
            </a:r>
            <a:r>
              <a:rPr lang="en-US" altLang="zh-CN" sz="2400" dirty="0">
                <a:solidFill>
                  <a:schemeClr val="tx1"/>
                </a:solidFill>
                <a:sym typeface="Garamond" panose="02020404030301010803"/>
              </a:rPr>
              <a:t>with no-show situations and play backup video.</a:t>
            </a:r>
          </a:p>
          <a:p>
            <a:pPr marL="342900" indent="-342900">
              <a:lnSpc>
                <a:spcPct val="120000"/>
              </a:lnSpc>
              <a:spcBef>
                <a:spcPts val="1047"/>
              </a:spcBef>
              <a:buClr>
                <a:srgbClr val="006666"/>
              </a:buClr>
              <a:buSzPct val="113000"/>
              <a:buFont typeface="Wingdings" panose="05000000000000000000" pitchFamily="2" charset="2"/>
              <a:buChar char="q"/>
            </a:pPr>
            <a:r>
              <a:rPr lang="en-US" altLang="zh-CN" sz="2400" dirty="0">
                <a:solidFill>
                  <a:schemeClr val="accent2"/>
                </a:solidFill>
                <a:sym typeface="Garamond" panose="02020404030301010803"/>
              </a:rPr>
              <a:t> Monitor </a:t>
            </a:r>
            <a:r>
              <a:rPr lang="en-US" altLang="zh-CN" sz="2400" dirty="0">
                <a:solidFill>
                  <a:schemeClr val="tx1"/>
                </a:solidFill>
                <a:sym typeface="Garamond" panose="02020404030301010803"/>
              </a:rPr>
              <a:t>audience questions and support Q&amp;A management.</a:t>
            </a:r>
          </a:p>
          <a:p>
            <a:pPr marL="342900" indent="-342900">
              <a:lnSpc>
                <a:spcPct val="120000"/>
              </a:lnSpc>
              <a:spcBef>
                <a:spcPts val="1047"/>
              </a:spcBef>
              <a:buClr>
                <a:srgbClr val="006666"/>
              </a:buClr>
              <a:buSzPct val="113000"/>
              <a:buFont typeface="Wingdings" panose="05000000000000000000" pitchFamily="2" charset="2"/>
              <a:buChar char="q"/>
            </a:pPr>
            <a:r>
              <a:rPr lang="en-US" altLang="zh-CN" sz="2400" dirty="0">
                <a:solidFill>
                  <a:schemeClr val="accent2"/>
                </a:solidFill>
                <a:sym typeface="Garamond" panose="02020404030301010803"/>
              </a:rPr>
              <a:t>Record </a:t>
            </a:r>
            <a:r>
              <a:rPr lang="en-US" altLang="zh-CN" sz="2400" dirty="0">
                <a:solidFill>
                  <a:schemeClr val="tx1"/>
                </a:solidFill>
                <a:sym typeface="Garamond" panose="02020404030301010803"/>
              </a:rPr>
              <a:t>attendance, no-shows, technical issues, and key session notes.</a:t>
            </a:r>
          </a:p>
          <a:p>
            <a:pPr marL="342900" indent="-342900">
              <a:lnSpc>
                <a:spcPct val="120000"/>
              </a:lnSpc>
              <a:spcBef>
                <a:spcPts val="1047"/>
              </a:spcBef>
              <a:buClr>
                <a:srgbClr val="006666"/>
              </a:buClr>
              <a:buSzPct val="113000"/>
              <a:buFont typeface="Wingdings" panose="05000000000000000000" pitchFamily="2" charset="2"/>
              <a:buChar char="q"/>
            </a:pPr>
            <a:r>
              <a:rPr lang="en-US" altLang="zh-CN" sz="2400" dirty="0">
                <a:solidFill>
                  <a:schemeClr val="accent2"/>
                </a:solidFill>
                <a:sym typeface="Garamond" panose="02020404030301010803"/>
              </a:rPr>
              <a:t>Help </a:t>
            </a:r>
            <a:r>
              <a:rPr lang="en-US" altLang="zh-CN" sz="2400" dirty="0">
                <a:solidFill>
                  <a:schemeClr val="tx1"/>
                </a:solidFill>
                <a:sym typeface="Garamond" panose="02020404030301010803"/>
              </a:rPr>
              <a:t>Session Chairs close the session and organize post-session materials.</a:t>
            </a:r>
          </a:p>
        </p:txBody>
      </p:sp>
      <p:sp>
        <p:nvSpPr>
          <p:cNvPr id="2" name="Shape 179">
            <a:extLst>
              <a:ext uri="{FF2B5EF4-FFF2-40B4-BE49-F238E27FC236}">
                <a16:creationId xmlns:a16="http://schemas.microsoft.com/office/drawing/2014/main" id="{BFAF24CE-A5AD-38AE-3CB6-58E551CCBC8A}"/>
              </a:ext>
            </a:extLst>
          </p:cNvPr>
          <p:cNvSpPr txBox="1">
            <a:spLocks/>
          </p:cNvSpPr>
          <p:nvPr/>
        </p:nvSpPr>
        <p:spPr>
          <a:xfrm>
            <a:off x="0" y="440243"/>
            <a:ext cx="12192000" cy="1304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286166">
              <a:lnSpc>
                <a:spcPct val="120000"/>
              </a:lnSpc>
              <a:spcBef>
                <a:spcPts val="1047"/>
              </a:spcBef>
              <a:buSzPct val="113000"/>
            </a:pPr>
            <a:r>
              <a:rPr lang="en-US" altLang="zh-CN" sz="36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Roles</a:t>
            </a:r>
            <a:r>
              <a:rPr lang="zh-CN" altLang="en-US" sz="36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 </a:t>
            </a:r>
            <a:r>
              <a:rPr lang="en-US" altLang="zh-CN" sz="36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&amp;</a:t>
            </a:r>
            <a:r>
              <a:rPr lang="zh-CN" altLang="en-US" sz="36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 </a:t>
            </a:r>
            <a:r>
              <a:rPr lang="en-US" altLang="zh-CN" sz="36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Responsibilities of Session Assistants </a:t>
            </a:r>
          </a:p>
          <a:p>
            <a:pPr indent="-286166">
              <a:lnSpc>
                <a:spcPct val="120000"/>
              </a:lnSpc>
              <a:spcBef>
                <a:spcPts val="1047"/>
              </a:spcBef>
              <a:buSzPct val="113000"/>
            </a:pPr>
            <a:r>
              <a:rPr lang="en-US" altLang="zh-CN" sz="36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 【3】 Assist for Hosting Session Presentation</a:t>
            </a:r>
          </a:p>
        </p:txBody>
      </p:sp>
    </p:spTree>
    <p:extLst>
      <p:ext uri="{BB962C8B-B14F-4D97-AF65-F5344CB8AC3E}">
        <p14:creationId xmlns:p14="http://schemas.microsoft.com/office/powerpoint/2010/main" val="181511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BC6A67A5-9BA8-4510-248B-8167DAF69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>
            <a:extLst>
              <a:ext uri="{FF2B5EF4-FFF2-40B4-BE49-F238E27FC236}">
                <a16:creationId xmlns:a16="http://schemas.microsoft.com/office/drawing/2014/main" id="{F6871FDC-3E1D-696F-E6AF-328727298ACE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xfrm>
            <a:off x="445590" y="1859693"/>
            <a:ext cx="11316919" cy="4374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1047"/>
              </a:spcBef>
              <a:buClr>
                <a:srgbClr val="006666"/>
              </a:buClr>
              <a:buSzPct val="113000"/>
              <a:buFont typeface="Wingdings" panose="05000000000000000000" pitchFamily="2" charset="2"/>
              <a:buChar char="q"/>
            </a:pPr>
            <a:r>
              <a:rPr lang="en-US" altLang="zh-CN" sz="1900" dirty="0">
                <a:solidFill>
                  <a:schemeClr val="accent2"/>
                </a:solidFill>
                <a:sym typeface="Garamond" panose="02020404030301010803"/>
              </a:rPr>
              <a:t>Collect and Organize </a:t>
            </a:r>
            <a:r>
              <a:rPr lang="en-US" altLang="zh-CN" sz="1900" dirty="0">
                <a:solidFill>
                  <a:schemeClr val="tx1"/>
                </a:solidFill>
                <a:sym typeface="Garamond" panose="02020404030301010803"/>
              </a:rPr>
              <a:t>final presentation files, backup videos, session presentation videos and session materials.</a:t>
            </a:r>
          </a:p>
          <a:p>
            <a:pPr marL="342900" indent="-342900">
              <a:lnSpc>
                <a:spcPct val="120000"/>
              </a:lnSpc>
              <a:spcBef>
                <a:spcPts val="1047"/>
              </a:spcBef>
              <a:buClr>
                <a:srgbClr val="006666"/>
              </a:buClr>
              <a:buSzPct val="113000"/>
              <a:buFont typeface="Wingdings" panose="05000000000000000000" pitchFamily="2" charset="2"/>
              <a:buChar char="q"/>
            </a:pPr>
            <a:r>
              <a:rPr lang="en-US" altLang="zh-CN" sz="1900" dirty="0">
                <a:solidFill>
                  <a:schemeClr val="accent2"/>
                </a:solidFill>
                <a:sym typeface="Garamond" panose="02020404030301010803"/>
              </a:rPr>
              <a:t>Assist </a:t>
            </a:r>
            <a:r>
              <a:rPr lang="en-US" altLang="zh-CN" sz="1900" dirty="0">
                <a:solidFill>
                  <a:schemeClr val="tx1"/>
                </a:solidFill>
                <a:sym typeface="Garamond" panose="02020404030301010803"/>
              </a:rPr>
              <a:t>Session Chair in completing the Session Report.</a:t>
            </a:r>
          </a:p>
          <a:p>
            <a:pPr marL="342900" indent="-342900">
              <a:lnSpc>
                <a:spcPct val="120000"/>
              </a:lnSpc>
              <a:spcBef>
                <a:spcPts val="1047"/>
              </a:spcBef>
              <a:buClr>
                <a:srgbClr val="006666"/>
              </a:buClr>
              <a:buSzPct val="113000"/>
              <a:buFont typeface="Wingdings" panose="05000000000000000000" pitchFamily="2" charset="2"/>
              <a:buChar char="q"/>
            </a:pPr>
            <a:r>
              <a:rPr lang="en-US" altLang="zh-CN" sz="1900" dirty="0">
                <a:solidFill>
                  <a:schemeClr val="accent2"/>
                </a:solidFill>
                <a:sym typeface="Garamond" panose="02020404030301010803"/>
              </a:rPr>
              <a:t>Follow </a:t>
            </a:r>
            <a:r>
              <a:rPr lang="en-US" altLang="zh-CN" sz="1900" dirty="0">
                <a:solidFill>
                  <a:schemeClr val="tx1"/>
                </a:solidFill>
                <a:sym typeface="Garamond" panose="02020404030301010803"/>
              </a:rPr>
              <a:t>up with authors or speakers to obtain final manuscripts meeting all of requirements.</a:t>
            </a:r>
          </a:p>
          <a:p>
            <a:pPr marL="1257300" lvl="1" indent="-342900">
              <a:lnSpc>
                <a:spcPct val="120000"/>
              </a:lnSpc>
              <a:spcBef>
                <a:spcPts val="1047"/>
              </a:spcBef>
              <a:buClr>
                <a:srgbClr val="006666"/>
              </a:buClr>
              <a:buSzPct val="113000"/>
              <a:buFont typeface="Wingdings" panose="05000000000000000000" pitchFamily="2" charset="2"/>
              <a:buChar char="v"/>
            </a:pPr>
            <a:r>
              <a:rPr lang="en-US" altLang="zh-CN" sz="1700" b="1" dirty="0">
                <a:solidFill>
                  <a:schemeClr val="accent2"/>
                </a:solidFill>
                <a:sym typeface="Garamond" panose="02020404030301010803"/>
              </a:rPr>
              <a:t>Check </a:t>
            </a:r>
            <a:r>
              <a:rPr lang="en-US" altLang="zh-CN" sz="1700" b="1" dirty="0">
                <a:solidFill>
                  <a:schemeClr val="tx1"/>
                </a:solidFill>
                <a:sym typeface="Garamond" panose="02020404030301010803"/>
              </a:rPr>
              <a:t>whether all final manuscripts meet IEEE formatting, copyright, and camera-ready requirements.</a:t>
            </a:r>
          </a:p>
          <a:p>
            <a:pPr marL="1257300" lvl="1" indent="-342900">
              <a:lnSpc>
                <a:spcPct val="120000"/>
              </a:lnSpc>
              <a:spcBef>
                <a:spcPts val="1047"/>
              </a:spcBef>
              <a:buClr>
                <a:srgbClr val="006666"/>
              </a:buClr>
              <a:buSzPct val="113000"/>
              <a:buFont typeface="Wingdings" panose="05000000000000000000" pitchFamily="2" charset="2"/>
              <a:buChar char="v"/>
            </a:pPr>
            <a:r>
              <a:rPr lang="en-US" altLang="zh-CN" sz="1700" b="1" dirty="0">
                <a:solidFill>
                  <a:srgbClr val="ED7D31"/>
                </a:solidFill>
                <a:sym typeface="Garamond" panose="02020404030301010803"/>
              </a:rPr>
              <a:t>Ensure</a:t>
            </a:r>
            <a:r>
              <a:rPr lang="en-US" altLang="zh-CN" sz="1700" b="1" dirty="0">
                <a:solidFill>
                  <a:schemeClr val="tx1"/>
                </a:solidFill>
                <a:sym typeface="Garamond" panose="02020404030301010803"/>
              </a:rPr>
              <a:t> that authors respond to reviewers’ comments, make required revisions, and submit corrected manuscripts before the final deadline.</a:t>
            </a:r>
          </a:p>
          <a:p>
            <a:pPr marL="342900" indent="-342900">
              <a:lnSpc>
                <a:spcPct val="120000"/>
              </a:lnSpc>
              <a:spcBef>
                <a:spcPts val="1047"/>
              </a:spcBef>
              <a:buClr>
                <a:srgbClr val="006666"/>
              </a:buClr>
              <a:buSzPct val="113000"/>
              <a:buFont typeface="Wingdings" panose="05000000000000000000" pitchFamily="2" charset="2"/>
              <a:buChar char="q"/>
            </a:pPr>
            <a:r>
              <a:rPr lang="en-US" altLang="zh-CN" sz="1900" dirty="0">
                <a:solidFill>
                  <a:schemeClr val="accent2"/>
                </a:solidFill>
                <a:sym typeface="Garamond" panose="02020404030301010803"/>
              </a:rPr>
              <a:t>Organize </a:t>
            </a:r>
            <a:r>
              <a:rPr lang="en-US" altLang="zh-CN" sz="1900" dirty="0">
                <a:solidFill>
                  <a:schemeClr val="tx1"/>
                </a:solidFill>
                <a:sym typeface="Garamond" panose="02020404030301010803"/>
              </a:rPr>
              <a:t>accepted papers and session documents into final proceedings package.</a:t>
            </a:r>
          </a:p>
          <a:p>
            <a:pPr marL="342900" indent="-342900">
              <a:lnSpc>
                <a:spcPct val="120000"/>
              </a:lnSpc>
              <a:spcBef>
                <a:spcPts val="1047"/>
              </a:spcBef>
              <a:buClr>
                <a:srgbClr val="006666"/>
              </a:buClr>
              <a:buSzPct val="113000"/>
              <a:buFont typeface="Wingdings" panose="05000000000000000000" pitchFamily="2" charset="2"/>
              <a:buChar char="q"/>
            </a:pPr>
            <a:r>
              <a:rPr lang="en-US" altLang="zh-CN" sz="1900" dirty="0">
                <a:solidFill>
                  <a:schemeClr val="accent2"/>
                </a:solidFill>
                <a:sym typeface="Garamond" panose="02020404030301010803"/>
              </a:rPr>
              <a:t>Submit </a:t>
            </a:r>
            <a:r>
              <a:rPr lang="en-US" altLang="zh-CN" sz="1900" dirty="0">
                <a:solidFill>
                  <a:schemeClr val="tx1"/>
                </a:solidFill>
                <a:sym typeface="Garamond" panose="02020404030301010803"/>
              </a:rPr>
              <a:t>finalized session materials to Publication Chairs.</a:t>
            </a:r>
          </a:p>
          <a:p>
            <a:pPr marL="342900" indent="-342900">
              <a:lnSpc>
                <a:spcPct val="120000"/>
              </a:lnSpc>
              <a:spcBef>
                <a:spcPts val="1047"/>
              </a:spcBef>
              <a:buClr>
                <a:srgbClr val="006666"/>
              </a:buClr>
              <a:buSzPct val="113000"/>
              <a:buFont typeface="Wingdings" panose="05000000000000000000" pitchFamily="2" charset="2"/>
              <a:buChar char="q"/>
            </a:pPr>
            <a:r>
              <a:rPr lang="en-US" altLang="zh-CN" sz="1900" dirty="0">
                <a:solidFill>
                  <a:schemeClr val="accent2"/>
                </a:solidFill>
                <a:sym typeface="Garamond" panose="02020404030301010803"/>
              </a:rPr>
              <a:t>Maintain </a:t>
            </a:r>
            <a:r>
              <a:rPr lang="en-US" altLang="zh-CN" sz="1900" dirty="0">
                <a:solidFill>
                  <a:schemeClr val="tx1"/>
                </a:solidFill>
                <a:sym typeface="Garamond" panose="02020404030301010803"/>
              </a:rPr>
              <a:t>a clear archive for post-conference records and proceedings preparation.</a:t>
            </a:r>
          </a:p>
        </p:txBody>
      </p:sp>
      <p:sp>
        <p:nvSpPr>
          <p:cNvPr id="2" name="Shape 179">
            <a:extLst>
              <a:ext uri="{FF2B5EF4-FFF2-40B4-BE49-F238E27FC236}">
                <a16:creationId xmlns:a16="http://schemas.microsoft.com/office/drawing/2014/main" id="{6C5DE58C-FDBB-2EC3-F291-BCCB67E9D5FC}"/>
              </a:ext>
            </a:extLst>
          </p:cNvPr>
          <p:cNvSpPr txBox="1">
            <a:spLocks/>
          </p:cNvSpPr>
          <p:nvPr/>
        </p:nvSpPr>
        <p:spPr>
          <a:xfrm>
            <a:off x="0" y="440243"/>
            <a:ext cx="12192000" cy="1304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286166">
              <a:lnSpc>
                <a:spcPct val="120000"/>
              </a:lnSpc>
              <a:spcBef>
                <a:spcPts val="1047"/>
              </a:spcBef>
              <a:buSzPct val="113000"/>
            </a:pPr>
            <a:r>
              <a:rPr lang="en-US" altLang="zh-CN" sz="36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Roles</a:t>
            </a:r>
            <a:r>
              <a:rPr lang="zh-CN" altLang="en-US" sz="36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 </a:t>
            </a:r>
            <a:r>
              <a:rPr lang="en-US" altLang="zh-CN" sz="36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&amp;</a:t>
            </a:r>
            <a:r>
              <a:rPr lang="zh-CN" altLang="en-US" sz="36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 </a:t>
            </a:r>
            <a:r>
              <a:rPr lang="en-US" altLang="zh-CN" sz="36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Responsibilities of Session Assistants </a:t>
            </a:r>
          </a:p>
          <a:p>
            <a:pPr indent="-286166">
              <a:lnSpc>
                <a:spcPct val="120000"/>
              </a:lnSpc>
              <a:spcBef>
                <a:spcPts val="1047"/>
              </a:spcBef>
              <a:buSzPct val="113000"/>
            </a:pPr>
            <a:r>
              <a:rPr lang="en-US" altLang="zh-CN" sz="3600" b="1" dirty="0">
                <a:solidFill>
                  <a:srgbClr val="008A4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Garamond" panose="02020404030301010803"/>
              </a:rPr>
              <a:t> 【4】 Responsibilities After the Session Closing</a:t>
            </a:r>
          </a:p>
        </p:txBody>
      </p:sp>
    </p:spTree>
    <p:extLst>
      <p:ext uri="{BB962C8B-B14F-4D97-AF65-F5344CB8AC3E}">
        <p14:creationId xmlns:p14="http://schemas.microsoft.com/office/powerpoint/2010/main" val="217931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FBA5B-48F3-1058-ADD6-F49B79FC71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Registration Fee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F42EE8-0CE0-F537-9331-5F603908BF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55749" y="1346844"/>
            <a:ext cx="8831696" cy="49601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D7E8DB8-BBCB-CDFF-B015-DA4914B57035}"/>
              </a:ext>
            </a:extLst>
          </p:cNvPr>
          <p:cNvSpPr txBox="1"/>
          <p:nvPr/>
        </p:nvSpPr>
        <p:spPr>
          <a:xfrm>
            <a:off x="1555750" y="6307012"/>
            <a:ext cx="88316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*All fees are in USD and subject to confirmation on the official UV2026 registration page.</a:t>
            </a:r>
          </a:p>
        </p:txBody>
      </p:sp>
    </p:spTree>
    <p:extLst>
      <p:ext uri="{BB962C8B-B14F-4D97-AF65-F5344CB8AC3E}">
        <p14:creationId xmlns:p14="http://schemas.microsoft.com/office/powerpoint/2010/main" val="4265409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>
          <a:extLst>
            <a:ext uri="{FF2B5EF4-FFF2-40B4-BE49-F238E27FC236}">
              <a16:creationId xmlns:a16="http://schemas.microsoft.com/office/drawing/2014/main" id="{265A9FEB-98CE-3AD9-465E-D9A88DF08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0">
            <a:extLst>
              <a:ext uri="{FF2B5EF4-FFF2-40B4-BE49-F238E27FC236}">
                <a16:creationId xmlns:a16="http://schemas.microsoft.com/office/drawing/2014/main" id="{6FAE25D5-2F81-DA11-5999-4A4693F58369}"/>
              </a:ext>
            </a:extLst>
          </p:cNvPr>
          <p:cNvSpPr/>
          <p:nvPr/>
        </p:nvSpPr>
        <p:spPr>
          <a:xfrm>
            <a:off x="1506000" y="3368531"/>
            <a:ext cx="9180000" cy="317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rgbClr val="00924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009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1">
                <a:solidFill>
                  <a:srgbClr val="009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Let’s Work Together to Make IEEE UV2026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1">
                <a:solidFill>
                  <a:srgbClr val="009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Successful!</a:t>
            </a:r>
            <a:r>
              <a:rPr lang="en-US" sz="3200" b="1">
                <a:solidFill>
                  <a:srgbClr val="0092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1" u="sng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Another UV Milestone</a:t>
            </a:r>
            <a:r>
              <a:rPr lang="en-US" sz="3600" b="1" i="1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!</a:t>
            </a:r>
            <a:r>
              <a:rPr lang="en-US" sz="3600" b="1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54813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7" name="Google Shape;357;p20">
            <a:extLst>
              <a:ext uri="{FF2B5EF4-FFF2-40B4-BE49-F238E27FC236}">
                <a16:creationId xmlns:a16="http://schemas.microsoft.com/office/drawing/2014/main" id="{F024CF14-0AE9-EA4F-43F4-DFF9CAABC4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489469"/>
            <a:ext cx="12192000" cy="56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0">
            <a:extLst>
              <a:ext uri="{FF2B5EF4-FFF2-40B4-BE49-F238E27FC236}">
                <a16:creationId xmlns:a16="http://schemas.microsoft.com/office/drawing/2014/main" id="{2B26ED31-6815-BC0F-045F-AF718E44053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550" y="1405538"/>
            <a:ext cx="11010900" cy="19629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2690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</TotalTime>
  <Words>1358</Words>
  <Application>Microsoft Office PowerPoint</Application>
  <PresentationFormat>宽屏</PresentationFormat>
  <Paragraphs>135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Wingdings</vt:lpstr>
      <vt:lpstr>等线</vt:lpstr>
      <vt:lpstr>Times New Roman</vt:lpstr>
      <vt:lpstr>Arial</vt:lpstr>
      <vt:lpstr>Garamond</vt:lpstr>
      <vt:lpstr>Office 主题​​</vt:lpstr>
      <vt:lpstr>1_自定义设计方案</vt:lpstr>
      <vt:lpstr>PowerPoint 演示文稿</vt:lpstr>
      <vt:lpstr>PowerPoint 演示文稿</vt:lpstr>
      <vt:lpstr>PowerPoint 演示文稿</vt:lpstr>
      <vt:lpstr>Roles &amp; Responsibilities of Session Chairs   【1】Session Organization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cao catherine</dc:creator>
  <cp:lastModifiedBy>Kou, Jieren</cp:lastModifiedBy>
  <cp:revision>10</cp:revision>
  <cp:lastPrinted>2026-03-28T22:08:26Z</cp:lastPrinted>
  <dcterms:created xsi:type="dcterms:W3CDTF">2022-06-21T14:57:27Z</dcterms:created>
  <dcterms:modified xsi:type="dcterms:W3CDTF">2026-06-07T03:27:37Z</dcterms:modified>
</cp:coreProperties>
</file>
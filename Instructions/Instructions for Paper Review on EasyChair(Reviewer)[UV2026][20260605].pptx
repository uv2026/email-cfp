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8" r:id="rId10"/>
    <p:sldId id="27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81" r:id="rId23"/>
    <p:sldId id="282" r:id="rId24"/>
    <p:sldId id="292" r:id="rId25"/>
    <p:sldId id="284" r:id="rId26"/>
    <p:sldId id="294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536"/>
  </p:normalViewPr>
  <p:slideViewPr>
    <p:cSldViewPr snapToGrid="0" showGuides="1">
      <p:cViewPr varScale="1">
        <p:scale>
          <a:sx n="160" d="100"/>
          <a:sy n="160" d="100"/>
        </p:scale>
        <p:origin x="4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a1d0804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a1d0804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a1d0804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a1d0804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a1d0804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a1d0804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a1d0804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a1d0804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bdb8b917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bdb8b917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a1d08044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a1d08044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a1d08044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a1d08044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a1d08044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a1d08044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a1d08044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a1d08044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a1d080442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a1d080442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a1d08044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a1d08044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a1d080442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a1d080442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38a1a3b3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38a1a3b3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5ecddd66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5ecddd66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ecddd666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5ecddd666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ecddd666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ecddd666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uv.conf.committee@universal-village.or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uv.conf.committee@universal-village.or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uv2026.conf@universal-village.or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365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GB" dirty="0">
                <a:solidFill>
                  <a:srgbClr val="980000"/>
                </a:solidFill>
              </a:rPr>
              <a:t>IEEE UV2026 Paper Review Instructions on </a:t>
            </a:r>
            <a:r>
              <a:rPr lang="en-GB" dirty="0" err="1">
                <a:solidFill>
                  <a:srgbClr val="980000"/>
                </a:solidFill>
              </a:rPr>
              <a:t>EasyChair</a:t>
            </a:r>
            <a:endParaRPr dirty="0"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 dirty="0"/>
              <a:t>Reviewer G</a:t>
            </a:r>
            <a:r>
              <a:rPr lang="en-US" altLang="zh-CN" dirty="0" err="1"/>
              <a:t>uide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0909" y="1087775"/>
            <a:ext cx="88391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reate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ccount	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 action="ppaction://hlinksldjump"/>
              </a:rPr>
              <a:t>[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 action="ppaction://hlinksldjump"/>
              </a:rPr>
              <a:t>Slide 3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 action="ppaction://hlinksldjump"/>
              </a:rPr>
              <a:t>]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Assigned Papers and Submit Reviews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 action="ppaction://hlinksldjump"/>
              </a:rPr>
              <a:t>[Slide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 action="ppaction://hlinksldjump"/>
              </a:rPr>
              <a:t>11]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Review with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 action="ppaction://hlinksldjump"/>
              </a:rPr>
              <a:t>[Slide 12]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Offline Review Form				  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6" action="ppaction://hlinksldjump"/>
              </a:rPr>
              <a:t>[Slide 21]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 Edit a Submitted Review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7" action="ppaction://hlinksldjump"/>
              </a:rPr>
              <a:t>[Slide 22]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92075" y="1017905"/>
            <a:ext cx="8924925" cy="327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to the EasyChair login page: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4620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start the registration process.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739000" y="1128500"/>
            <a:ext cx="80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(reCAPTCHA) as required.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62089" y="1767950"/>
            <a:ext cx="4619823" cy="27209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840600" y="1116125"/>
            <a:ext cx="799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your personal information in the registration form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24002" y="1716635"/>
            <a:ext cx="4624899" cy="29079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0" y="1089660"/>
            <a:ext cx="4535170" cy="405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After submitting the form, a confirmation message will be displayed, indicating that a verification email has been sent to your registered email address.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f)  Check your email inbox for a verification message from EasyChair.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g)  Enter the verification code provided in the email.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h)  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Click “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Create account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” to finalize your registration.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98035" y="3375660"/>
            <a:ext cx="4390390" cy="169100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98035" y="1089660"/>
            <a:ext cx="4389755" cy="211963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418375"/>
            <a:ext cx="2882700" cy="3416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Click the </a:t>
            </a:r>
            <a:r>
              <a:rPr lang="en-US" altLang="en-GB" sz="16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“Click here to log in” 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link to access the </a:t>
            </a: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EasyChair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login page.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93850" y="1640550"/>
            <a:ext cx="5031050" cy="240012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Account-5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97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now log in to EasyChair using your registered email address (or username) and password.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https://easychair.org/conferences/?conf=ieeeuv2026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35530" y="2476500"/>
            <a:ext cx="4472940" cy="242062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/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  <p:sp>
        <p:nvSpPr>
          <p:cNvPr id="66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  <p:sp>
        <p:nvSpPr>
          <p:cNvPr id="4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294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Review Papers as a Reviewer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932450"/>
            <a:ext cx="8520600" cy="3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may access assigned papers and submit reviews through one of the following methods: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your own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chair-assisted review workflow, only if arranged by your session chair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offline review form if you have difficulty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699" y="294625"/>
            <a:ext cx="87168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0722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Please create your personal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 first. Then contact your session chair so that the assigned paper(s) can be assigned to your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account. Once the assignment has been completed, please follow the steps below to review the paper(s).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229425" y="867325"/>
            <a:ext cx="88161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After logging in, you will see the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reviewer interface shown below. Click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assigned review request(s).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role does not appear, please contact your session chair or the UV2026 Organizing Committee at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assistance.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" r="1190"/>
          <a:stretch>
            <a:fillRect/>
          </a:stretch>
        </p:blipFill>
        <p:spPr>
          <a:xfrm>
            <a:off x="389343" y="2370213"/>
            <a:ext cx="4652846" cy="24786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436151" y="3149600"/>
            <a:ext cx="89131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106" y="2370213"/>
            <a:ext cx="3522732" cy="24726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898400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Click the view icon           to open the assigned review request.</a:t>
            </a: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/>
          <a:srcRect b="20451"/>
          <a:stretch>
            <a:fillRect/>
          </a:stretch>
        </p:blipFill>
        <p:spPr>
          <a:xfrm>
            <a:off x="3171296" y="1016000"/>
            <a:ext cx="555577" cy="3232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0" y="1796327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0344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request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 by your session chair. </a:t>
            </a: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must respond to the request by clicking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request”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accept the review. 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953"/>
          <a:stretch>
            <a:fillRect/>
          </a:stretch>
        </p:blipFill>
        <p:spPr>
          <a:xfrm>
            <a:off x="1764525" y="2050473"/>
            <a:ext cx="5614950" cy="29555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699" y="1072275"/>
            <a:ext cx="8264265" cy="1278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the instructions on the page to accept the review request.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Account-5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r="37669"/>
          <a:stretch>
            <a:fillRect/>
          </a:stretch>
        </p:blipFill>
        <p:spPr>
          <a:xfrm>
            <a:off x="259759" y="1648782"/>
            <a:ext cx="3354980" cy="32868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771" y="1648782"/>
            <a:ext cx="4616529" cy="32916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5" name="箭头: 右 14"/>
          <p:cNvSpPr/>
          <p:nvPr/>
        </p:nvSpPr>
        <p:spPr>
          <a:xfrm>
            <a:off x="3663323" y="2947988"/>
            <a:ext cx="503866" cy="44291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2;p26"/>
          <p:cNvSpPr txBox="1"/>
          <p:nvPr/>
        </p:nvSpPr>
        <p:spPr>
          <a:xfrm>
            <a:off x="311598" y="1010200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e) Download the assigned paper by clicking the download icon        .</a:t>
            </a:r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1067200" y="1072275"/>
            <a:ext cx="77652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52907" y="1059955"/>
            <a:ext cx="333675" cy="346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695" y="1502208"/>
            <a:ext cx="4918609" cy="35528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1340"/>
          <a:stretch>
            <a:fillRect/>
          </a:stretch>
        </p:blipFill>
        <p:spPr>
          <a:xfrm>
            <a:off x="129309" y="2064515"/>
            <a:ext cx="4761346" cy="2266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292" y="1593272"/>
            <a:ext cx="3492141" cy="2825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4" name="Google Shape;142;p26"/>
          <p:cNvSpPr txBox="1"/>
          <p:nvPr/>
        </p:nvSpPr>
        <p:spPr>
          <a:xfrm>
            <a:off x="311598" y="1010200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f) Click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review form.</a:t>
            </a:r>
          </a:p>
        </p:txBody>
      </p:sp>
      <p:sp>
        <p:nvSpPr>
          <p:cNvPr id="1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2;p26"/>
          <p:cNvSpPr txBox="1"/>
          <p:nvPr/>
        </p:nvSpPr>
        <p:spPr>
          <a:xfrm>
            <a:off x="311599" y="1010199"/>
            <a:ext cx="4798702" cy="386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g) Evaluate the paper and provide your comments.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evaluate the paper according to the review criteria shown in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relevance, originality, technical quality, clarity, significance, and overall recommendation.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provide constructive comments that can help the author(s) improve the paper.</a:t>
            </a: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click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submit your review.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959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2483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4007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84191" y="958273"/>
            <a:ext cx="3573016" cy="397137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23"/>
          <p:cNvSpPr txBox="1"/>
          <p:nvPr/>
        </p:nvSpPr>
        <p:spPr>
          <a:xfrm>
            <a:off x="311700" y="29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Account-9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311700" y="917835"/>
            <a:ext cx="7987274" cy="130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h) Your review has been successfully submitted.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91" y="1388142"/>
            <a:ext cx="6811818" cy="3585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77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Method 2: Offline Review Form</a:t>
            </a:r>
            <a:endParaRPr sz="24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311700" y="976525"/>
            <a:ext cx="8194991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are unable to use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please contact your session chair or the UV2026 Organizing Committee at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will send the assigned paper and an offline review form to you by email.</a:t>
            </a:r>
          </a:p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please return the completed review form to your session chair or to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Review-1</a:t>
            </a:r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Log in to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the account you used to submit the review.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*If your review was submitted through the offline review form, please contact your session chair or the UV2026 Organizing Committee if you need to make changes.</a:t>
            </a: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21293" y="2258291"/>
            <a:ext cx="4333507" cy="271013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If you submitted the review through your own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account, click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review page.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237" y="1892662"/>
            <a:ext cx="4031672" cy="28299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898400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Find the relevant paper and click the view icon          to open the submitted review.</a:t>
            </a: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/>
          <a:srcRect b="20451"/>
          <a:stretch>
            <a:fillRect/>
          </a:stretch>
        </p:blipFill>
        <p:spPr>
          <a:xfrm>
            <a:off x="5974534" y="1032933"/>
            <a:ext cx="430886" cy="2724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0" y="1796327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body" idx="1"/>
          </p:nvPr>
        </p:nvSpPr>
        <p:spPr>
          <a:xfrm>
            <a:off x="274755" y="1083202"/>
            <a:ext cx="4117136" cy="3899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Check or Edit a Submitted Review</a:t>
            </a: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this page, you can view the summary of the submitted review. To check the full review details, click the review title, such as “Review 1”.</a:t>
            </a: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revise the review, click the review/edit icon in the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“Revise” 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column, make the necessary updates, and submit the review again to save the changes.</a:t>
            </a:r>
            <a:endParaRPr lang="en-GB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30;p38"/>
          <p:cNvSpPr txBox="1"/>
          <p:nvPr/>
        </p:nvSpPr>
        <p:spPr>
          <a:xfrm>
            <a:off x="311700" y="381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045" y="1021433"/>
            <a:ext cx="4567118" cy="35474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-635" y="0"/>
            <a:ext cx="9144635" cy="5143500"/>
          </a:xfrm>
        </p:spPr>
        <p:txBody>
          <a:bodyPr anchor="ctr" anchorCtr="0"/>
          <a:lstStyle/>
          <a:p>
            <a:pPr marL="114300" indent="0" algn="ctr"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question-related inquiries:</a:t>
            </a:r>
          </a:p>
          <a:p>
            <a:pPr marL="114300" indent="0" algn="ctr">
              <a:buNone/>
            </a:pP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uv2026.conf@universal-village.org</a:t>
            </a: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41899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Account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1084</Words>
  <Application>Microsoft Macintosh PowerPoint</Application>
  <PresentationFormat>On-screen Show (16:9)</PresentationFormat>
  <Paragraphs>86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Simple Light</vt:lpstr>
      <vt:lpstr>IEEE UV2026 Paper Review Instructions on EasyChair</vt:lpstr>
      <vt:lpstr>Outline</vt:lpstr>
      <vt:lpstr>1. Create an EasyChair Account-1</vt:lpstr>
      <vt:lpstr>PowerPoint Presentation</vt:lpstr>
      <vt:lpstr>Create an EasyChair Account-3</vt:lpstr>
      <vt:lpstr>Create an EasyChair Account-4</vt:lpstr>
      <vt:lpstr>Create an EasyChair Account-5</vt:lpstr>
      <vt:lpstr>Create an EasyChair Account-6</vt:lpstr>
      <vt:lpstr>PowerPoint Presentation</vt:lpstr>
      <vt:lpstr>PowerPoint Presentation</vt:lpstr>
      <vt:lpstr>2. Review Papers as a Reviewer</vt:lpstr>
      <vt:lpstr>2.1 Method 1: Use Your Own EasyChair Account-1</vt:lpstr>
      <vt:lpstr>2.1 Method 1: Use Your Own EasyChair Account-2</vt:lpstr>
      <vt:lpstr>2.1 Method 1: Use Your Own EasyChair Account-3</vt:lpstr>
      <vt:lpstr>2.1 Method 1: Use Your Own EasyChair Account-4</vt:lpstr>
      <vt:lpstr>2.1 Method 1: Use Your Own EasyChair Account-5</vt:lpstr>
      <vt:lpstr>2.1 Method 1: Use Your Own EasyChair Account-6</vt:lpstr>
      <vt:lpstr>2.1 Method 1: Use Your Own EasyChair Account-7</vt:lpstr>
      <vt:lpstr>2.1 Method 1: Use Your Own EasyChair Account-8</vt:lpstr>
      <vt:lpstr>PowerPoint Presentation</vt:lpstr>
      <vt:lpstr>2.2 Method 2: Offline Review Form</vt:lpstr>
      <vt:lpstr>3. Check or Edit a Submitted Review-1</vt:lpstr>
      <vt:lpstr>3. Check or Edit a Submitted Review-2</vt:lpstr>
      <vt:lpstr>3. Check or Edit a Submitted Review-3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UV2026 Paper Review on EasyChair</dc:title>
  <dc:creator>Jieren Kou</dc:creator>
  <cp:lastModifiedBy>b139</cp:lastModifiedBy>
  <cp:revision>18</cp:revision>
  <dcterms:created xsi:type="dcterms:W3CDTF">2026-04-28T23:16:00Z</dcterms:created>
  <dcterms:modified xsi:type="dcterms:W3CDTF">2026-06-07T00:15:43Z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ECA07A0C914D485F89B7D73B3BEC24E9_13</vt:lpwstr>
  </property>
  <property fmtid="{D5CDD505-2E9C-101B-9397-08002B2CF9AE}" pid="3" name="KSOProductBuildVer">
    <vt:lpwstr>1033-12.1.0.26880</vt:lpwstr>
  </property>
</Properties>
</file>
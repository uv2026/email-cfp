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8" r:id="rId10"/>
    <p:sldId id="27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81" r:id="rId23"/>
    <p:sldId id="282" r:id="rId24"/>
    <p:sldId id="292" r:id="rId25"/>
    <p:sldId id="284" r:id="rId26"/>
    <p:sldId id="294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536"/>
  </p:normalViewPr>
  <p:slideViewPr>
    <p:cSldViewPr snapToGrid="0" showGuides="1">
      <p:cViewPr>
        <p:scale>
          <a:sx n="75" d="100"/>
          <a:sy n="75" d="100"/>
        </p:scale>
        <p:origin x="2028" y="10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a1d0804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a1d0804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3a1d0804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3a1d0804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a1d0804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a1d0804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a1d0804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a1d0804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bdb8b917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bdb8b917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a1d08044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a1d08044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1d08044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1d08044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a1d080442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a1d080442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a1d08044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a1d08044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a1d08044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a1d08044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a1d080442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a1d080442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a1d08044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a1d08044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a1d080442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a1d080442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38a1a3b3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38a1a3b3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5ecddd66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5ecddd66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ecddd666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5ecddd666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1d08044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1d08044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ecddd666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ecddd666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>
            <a:extLst>
              <a:ext uri="{FF2B5EF4-FFF2-40B4-BE49-F238E27FC236}">
                <a16:creationId xmlns:a16="http://schemas.microsoft.com/office/drawing/2014/main" id="{FA24D7BF-92E9-7888-128B-67CFFB444802}"/>
              </a:ext>
            </a:extLst>
          </p:cNvPr>
          <p:cNvSpPr/>
          <p:nvPr userDrawn="1"/>
        </p:nvSpPr>
        <p:spPr>
          <a:xfrm flipH="1">
            <a:off x="0" y="4778374"/>
            <a:ext cx="9144000" cy="388032"/>
          </a:xfrm>
          <a:custGeom>
            <a:avLst/>
            <a:gdLst>
              <a:gd name="connsiteX0" fmla="*/ 0 w 12192000"/>
              <a:gd name="connsiteY0" fmla="*/ 0 h 609599"/>
              <a:gd name="connsiteX1" fmla="*/ 12192000 w 12192000"/>
              <a:gd name="connsiteY1" fmla="*/ 0 h 609599"/>
              <a:gd name="connsiteX2" fmla="*/ 12192000 w 12192000"/>
              <a:gd name="connsiteY2" fmla="*/ 609599 h 609599"/>
              <a:gd name="connsiteX3" fmla="*/ 0 w 12192000"/>
              <a:gd name="connsiteY3" fmla="*/ 609599 h 609599"/>
              <a:gd name="connsiteX4" fmla="*/ 0 w 12192000"/>
              <a:gd name="connsiteY4" fmla="*/ 0 h 609599"/>
              <a:gd name="connsiteX0" fmla="*/ 0 w 12192000"/>
              <a:gd name="connsiteY0" fmla="*/ 548640 h 1158239"/>
              <a:gd name="connsiteX1" fmla="*/ 12192000 w 12192000"/>
              <a:gd name="connsiteY1" fmla="*/ 548640 h 1158239"/>
              <a:gd name="connsiteX2" fmla="*/ 12192000 w 12192000"/>
              <a:gd name="connsiteY2" fmla="*/ 1158239 h 1158239"/>
              <a:gd name="connsiteX3" fmla="*/ 0 w 12192000"/>
              <a:gd name="connsiteY3" fmla="*/ 1158239 h 1158239"/>
              <a:gd name="connsiteX4" fmla="*/ 0 w 12192000"/>
              <a:gd name="connsiteY4" fmla="*/ 548640 h 1158239"/>
              <a:gd name="connsiteX0" fmla="*/ 0 w 12192000"/>
              <a:gd name="connsiteY0" fmla="*/ 376700 h 986299"/>
              <a:gd name="connsiteX1" fmla="*/ 12192000 w 12192000"/>
              <a:gd name="connsiteY1" fmla="*/ 376700 h 986299"/>
              <a:gd name="connsiteX2" fmla="*/ 12192000 w 12192000"/>
              <a:gd name="connsiteY2" fmla="*/ 986299 h 986299"/>
              <a:gd name="connsiteX3" fmla="*/ 0 w 12192000"/>
              <a:gd name="connsiteY3" fmla="*/ 986299 h 986299"/>
              <a:gd name="connsiteX4" fmla="*/ 0 w 12192000"/>
              <a:gd name="connsiteY4" fmla="*/ 376700 h 986299"/>
              <a:gd name="connsiteX0" fmla="*/ 0 w 12192000"/>
              <a:gd name="connsiteY0" fmla="*/ 438928 h 1048527"/>
              <a:gd name="connsiteX1" fmla="*/ 12192000 w 12192000"/>
              <a:gd name="connsiteY1" fmla="*/ 438928 h 1048527"/>
              <a:gd name="connsiteX2" fmla="*/ 12192000 w 12192000"/>
              <a:gd name="connsiteY2" fmla="*/ 1048527 h 1048527"/>
              <a:gd name="connsiteX3" fmla="*/ 0 w 12192000"/>
              <a:gd name="connsiteY3" fmla="*/ 1048527 h 1048527"/>
              <a:gd name="connsiteX4" fmla="*/ 0 w 12192000"/>
              <a:gd name="connsiteY4" fmla="*/ 438928 h 1048527"/>
              <a:gd name="connsiteX0" fmla="*/ 0 w 12192000"/>
              <a:gd name="connsiteY0" fmla="*/ 181799 h 791398"/>
              <a:gd name="connsiteX1" fmla="*/ 12192000 w 12192000"/>
              <a:gd name="connsiteY1" fmla="*/ 181799 h 791398"/>
              <a:gd name="connsiteX2" fmla="*/ 12192000 w 12192000"/>
              <a:gd name="connsiteY2" fmla="*/ 791398 h 791398"/>
              <a:gd name="connsiteX3" fmla="*/ 0 w 12192000"/>
              <a:gd name="connsiteY3" fmla="*/ 791398 h 791398"/>
              <a:gd name="connsiteX4" fmla="*/ 0 w 12192000"/>
              <a:gd name="connsiteY4" fmla="*/ 181799 h 791398"/>
              <a:gd name="connsiteX0" fmla="*/ 0 w 12192000"/>
              <a:gd name="connsiteY0" fmla="*/ 187345 h 796944"/>
              <a:gd name="connsiteX1" fmla="*/ 12192000 w 12192000"/>
              <a:gd name="connsiteY1" fmla="*/ 187345 h 796944"/>
              <a:gd name="connsiteX2" fmla="*/ 12192000 w 12192000"/>
              <a:gd name="connsiteY2" fmla="*/ 796944 h 796944"/>
              <a:gd name="connsiteX3" fmla="*/ 0 w 12192000"/>
              <a:gd name="connsiteY3" fmla="*/ 796944 h 796944"/>
              <a:gd name="connsiteX4" fmla="*/ 0 w 12192000"/>
              <a:gd name="connsiteY4" fmla="*/ 187345 h 796944"/>
              <a:gd name="connsiteX0" fmla="*/ 0 w 12192000"/>
              <a:gd name="connsiteY0" fmla="*/ 154569 h 764168"/>
              <a:gd name="connsiteX1" fmla="*/ 12192000 w 12192000"/>
              <a:gd name="connsiteY1" fmla="*/ 154569 h 764168"/>
              <a:gd name="connsiteX2" fmla="*/ 12192000 w 12192000"/>
              <a:gd name="connsiteY2" fmla="*/ 764168 h 764168"/>
              <a:gd name="connsiteX3" fmla="*/ 0 w 12192000"/>
              <a:gd name="connsiteY3" fmla="*/ 764168 h 764168"/>
              <a:gd name="connsiteX4" fmla="*/ 0 w 12192000"/>
              <a:gd name="connsiteY4" fmla="*/ 154569 h 764168"/>
              <a:gd name="connsiteX0" fmla="*/ 0 w 12192000"/>
              <a:gd name="connsiteY0" fmla="*/ 165354 h 774953"/>
              <a:gd name="connsiteX1" fmla="*/ 12192000 w 12192000"/>
              <a:gd name="connsiteY1" fmla="*/ 165354 h 774953"/>
              <a:gd name="connsiteX2" fmla="*/ 12192000 w 12192000"/>
              <a:gd name="connsiteY2" fmla="*/ 774953 h 774953"/>
              <a:gd name="connsiteX3" fmla="*/ 0 w 12192000"/>
              <a:gd name="connsiteY3" fmla="*/ 774953 h 774953"/>
              <a:gd name="connsiteX4" fmla="*/ 0 w 12192000"/>
              <a:gd name="connsiteY4" fmla="*/ 165354 h 774953"/>
              <a:gd name="connsiteX0" fmla="*/ 0 w 12192000"/>
              <a:gd name="connsiteY0" fmla="*/ 181798 h 791397"/>
              <a:gd name="connsiteX1" fmla="*/ 12192000 w 12192000"/>
              <a:gd name="connsiteY1" fmla="*/ 181798 h 791397"/>
              <a:gd name="connsiteX2" fmla="*/ 12192000 w 12192000"/>
              <a:gd name="connsiteY2" fmla="*/ 791397 h 791397"/>
              <a:gd name="connsiteX3" fmla="*/ 0 w 12192000"/>
              <a:gd name="connsiteY3" fmla="*/ 791397 h 791397"/>
              <a:gd name="connsiteX4" fmla="*/ 0 w 12192000"/>
              <a:gd name="connsiteY4" fmla="*/ 181798 h 791397"/>
              <a:gd name="connsiteX0" fmla="*/ 0 w 12192000"/>
              <a:gd name="connsiteY0" fmla="*/ 88858 h 698457"/>
              <a:gd name="connsiteX1" fmla="*/ 12192000 w 12192000"/>
              <a:gd name="connsiteY1" fmla="*/ 88858 h 698457"/>
              <a:gd name="connsiteX2" fmla="*/ 12192000 w 12192000"/>
              <a:gd name="connsiteY2" fmla="*/ 698457 h 698457"/>
              <a:gd name="connsiteX3" fmla="*/ 0 w 12192000"/>
              <a:gd name="connsiteY3" fmla="*/ 698457 h 698457"/>
              <a:gd name="connsiteX4" fmla="*/ 0 w 12192000"/>
              <a:gd name="connsiteY4" fmla="*/ 88858 h 698457"/>
              <a:gd name="connsiteX0" fmla="*/ 10160 w 12192000"/>
              <a:gd name="connsiteY0" fmla="*/ 93903 h 612062"/>
              <a:gd name="connsiteX1" fmla="*/ 12192000 w 12192000"/>
              <a:gd name="connsiteY1" fmla="*/ 2463 h 612062"/>
              <a:gd name="connsiteX2" fmla="*/ 12192000 w 12192000"/>
              <a:gd name="connsiteY2" fmla="*/ 612062 h 612062"/>
              <a:gd name="connsiteX3" fmla="*/ 0 w 12192000"/>
              <a:gd name="connsiteY3" fmla="*/ 612062 h 612062"/>
              <a:gd name="connsiteX4" fmla="*/ 10160 w 12192000"/>
              <a:gd name="connsiteY4" fmla="*/ 93903 h 612062"/>
              <a:gd name="connsiteX0" fmla="*/ 0 w 12181840"/>
              <a:gd name="connsiteY0" fmla="*/ 93903 h 612062"/>
              <a:gd name="connsiteX1" fmla="*/ 12181840 w 12181840"/>
              <a:gd name="connsiteY1" fmla="*/ 2463 h 612062"/>
              <a:gd name="connsiteX2" fmla="*/ 12181840 w 12181840"/>
              <a:gd name="connsiteY2" fmla="*/ 612062 h 612062"/>
              <a:gd name="connsiteX3" fmla="*/ 12700 w 12181840"/>
              <a:gd name="connsiteY3" fmla="*/ 612062 h 612062"/>
              <a:gd name="connsiteX4" fmla="*/ 0 w 12181840"/>
              <a:gd name="connsiteY4" fmla="*/ 93903 h 612062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97080"/>
              <a:gd name="connsiteY0" fmla="*/ 93459 h 619238"/>
              <a:gd name="connsiteX1" fmla="*/ 12197080 w 12197080"/>
              <a:gd name="connsiteY1" fmla="*/ 9639 h 619238"/>
              <a:gd name="connsiteX2" fmla="*/ 12197080 w 12197080"/>
              <a:gd name="connsiteY2" fmla="*/ 619238 h 619238"/>
              <a:gd name="connsiteX3" fmla="*/ 27940 w 12197080"/>
              <a:gd name="connsiteY3" fmla="*/ 619238 h 619238"/>
              <a:gd name="connsiteX4" fmla="*/ 0 w 12197080"/>
              <a:gd name="connsiteY4" fmla="*/ 93459 h 619238"/>
              <a:gd name="connsiteX0" fmla="*/ 2540 w 12199620"/>
              <a:gd name="connsiteY0" fmla="*/ 93459 h 619238"/>
              <a:gd name="connsiteX1" fmla="*/ 12199620 w 12199620"/>
              <a:gd name="connsiteY1" fmla="*/ 9639 h 619238"/>
              <a:gd name="connsiteX2" fmla="*/ 12199620 w 12199620"/>
              <a:gd name="connsiteY2" fmla="*/ 619238 h 619238"/>
              <a:gd name="connsiteX3" fmla="*/ 0 w 12199620"/>
              <a:gd name="connsiteY3" fmla="*/ 611618 h 619238"/>
              <a:gd name="connsiteX4" fmla="*/ 2540 w 12199620"/>
              <a:gd name="connsiteY4" fmla="*/ 93459 h 619238"/>
              <a:gd name="connsiteX0" fmla="*/ 153 w 12201043"/>
              <a:gd name="connsiteY0" fmla="*/ 152400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52400 h 609599"/>
              <a:gd name="connsiteX0" fmla="*/ 153 w 12201043"/>
              <a:gd name="connsiteY0" fmla="*/ 184785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84785 h 60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1043" h="609599">
                <a:moveTo>
                  <a:pt x="153" y="184785"/>
                </a:moveTo>
                <a:cubicBezTo>
                  <a:pt x="6075833" y="-272415"/>
                  <a:pt x="8457083" y="1051560"/>
                  <a:pt x="12201043" y="0"/>
                </a:cubicBezTo>
                <a:lnTo>
                  <a:pt x="12201043" y="609599"/>
                </a:lnTo>
                <a:lnTo>
                  <a:pt x="1423" y="601979"/>
                </a:lnTo>
                <a:cubicBezTo>
                  <a:pt x="2270" y="429259"/>
                  <a:pt x="-694" y="357505"/>
                  <a:pt x="153" y="184785"/>
                </a:cubicBezTo>
                <a:close/>
              </a:path>
            </a:pathLst>
          </a:custGeom>
          <a:gradFill flip="none" rotWithShape="1">
            <a:gsLst>
              <a:gs pos="60000">
                <a:srgbClr val="008A41">
                  <a:alpha val="49804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15CABD4-A156-5F7D-F379-35677D1030F0}"/>
              </a:ext>
            </a:extLst>
          </p:cNvPr>
          <p:cNvSpPr/>
          <p:nvPr userDrawn="1"/>
        </p:nvSpPr>
        <p:spPr>
          <a:xfrm flipH="1" flipV="1">
            <a:off x="-6103" y="-10167"/>
            <a:ext cx="9143999" cy="388031"/>
          </a:xfrm>
          <a:custGeom>
            <a:avLst/>
            <a:gdLst>
              <a:gd name="connsiteX0" fmla="*/ 12192000 w 12192000"/>
              <a:gd name="connsiteY0" fmla="*/ 0 h 2039768"/>
              <a:gd name="connsiteX1" fmla="*/ 12192000 w 12192000"/>
              <a:gd name="connsiteY1" fmla="*/ 2039768 h 2039768"/>
              <a:gd name="connsiteX2" fmla="*/ 0 w 12192000"/>
              <a:gd name="connsiteY2" fmla="*/ 2039768 h 2039768"/>
              <a:gd name="connsiteX3" fmla="*/ 0 w 12192000"/>
              <a:gd name="connsiteY3" fmla="*/ 819391 h 2039768"/>
              <a:gd name="connsiteX4" fmla="*/ 37309 w 12192000"/>
              <a:gd name="connsiteY4" fmla="*/ 834936 h 2039768"/>
              <a:gd name="connsiteX5" fmla="*/ 5319640 w 12192000"/>
              <a:gd name="connsiteY5" fmla="*/ 1747868 h 2039768"/>
              <a:gd name="connsiteX6" fmla="*/ 11971651 w 12192000"/>
              <a:gd name="connsiteY6" fmla="*/ 149892 h 2039768"/>
              <a:gd name="connsiteX0" fmla="*/ 12192000 w 12192000"/>
              <a:gd name="connsiteY0" fmla="*/ 373966 h 1893600"/>
              <a:gd name="connsiteX1" fmla="*/ 12192000 w 12192000"/>
              <a:gd name="connsiteY1" fmla="*/ 1893600 h 1893600"/>
              <a:gd name="connsiteX2" fmla="*/ 0 w 12192000"/>
              <a:gd name="connsiteY2" fmla="*/ 1893600 h 1893600"/>
              <a:gd name="connsiteX3" fmla="*/ 0 w 12192000"/>
              <a:gd name="connsiteY3" fmla="*/ 673223 h 1893600"/>
              <a:gd name="connsiteX4" fmla="*/ 37309 w 12192000"/>
              <a:gd name="connsiteY4" fmla="*/ 688768 h 1893600"/>
              <a:gd name="connsiteX5" fmla="*/ 5319640 w 12192000"/>
              <a:gd name="connsiteY5" fmla="*/ 1601700 h 1893600"/>
              <a:gd name="connsiteX6" fmla="*/ 11971651 w 12192000"/>
              <a:gd name="connsiteY6" fmla="*/ 3724 h 1893600"/>
              <a:gd name="connsiteX7" fmla="*/ 12192000 w 12192000"/>
              <a:gd name="connsiteY7" fmla="*/ 373966 h 1893600"/>
              <a:gd name="connsiteX0" fmla="*/ 12192000 w 12192000"/>
              <a:gd name="connsiteY0" fmla="*/ 1413 h 1521047"/>
              <a:gd name="connsiteX1" fmla="*/ 12192000 w 12192000"/>
              <a:gd name="connsiteY1" fmla="*/ 1521047 h 1521047"/>
              <a:gd name="connsiteX2" fmla="*/ 0 w 12192000"/>
              <a:gd name="connsiteY2" fmla="*/ 1521047 h 1521047"/>
              <a:gd name="connsiteX3" fmla="*/ 0 w 12192000"/>
              <a:gd name="connsiteY3" fmla="*/ 300670 h 1521047"/>
              <a:gd name="connsiteX4" fmla="*/ 37309 w 12192000"/>
              <a:gd name="connsiteY4" fmla="*/ 316215 h 1521047"/>
              <a:gd name="connsiteX5" fmla="*/ 5319640 w 12192000"/>
              <a:gd name="connsiteY5" fmla="*/ 1229147 h 1521047"/>
              <a:gd name="connsiteX6" fmla="*/ 12192000 w 12192000"/>
              <a:gd name="connsiteY6" fmla="*/ 1413 h 1521047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37309 w 12192000"/>
              <a:gd name="connsiteY4" fmla="*/ 314802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140179 w 12192000"/>
              <a:gd name="connsiteY4" fmla="*/ 401490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19640 w 12198096"/>
              <a:gd name="connsiteY4" fmla="*/ 1033551 h 1325451"/>
              <a:gd name="connsiteX5" fmla="*/ 12198096 w 12198096"/>
              <a:gd name="connsiteY5" fmla="*/ 0 h 1325451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25736 w 12198096"/>
              <a:gd name="connsiteY4" fmla="*/ 978070 h 1325451"/>
              <a:gd name="connsiteX5" fmla="*/ 12198096 w 12198096"/>
              <a:gd name="connsiteY5" fmla="*/ 0 h 132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8096" h="1325451">
                <a:moveTo>
                  <a:pt x="12198096" y="0"/>
                </a:moveTo>
                <a:lnTo>
                  <a:pt x="12192000" y="1325451"/>
                </a:lnTo>
                <a:lnTo>
                  <a:pt x="0" y="1325451"/>
                </a:lnTo>
                <a:lnTo>
                  <a:pt x="3810" y="434491"/>
                </a:lnTo>
                <a:cubicBezTo>
                  <a:pt x="1718603" y="876908"/>
                  <a:pt x="3533473" y="963319"/>
                  <a:pt x="5325736" y="978070"/>
                </a:cubicBezTo>
                <a:cubicBezTo>
                  <a:pt x="7351518" y="925603"/>
                  <a:pt x="10633603" y="731550"/>
                  <a:pt x="12198096" y="0"/>
                </a:cubicBezTo>
                <a:close/>
              </a:path>
            </a:pathLst>
          </a:custGeom>
          <a:gradFill flip="none" rotWithShape="1">
            <a:gsLst>
              <a:gs pos="60000">
                <a:srgbClr val="A0D2B4">
                  <a:alpha val="50000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>
                  <a:alpha val="5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EB08C6-1FC1-77E5-9547-1F786ECAFD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90" b="89888" l="2563" r="97313">
                        <a14:foregroundMark x1="7187" y1="50562" x2="61563" y2="38764"/>
                        <a14:foregroundMark x1="61563" y1="38764" x2="63438" y2="41292"/>
                        <a14:foregroundMark x1="29875" y1="86798" x2="41313" y2="84551"/>
                        <a14:foregroundMark x1="41313" y1="84551" x2="57375" y2="89607"/>
                        <a14:foregroundMark x1="57375" y1="89607" x2="63438" y2="85112"/>
                        <a14:foregroundMark x1="63438" y1="85112" x2="64063" y2="85112"/>
                        <a14:foregroundMark x1="22250" y1="25843" x2="23375" y2="34831"/>
                        <a14:foregroundMark x1="22375" y1="26124" x2="26438" y2="23876"/>
                        <a14:foregroundMark x1="26438" y1="23876" x2="28688" y2="24438"/>
                        <a14:foregroundMark x1="22313" y1="23315" x2="28750" y2="25562"/>
                        <a14:foregroundMark x1="68313" y1="24157" x2="68313" y2="24157"/>
                        <a14:foregroundMark x1="68375" y1="70506" x2="68375" y2="70506"/>
                        <a14:foregroundMark x1="68063" y1="61236" x2="68063" y2="61236"/>
                        <a14:foregroundMark x1="83438" y1="31180" x2="87688" y2="19382"/>
                        <a14:foregroundMark x1="87688" y1="19382" x2="91813" y2="23315"/>
                        <a14:foregroundMark x1="91813" y1="23315" x2="95063" y2="37079"/>
                        <a14:foregroundMark x1="95063" y1="37079" x2="95188" y2="56461"/>
                        <a14:foregroundMark x1="95188" y1="56461" x2="91188" y2="72753"/>
                        <a14:foregroundMark x1="91188" y1="72753" x2="86438" y2="75562"/>
                        <a14:foregroundMark x1="86438" y1="75562" x2="82438" y2="60393"/>
                        <a14:foregroundMark x1="82438" y1="60393" x2="82125" y2="40449"/>
                        <a14:foregroundMark x1="82125" y1="40449" x2="83813" y2="29213"/>
                        <a14:foregroundMark x1="85688" y1="46910" x2="91313" y2="42416"/>
                        <a14:foregroundMark x1="84500" y1="41854" x2="89125" y2="45506"/>
                        <a14:foregroundMark x1="89125" y1="45506" x2="89313" y2="66573"/>
                        <a14:foregroundMark x1="89313" y1="66573" x2="85375" y2="56742"/>
                        <a14:foregroundMark x1="85375" y1="56742" x2="86188" y2="33427"/>
                        <a14:foregroundMark x1="86188" y1="33427" x2="89625" y2="23315"/>
                        <a14:foregroundMark x1="89625" y1="23315" x2="93063" y2="58146"/>
                        <a14:foregroundMark x1="93063" y1="58146" x2="92625" y2="60955"/>
                        <a14:foregroundMark x1="83250" y1="28933" x2="87125" y2="18539"/>
                        <a14:foregroundMark x1="87125" y1="18539" x2="92063" y2="21629"/>
                        <a14:foregroundMark x1="92063" y1="21629" x2="95063" y2="33989"/>
                        <a14:foregroundMark x1="95063" y1="33989" x2="95875" y2="52247"/>
                        <a14:foregroundMark x1="95875" y1="52247" x2="92688" y2="71910"/>
                        <a14:foregroundMark x1="92688" y1="71910" x2="89188" y2="80337"/>
                        <a14:foregroundMark x1="89188" y1="80337" x2="84125" y2="70787"/>
                        <a14:foregroundMark x1="84125" y1="70787" x2="81313" y2="53371"/>
                        <a14:foregroundMark x1="81313" y1="53371" x2="81875" y2="39607"/>
                        <a14:foregroundMark x1="60250" y1="39888" x2="58125" y2="37079"/>
                        <a14:foregroundMark x1="67625" y1="32022" x2="69313" y2="53090"/>
                        <a14:foregroundMark x1="69313" y1="53090" x2="75000" y2="35674"/>
                        <a14:foregroundMark x1="75000" y1="35674" x2="68813" y2="40449"/>
                        <a14:foregroundMark x1="68813" y1="40449" x2="69000" y2="21629"/>
                        <a14:foregroundMark x1="69000" y1="21629" x2="74250" y2="16292"/>
                        <a14:foregroundMark x1="74250" y1="16292" x2="78563" y2="24719"/>
                        <a14:foregroundMark x1="78563" y1="24719" x2="80063" y2="46348"/>
                        <a14:foregroundMark x1="80063" y1="46348" x2="75813" y2="71067"/>
                        <a14:foregroundMark x1="75813" y1="71067" x2="70438" y2="74719"/>
                        <a14:foregroundMark x1="70438" y1="74719" x2="77063" y2="69944"/>
                        <a14:foregroundMark x1="77063" y1="69944" x2="72313" y2="77528"/>
                        <a14:foregroundMark x1="72313" y1="77528" x2="67500" y2="53090"/>
                        <a14:foregroundMark x1="67500" y1="53090" x2="68063" y2="72753"/>
                        <a14:foregroundMark x1="68063" y1="72753" x2="69000" y2="77528"/>
                        <a14:foregroundMark x1="70688" y1="76685" x2="72438" y2="80056"/>
                        <a14:foregroundMark x1="73750" y1="78371" x2="75688" y2="78652"/>
                        <a14:foregroundMark x1="70813" y1="78090" x2="72063" y2="73876"/>
                        <a14:foregroundMark x1="5407" y1="21913" x2="10063" y2="20506"/>
                        <a14:foregroundMark x1="10063" y1="20506" x2="33938" y2="20506"/>
                        <a14:foregroundMark x1="33938" y1="20506" x2="53813" y2="11798"/>
                        <a14:foregroundMark x1="53813" y1="11798" x2="64813" y2="15449"/>
                        <a14:foregroundMark x1="64813" y1="15449" x2="67750" y2="43539"/>
                        <a14:foregroundMark x1="67750" y1="43539" x2="67750" y2="73876"/>
                        <a14:foregroundMark x1="67750" y1="73876" x2="59750" y2="97753"/>
                        <a14:foregroundMark x1="59750" y1="97753" x2="40250" y2="95506"/>
                        <a14:foregroundMark x1="40250" y1="95506" x2="9375" y2="72753"/>
                        <a14:foregroundMark x1="9375" y1="72753" x2="5309" y2="63916"/>
                        <a14:foregroundMark x1="10125" y1="10955" x2="11750" y2="27528"/>
                        <a14:foregroundMark x1="11750" y1="27528" x2="9125" y2="14045"/>
                        <a14:foregroundMark x1="9125" y1="14045" x2="13188" y2="16011"/>
                        <a14:foregroundMark x1="86698" y1="5849" x2="92049" y2="12903"/>
                        <a14:foregroundMark x1="97370" y1="25565" x2="99688" y2="49719"/>
                        <a14:foregroundMark x1="99688" y1="49719" x2="98188" y2="69101"/>
                        <a14:foregroundMark x1="98188" y1="69101" x2="93563" y2="85112"/>
                        <a14:foregroundMark x1="93563" y1="85112" x2="55688" y2="99719"/>
                        <a14:foregroundMark x1="55688" y1="99719" x2="7164" y2="90806"/>
                        <a14:foregroundMark x1="5404" y1="20395" x2="5750" y2="17978"/>
                        <a14:foregroundMark x1="5750" y1="17978" x2="44938" y2="2528"/>
                        <a14:foregroundMark x1="44938" y1="2528" x2="90875" y2="24438"/>
                        <a14:foregroundMark x1="90875" y1="24438" x2="80938" y2="14607"/>
                        <a14:foregroundMark x1="80938" y1="14607" x2="81099" y2="13463"/>
                        <a14:foregroundMark x1="68750" y1="12360" x2="78063" y2="17135"/>
                        <a14:foregroundMark x1="78063" y1="17135" x2="87938" y2="14607"/>
                        <a14:foregroundMark x1="87938" y1="14607" x2="93500" y2="20506"/>
                        <a14:foregroundMark x1="93500" y1="20506" x2="97500" y2="30618"/>
                        <a14:foregroundMark x1="97500" y1="30618" x2="97313" y2="59831"/>
                        <a14:foregroundMark x1="97313" y1="59831" x2="89563" y2="72753"/>
                        <a14:foregroundMark x1="89563" y1="72753" x2="79813" y2="68258"/>
                        <a14:foregroundMark x1="79813" y1="68258" x2="69438" y2="31180"/>
                        <a14:foregroundMark x1="69438" y1="31180" x2="68688" y2="12921"/>
                        <a14:foregroundMark x1="68688" y1="12921" x2="68688" y2="12640"/>
                        <a14:foregroundMark x1="5938" y1="33708" x2="6750" y2="79213"/>
                        <a14:backgroundMark x1="95264" y1="19646" x2="99063" y2="22472"/>
                        <a14:backgroundMark x1="72250" y1="2528" x2="84419" y2="11579"/>
                        <a14:backgroundMark x1="99063" y1="22472" x2="99563" y2="1685"/>
                        <a14:backgroundMark x1="99563" y1="1685" x2="71625" y2="1966"/>
                        <a14:backgroundMark x1="563" y1="11236" x2="6375" y2="95506"/>
                        <a14:backgroundMark x1="3125" y1="64607" x2="4500" y2="85112"/>
                        <a14:backgroundMark x1="2313" y1="66573" x2="3375" y2="64607"/>
                        <a14:backgroundMark x1="313" y1="17416" x2="625" y2="98315"/>
                        <a14:backgroundMark x1="1188" y1="19382" x2="4313" y2="98596"/>
                        <a14:backgroundMark x1="2750" y1="26685" x2="3125" y2="37079"/>
                        <a14:backgroundMark x1="1750" y1="19382" x2="4500" y2="38483"/>
                        <a14:backgroundMark x1="1750" y1="15449" x2="1750" y2="15449"/>
                        <a14:backgroundMark x1="1750" y1="17135" x2="4313" y2="37640"/>
                        <a14:backgroundMark x1="1875" y1="21910" x2="3938" y2="26966"/>
                        <a14:backgroundMark x1="4313" y1="3371" x2="4375" y2="39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39" y="183848"/>
            <a:ext cx="3223157" cy="717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9">
            <a:extLst>
              <a:ext uri="{FF2B5EF4-FFF2-40B4-BE49-F238E27FC236}">
                <a16:creationId xmlns:a16="http://schemas.microsoft.com/office/drawing/2014/main" id="{B02EB142-B77D-7FB8-110B-883ABED279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671" y="378407"/>
            <a:ext cx="8370918" cy="7279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800" b="1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3559C77-5638-1F29-F6A6-79DA9ECFE803}"/>
              </a:ext>
            </a:extLst>
          </p:cNvPr>
          <p:cNvCxnSpPr>
            <a:cxnSpLocks/>
          </p:cNvCxnSpPr>
          <p:nvPr userDrawn="1"/>
        </p:nvCxnSpPr>
        <p:spPr>
          <a:xfrm flipV="1">
            <a:off x="659760" y="1105817"/>
            <a:ext cx="8269829" cy="1"/>
          </a:xfrm>
          <a:prstGeom prst="line">
            <a:avLst/>
          </a:prstGeom>
          <a:ln w="31750">
            <a:solidFill>
              <a:srgbClr val="008A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7">
            <a:extLst>
              <a:ext uri="{FF2B5EF4-FFF2-40B4-BE49-F238E27FC236}">
                <a16:creationId xmlns:a16="http://schemas.microsoft.com/office/drawing/2014/main" id="{343F4963-B87A-77CC-92BB-20787A2A6703}"/>
              </a:ext>
            </a:extLst>
          </p:cNvPr>
          <p:cNvSpPr/>
          <p:nvPr userDrawn="1"/>
        </p:nvSpPr>
        <p:spPr>
          <a:xfrm flipH="1">
            <a:off x="0" y="4778374"/>
            <a:ext cx="9144000" cy="388032"/>
          </a:xfrm>
          <a:custGeom>
            <a:avLst/>
            <a:gdLst>
              <a:gd name="connsiteX0" fmla="*/ 0 w 12192000"/>
              <a:gd name="connsiteY0" fmla="*/ 0 h 609599"/>
              <a:gd name="connsiteX1" fmla="*/ 12192000 w 12192000"/>
              <a:gd name="connsiteY1" fmla="*/ 0 h 609599"/>
              <a:gd name="connsiteX2" fmla="*/ 12192000 w 12192000"/>
              <a:gd name="connsiteY2" fmla="*/ 609599 h 609599"/>
              <a:gd name="connsiteX3" fmla="*/ 0 w 12192000"/>
              <a:gd name="connsiteY3" fmla="*/ 609599 h 609599"/>
              <a:gd name="connsiteX4" fmla="*/ 0 w 12192000"/>
              <a:gd name="connsiteY4" fmla="*/ 0 h 609599"/>
              <a:gd name="connsiteX0" fmla="*/ 0 w 12192000"/>
              <a:gd name="connsiteY0" fmla="*/ 548640 h 1158239"/>
              <a:gd name="connsiteX1" fmla="*/ 12192000 w 12192000"/>
              <a:gd name="connsiteY1" fmla="*/ 548640 h 1158239"/>
              <a:gd name="connsiteX2" fmla="*/ 12192000 w 12192000"/>
              <a:gd name="connsiteY2" fmla="*/ 1158239 h 1158239"/>
              <a:gd name="connsiteX3" fmla="*/ 0 w 12192000"/>
              <a:gd name="connsiteY3" fmla="*/ 1158239 h 1158239"/>
              <a:gd name="connsiteX4" fmla="*/ 0 w 12192000"/>
              <a:gd name="connsiteY4" fmla="*/ 548640 h 1158239"/>
              <a:gd name="connsiteX0" fmla="*/ 0 w 12192000"/>
              <a:gd name="connsiteY0" fmla="*/ 376700 h 986299"/>
              <a:gd name="connsiteX1" fmla="*/ 12192000 w 12192000"/>
              <a:gd name="connsiteY1" fmla="*/ 376700 h 986299"/>
              <a:gd name="connsiteX2" fmla="*/ 12192000 w 12192000"/>
              <a:gd name="connsiteY2" fmla="*/ 986299 h 986299"/>
              <a:gd name="connsiteX3" fmla="*/ 0 w 12192000"/>
              <a:gd name="connsiteY3" fmla="*/ 986299 h 986299"/>
              <a:gd name="connsiteX4" fmla="*/ 0 w 12192000"/>
              <a:gd name="connsiteY4" fmla="*/ 376700 h 986299"/>
              <a:gd name="connsiteX0" fmla="*/ 0 w 12192000"/>
              <a:gd name="connsiteY0" fmla="*/ 438928 h 1048527"/>
              <a:gd name="connsiteX1" fmla="*/ 12192000 w 12192000"/>
              <a:gd name="connsiteY1" fmla="*/ 438928 h 1048527"/>
              <a:gd name="connsiteX2" fmla="*/ 12192000 w 12192000"/>
              <a:gd name="connsiteY2" fmla="*/ 1048527 h 1048527"/>
              <a:gd name="connsiteX3" fmla="*/ 0 w 12192000"/>
              <a:gd name="connsiteY3" fmla="*/ 1048527 h 1048527"/>
              <a:gd name="connsiteX4" fmla="*/ 0 w 12192000"/>
              <a:gd name="connsiteY4" fmla="*/ 438928 h 1048527"/>
              <a:gd name="connsiteX0" fmla="*/ 0 w 12192000"/>
              <a:gd name="connsiteY0" fmla="*/ 181799 h 791398"/>
              <a:gd name="connsiteX1" fmla="*/ 12192000 w 12192000"/>
              <a:gd name="connsiteY1" fmla="*/ 181799 h 791398"/>
              <a:gd name="connsiteX2" fmla="*/ 12192000 w 12192000"/>
              <a:gd name="connsiteY2" fmla="*/ 791398 h 791398"/>
              <a:gd name="connsiteX3" fmla="*/ 0 w 12192000"/>
              <a:gd name="connsiteY3" fmla="*/ 791398 h 791398"/>
              <a:gd name="connsiteX4" fmla="*/ 0 w 12192000"/>
              <a:gd name="connsiteY4" fmla="*/ 181799 h 791398"/>
              <a:gd name="connsiteX0" fmla="*/ 0 w 12192000"/>
              <a:gd name="connsiteY0" fmla="*/ 187345 h 796944"/>
              <a:gd name="connsiteX1" fmla="*/ 12192000 w 12192000"/>
              <a:gd name="connsiteY1" fmla="*/ 187345 h 796944"/>
              <a:gd name="connsiteX2" fmla="*/ 12192000 w 12192000"/>
              <a:gd name="connsiteY2" fmla="*/ 796944 h 796944"/>
              <a:gd name="connsiteX3" fmla="*/ 0 w 12192000"/>
              <a:gd name="connsiteY3" fmla="*/ 796944 h 796944"/>
              <a:gd name="connsiteX4" fmla="*/ 0 w 12192000"/>
              <a:gd name="connsiteY4" fmla="*/ 187345 h 796944"/>
              <a:gd name="connsiteX0" fmla="*/ 0 w 12192000"/>
              <a:gd name="connsiteY0" fmla="*/ 154569 h 764168"/>
              <a:gd name="connsiteX1" fmla="*/ 12192000 w 12192000"/>
              <a:gd name="connsiteY1" fmla="*/ 154569 h 764168"/>
              <a:gd name="connsiteX2" fmla="*/ 12192000 w 12192000"/>
              <a:gd name="connsiteY2" fmla="*/ 764168 h 764168"/>
              <a:gd name="connsiteX3" fmla="*/ 0 w 12192000"/>
              <a:gd name="connsiteY3" fmla="*/ 764168 h 764168"/>
              <a:gd name="connsiteX4" fmla="*/ 0 w 12192000"/>
              <a:gd name="connsiteY4" fmla="*/ 154569 h 764168"/>
              <a:gd name="connsiteX0" fmla="*/ 0 w 12192000"/>
              <a:gd name="connsiteY0" fmla="*/ 165354 h 774953"/>
              <a:gd name="connsiteX1" fmla="*/ 12192000 w 12192000"/>
              <a:gd name="connsiteY1" fmla="*/ 165354 h 774953"/>
              <a:gd name="connsiteX2" fmla="*/ 12192000 w 12192000"/>
              <a:gd name="connsiteY2" fmla="*/ 774953 h 774953"/>
              <a:gd name="connsiteX3" fmla="*/ 0 w 12192000"/>
              <a:gd name="connsiteY3" fmla="*/ 774953 h 774953"/>
              <a:gd name="connsiteX4" fmla="*/ 0 w 12192000"/>
              <a:gd name="connsiteY4" fmla="*/ 165354 h 774953"/>
              <a:gd name="connsiteX0" fmla="*/ 0 w 12192000"/>
              <a:gd name="connsiteY0" fmla="*/ 181798 h 791397"/>
              <a:gd name="connsiteX1" fmla="*/ 12192000 w 12192000"/>
              <a:gd name="connsiteY1" fmla="*/ 181798 h 791397"/>
              <a:gd name="connsiteX2" fmla="*/ 12192000 w 12192000"/>
              <a:gd name="connsiteY2" fmla="*/ 791397 h 791397"/>
              <a:gd name="connsiteX3" fmla="*/ 0 w 12192000"/>
              <a:gd name="connsiteY3" fmla="*/ 791397 h 791397"/>
              <a:gd name="connsiteX4" fmla="*/ 0 w 12192000"/>
              <a:gd name="connsiteY4" fmla="*/ 181798 h 791397"/>
              <a:gd name="connsiteX0" fmla="*/ 0 w 12192000"/>
              <a:gd name="connsiteY0" fmla="*/ 88858 h 698457"/>
              <a:gd name="connsiteX1" fmla="*/ 12192000 w 12192000"/>
              <a:gd name="connsiteY1" fmla="*/ 88858 h 698457"/>
              <a:gd name="connsiteX2" fmla="*/ 12192000 w 12192000"/>
              <a:gd name="connsiteY2" fmla="*/ 698457 h 698457"/>
              <a:gd name="connsiteX3" fmla="*/ 0 w 12192000"/>
              <a:gd name="connsiteY3" fmla="*/ 698457 h 698457"/>
              <a:gd name="connsiteX4" fmla="*/ 0 w 12192000"/>
              <a:gd name="connsiteY4" fmla="*/ 88858 h 698457"/>
              <a:gd name="connsiteX0" fmla="*/ 10160 w 12192000"/>
              <a:gd name="connsiteY0" fmla="*/ 93903 h 612062"/>
              <a:gd name="connsiteX1" fmla="*/ 12192000 w 12192000"/>
              <a:gd name="connsiteY1" fmla="*/ 2463 h 612062"/>
              <a:gd name="connsiteX2" fmla="*/ 12192000 w 12192000"/>
              <a:gd name="connsiteY2" fmla="*/ 612062 h 612062"/>
              <a:gd name="connsiteX3" fmla="*/ 0 w 12192000"/>
              <a:gd name="connsiteY3" fmla="*/ 612062 h 612062"/>
              <a:gd name="connsiteX4" fmla="*/ 10160 w 12192000"/>
              <a:gd name="connsiteY4" fmla="*/ 93903 h 612062"/>
              <a:gd name="connsiteX0" fmla="*/ 0 w 12181840"/>
              <a:gd name="connsiteY0" fmla="*/ 93903 h 612062"/>
              <a:gd name="connsiteX1" fmla="*/ 12181840 w 12181840"/>
              <a:gd name="connsiteY1" fmla="*/ 2463 h 612062"/>
              <a:gd name="connsiteX2" fmla="*/ 12181840 w 12181840"/>
              <a:gd name="connsiteY2" fmla="*/ 612062 h 612062"/>
              <a:gd name="connsiteX3" fmla="*/ 12700 w 12181840"/>
              <a:gd name="connsiteY3" fmla="*/ 612062 h 612062"/>
              <a:gd name="connsiteX4" fmla="*/ 0 w 12181840"/>
              <a:gd name="connsiteY4" fmla="*/ 93903 h 612062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97080"/>
              <a:gd name="connsiteY0" fmla="*/ 93459 h 619238"/>
              <a:gd name="connsiteX1" fmla="*/ 12197080 w 12197080"/>
              <a:gd name="connsiteY1" fmla="*/ 9639 h 619238"/>
              <a:gd name="connsiteX2" fmla="*/ 12197080 w 12197080"/>
              <a:gd name="connsiteY2" fmla="*/ 619238 h 619238"/>
              <a:gd name="connsiteX3" fmla="*/ 27940 w 12197080"/>
              <a:gd name="connsiteY3" fmla="*/ 619238 h 619238"/>
              <a:gd name="connsiteX4" fmla="*/ 0 w 12197080"/>
              <a:gd name="connsiteY4" fmla="*/ 93459 h 619238"/>
              <a:gd name="connsiteX0" fmla="*/ 2540 w 12199620"/>
              <a:gd name="connsiteY0" fmla="*/ 93459 h 619238"/>
              <a:gd name="connsiteX1" fmla="*/ 12199620 w 12199620"/>
              <a:gd name="connsiteY1" fmla="*/ 9639 h 619238"/>
              <a:gd name="connsiteX2" fmla="*/ 12199620 w 12199620"/>
              <a:gd name="connsiteY2" fmla="*/ 619238 h 619238"/>
              <a:gd name="connsiteX3" fmla="*/ 0 w 12199620"/>
              <a:gd name="connsiteY3" fmla="*/ 611618 h 619238"/>
              <a:gd name="connsiteX4" fmla="*/ 2540 w 12199620"/>
              <a:gd name="connsiteY4" fmla="*/ 93459 h 619238"/>
              <a:gd name="connsiteX0" fmla="*/ 153 w 12201043"/>
              <a:gd name="connsiteY0" fmla="*/ 152400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52400 h 609599"/>
              <a:gd name="connsiteX0" fmla="*/ 153 w 12201043"/>
              <a:gd name="connsiteY0" fmla="*/ 184785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84785 h 60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1043" h="609599">
                <a:moveTo>
                  <a:pt x="153" y="184785"/>
                </a:moveTo>
                <a:cubicBezTo>
                  <a:pt x="6075833" y="-272415"/>
                  <a:pt x="8457083" y="1051560"/>
                  <a:pt x="12201043" y="0"/>
                </a:cubicBezTo>
                <a:lnTo>
                  <a:pt x="12201043" y="609599"/>
                </a:lnTo>
                <a:lnTo>
                  <a:pt x="1423" y="601979"/>
                </a:lnTo>
                <a:cubicBezTo>
                  <a:pt x="2270" y="429259"/>
                  <a:pt x="-694" y="357505"/>
                  <a:pt x="153" y="184785"/>
                </a:cubicBezTo>
                <a:close/>
              </a:path>
            </a:pathLst>
          </a:custGeom>
          <a:gradFill flip="none" rotWithShape="1">
            <a:gsLst>
              <a:gs pos="60000">
                <a:srgbClr val="008A41">
                  <a:alpha val="49804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093E80A-D6BC-C1D2-A250-A34AC077B19D}"/>
              </a:ext>
            </a:extLst>
          </p:cNvPr>
          <p:cNvSpPr/>
          <p:nvPr userDrawn="1"/>
        </p:nvSpPr>
        <p:spPr>
          <a:xfrm flipH="1" flipV="1">
            <a:off x="-6103" y="-10167"/>
            <a:ext cx="9143999" cy="388031"/>
          </a:xfrm>
          <a:custGeom>
            <a:avLst/>
            <a:gdLst>
              <a:gd name="connsiteX0" fmla="*/ 12192000 w 12192000"/>
              <a:gd name="connsiteY0" fmla="*/ 0 h 2039768"/>
              <a:gd name="connsiteX1" fmla="*/ 12192000 w 12192000"/>
              <a:gd name="connsiteY1" fmla="*/ 2039768 h 2039768"/>
              <a:gd name="connsiteX2" fmla="*/ 0 w 12192000"/>
              <a:gd name="connsiteY2" fmla="*/ 2039768 h 2039768"/>
              <a:gd name="connsiteX3" fmla="*/ 0 w 12192000"/>
              <a:gd name="connsiteY3" fmla="*/ 819391 h 2039768"/>
              <a:gd name="connsiteX4" fmla="*/ 37309 w 12192000"/>
              <a:gd name="connsiteY4" fmla="*/ 834936 h 2039768"/>
              <a:gd name="connsiteX5" fmla="*/ 5319640 w 12192000"/>
              <a:gd name="connsiteY5" fmla="*/ 1747868 h 2039768"/>
              <a:gd name="connsiteX6" fmla="*/ 11971651 w 12192000"/>
              <a:gd name="connsiteY6" fmla="*/ 149892 h 2039768"/>
              <a:gd name="connsiteX0" fmla="*/ 12192000 w 12192000"/>
              <a:gd name="connsiteY0" fmla="*/ 373966 h 1893600"/>
              <a:gd name="connsiteX1" fmla="*/ 12192000 w 12192000"/>
              <a:gd name="connsiteY1" fmla="*/ 1893600 h 1893600"/>
              <a:gd name="connsiteX2" fmla="*/ 0 w 12192000"/>
              <a:gd name="connsiteY2" fmla="*/ 1893600 h 1893600"/>
              <a:gd name="connsiteX3" fmla="*/ 0 w 12192000"/>
              <a:gd name="connsiteY3" fmla="*/ 673223 h 1893600"/>
              <a:gd name="connsiteX4" fmla="*/ 37309 w 12192000"/>
              <a:gd name="connsiteY4" fmla="*/ 688768 h 1893600"/>
              <a:gd name="connsiteX5" fmla="*/ 5319640 w 12192000"/>
              <a:gd name="connsiteY5" fmla="*/ 1601700 h 1893600"/>
              <a:gd name="connsiteX6" fmla="*/ 11971651 w 12192000"/>
              <a:gd name="connsiteY6" fmla="*/ 3724 h 1893600"/>
              <a:gd name="connsiteX7" fmla="*/ 12192000 w 12192000"/>
              <a:gd name="connsiteY7" fmla="*/ 373966 h 1893600"/>
              <a:gd name="connsiteX0" fmla="*/ 12192000 w 12192000"/>
              <a:gd name="connsiteY0" fmla="*/ 1413 h 1521047"/>
              <a:gd name="connsiteX1" fmla="*/ 12192000 w 12192000"/>
              <a:gd name="connsiteY1" fmla="*/ 1521047 h 1521047"/>
              <a:gd name="connsiteX2" fmla="*/ 0 w 12192000"/>
              <a:gd name="connsiteY2" fmla="*/ 1521047 h 1521047"/>
              <a:gd name="connsiteX3" fmla="*/ 0 w 12192000"/>
              <a:gd name="connsiteY3" fmla="*/ 300670 h 1521047"/>
              <a:gd name="connsiteX4" fmla="*/ 37309 w 12192000"/>
              <a:gd name="connsiteY4" fmla="*/ 316215 h 1521047"/>
              <a:gd name="connsiteX5" fmla="*/ 5319640 w 12192000"/>
              <a:gd name="connsiteY5" fmla="*/ 1229147 h 1521047"/>
              <a:gd name="connsiteX6" fmla="*/ 12192000 w 12192000"/>
              <a:gd name="connsiteY6" fmla="*/ 1413 h 1521047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37309 w 12192000"/>
              <a:gd name="connsiteY4" fmla="*/ 314802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140179 w 12192000"/>
              <a:gd name="connsiteY4" fmla="*/ 401490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19640 w 12198096"/>
              <a:gd name="connsiteY4" fmla="*/ 1033551 h 1325451"/>
              <a:gd name="connsiteX5" fmla="*/ 12198096 w 12198096"/>
              <a:gd name="connsiteY5" fmla="*/ 0 h 1325451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25736 w 12198096"/>
              <a:gd name="connsiteY4" fmla="*/ 978070 h 1325451"/>
              <a:gd name="connsiteX5" fmla="*/ 12198096 w 12198096"/>
              <a:gd name="connsiteY5" fmla="*/ 0 h 132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8096" h="1325451">
                <a:moveTo>
                  <a:pt x="12198096" y="0"/>
                </a:moveTo>
                <a:lnTo>
                  <a:pt x="12192000" y="1325451"/>
                </a:lnTo>
                <a:lnTo>
                  <a:pt x="0" y="1325451"/>
                </a:lnTo>
                <a:lnTo>
                  <a:pt x="3810" y="434491"/>
                </a:lnTo>
                <a:cubicBezTo>
                  <a:pt x="1718603" y="876908"/>
                  <a:pt x="3533473" y="963319"/>
                  <a:pt x="5325736" y="978070"/>
                </a:cubicBezTo>
                <a:cubicBezTo>
                  <a:pt x="7351518" y="925603"/>
                  <a:pt x="10633603" y="731550"/>
                  <a:pt x="12198096" y="0"/>
                </a:cubicBezTo>
                <a:close/>
              </a:path>
            </a:pathLst>
          </a:custGeom>
          <a:gradFill flip="none" rotWithShape="1">
            <a:gsLst>
              <a:gs pos="60000">
                <a:srgbClr val="A0D2B4">
                  <a:alpha val="50000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>
                  <a:alpha val="5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BA6729-E55B-81DD-2EFA-36FD10EAD7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90" b="89888" l="2563" r="97313">
                        <a14:foregroundMark x1="7187" y1="50562" x2="61563" y2="38764"/>
                        <a14:foregroundMark x1="61563" y1="38764" x2="63438" y2="41292"/>
                        <a14:foregroundMark x1="29875" y1="86798" x2="41313" y2="84551"/>
                        <a14:foregroundMark x1="41313" y1="84551" x2="57375" y2="89607"/>
                        <a14:foregroundMark x1="57375" y1="89607" x2="63438" y2="85112"/>
                        <a14:foregroundMark x1="63438" y1="85112" x2="64063" y2="85112"/>
                        <a14:foregroundMark x1="22250" y1="25843" x2="23375" y2="34831"/>
                        <a14:foregroundMark x1="22375" y1="26124" x2="26438" y2="23876"/>
                        <a14:foregroundMark x1="26438" y1="23876" x2="28688" y2="24438"/>
                        <a14:foregroundMark x1="22313" y1="23315" x2="28750" y2="25562"/>
                        <a14:foregroundMark x1="68313" y1="24157" x2="68313" y2="24157"/>
                        <a14:foregroundMark x1="68375" y1="70506" x2="68375" y2="70506"/>
                        <a14:foregroundMark x1="68063" y1="61236" x2="68063" y2="61236"/>
                        <a14:foregroundMark x1="83438" y1="31180" x2="87688" y2="19382"/>
                        <a14:foregroundMark x1="87688" y1="19382" x2="91813" y2="23315"/>
                        <a14:foregroundMark x1="91813" y1="23315" x2="95063" y2="37079"/>
                        <a14:foregroundMark x1="95063" y1="37079" x2="95188" y2="56461"/>
                        <a14:foregroundMark x1="95188" y1="56461" x2="91188" y2="72753"/>
                        <a14:foregroundMark x1="91188" y1="72753" x2="86438" y2="75562"/>
                        <a14:foregroundMark x1="86438" y1="75562" x2="82438" y2="60393"/>
                        <a14:foregroundMark x1="82438" y1="60393" x2="82125" y2="40449"/>
                        <a14:foregroundMark x1="82125" y1="40449" x2="83813" y2="29213"/>
                        <a14:foregroundMark x1="85688" y1="46910" x2="91313" y2="42416"/>
                        <a14:foregroundMark x1="84500" y1="41854" x2="89125" y2="45506"/>
                        <a14:foregroundMark x1="89125" y1="45506" x2="89313" y2="66573"/>
                        <a14:foregroundMark x1="89313" y1="66573" x2="85375" y2="56742"/>
                        <a14:foregroundMark x1="85375" y1="56742" x2="86188" y2="33427"/>
                        <a14:foregroundMark x1="86188" y1="33427" x2="89625" y2="23315"/>
                        <a14:foregroundMark x1="89625" y1="23315" x2="93063" y2="58146"/>
                        <a14:foregroundMark x1="93063" y1="58146" x2="92625" y2="60955"/>
                        <a14:foregroundMark x1="83250" y1="28933" x2="87125" y2="18539"/>
                        <a14:foregroundMark x1="87125" y1="18539" x2="92063" y2="21629"/>
                        <a14:foregroundMark x1="92063" y1="21629" x2="95063" y2="33989"/>
                        <a14:foregroundMark x1="95063" y1="33989" x2="95875" y2="52247"/>
                        <a14:foregroundMark x1="95875" y1="52247" x2="92688" y2="71910"/>
                        <a14:foregroundMark x1="92688" y1="71910" x2="89188" y2="80337"/>
                        <a14:foregroundMark x1="89188" y1="80337" x2="84125" y2="70787"/>
                        <a14:foregroundMark x1="84125" y1="70787" x2="81313" y2="53371"/>
                        <a14:foregroundMark x1="81313" y1="53371" x2="81875" y2="39607"/>
                        <a14:foregroundMark x1="60250" y1="39888" x2="58125" y2="37079"/>
                        <a14:foregroundMark x1="67625" y1="32022" x2="69313" y2="53090"/>
                        <a14:foregroundMark x1="69313" y1="53090" x2="75000" y2="35674"/>
                        <a14:foregroundMark x1="75000" y1="35674" x2="68813" y2="40449"/>
                        <a14:foregroundMark x1="68813" y1="40449" x2="69000" y2="21629"/>
                        <a14:foregroundMark x1="69000" y1="21629" x2="74250" y2="16292"/>
                        <a14:foregroundMark x1="74250" y1="16292" x2="78563" y2="24719"/>
                        <a14:foregroundMark x1="78563" y1="24719" x2="80063" y2="46348"/>
                        <a14:foregroundMark x1="80063" y1="46348" x2="75813" y2="71067"/>
                        <a14:foregroundMark x1="75813" y1="71067" x2="70438" y2="74719"/>
                        <a14:foregroundMark x1="70438" y1="74719" x2="77063" y2="69944"/>
                        <a14:foregroundMark x1="77063" y1="69944" x2="72313" y2="77528"/>
                        <a14:foregroundMark x1="72313" y1="77528" x2="67500" y2="53090"/>
                        <a14:foregroundMark x1="67500" y1="53090" x2="68063" y2="72753"/>
                        <a14:foregroundMark x1="68063" y1="72753" x2="69000" y2="77528"/>
                        <a14:foregroundMark x1="70688" y1="76685" x2="72438" y2="80056"/>
                        <a14:foregroundMark x1="73750" y1="78371" x2="75688" y2="78652"/>
                        <a14:foregroundMark x1="70813" y1="78090" x2="72063" y2="73876"/>
                        <a14:foregroundMark x1="5407" y1="21913" x2="10063" y2="20506"/>
                        <a14:foregroundMark x1="10063" y1="20506" x2="33938" y2="20506"/>
                        <a14:foregroundMark x1="33938" y1="20506" x2="53813" y2="11798"/>
                        <a14:foregroundMark x1="53813" y1="11798" x2="64813" y2="15449"/>
                        <a14:foregroundMark x1="64813" y1="15449" x2="67750" y2="43539"/>
                        <a14:foregroundMark x1="67750" y1="43539" x2="67750" y2="73876"/>
                        <a14:foregroundMark x1="67750" y1="73876" x2="59750" y2="97753"/>
                        <a14:foregroundMark x1="59750" y1="97753" x2="40250" y2="95506"/>
                        <a14:foregroundMark x1="40250" y1="95506" x2="9375" y2="72753"/>
                        <a14:foregroundMark x1="9375" y1="72753" x2="5309" y2="63916"/>
                        <a14:foregroundMark x1="10125" y1="10955" x2="11750" y2="27528"/>
                        <a14:foregroundMark x1="11750" y1="27528" x2="9125" y2="14045"/>
                        <a14:foregroundMark x1="9125" y1="14045" x2="13188" y2="16011"/>
                        <a14:foregroundMark x1="86698" y1="5849" x2="92049" y2="12903"/>
                        <a14:foregroundMark x1="97370" y1="25565" x2="99688" y2="49719"/>
                        <a14:foregroundMark x1="99688" y1="49719" x2="98188" y2="69101"/>
                        <a14:foregroundMark x1="98188" y1="69101" x2="93563" y2="85112"/>
                        <a14:foregroundMark x1="93563" y1="85112" x2="55688" y2="99719"/>
                        <a14:foregroundMark x1="55688" y1="99719" x2="7164" y2="90806"/>
                        <a14:foregroundMark x1="5404" y1="20395" x2="5750" y2="17978"/>
                        <a14:foregroundMark x1="5750" y1="17978" x2="44938" y2="2528"/>
                        <a14:foregroundMark x1="44938" y1="2528" x2="90875" y2="24438"/>
                        <a14:foregroundMark x1="90875" y1="24438" x2="80938" y2="14607"/>
                        <a14:foregroundMark x1="80938" y1="14607" x2="81099" y2="13463"/>
                        <a14:foregroundMark x1="68750" y1="12360" x2="78063" y2="17135"/>
                        <a14:foregroundMark x1="78063" y1="17135" x2="87938" y2="14607"/>
                        <a14:foregroundMark x1="87938" y1="14607" x2="93500" y2="20506"/>
                        <a14:foregroundMark x1="93500" y1="20506" x2="97500" y2="30618"/>
                        <a14:foregroundMark x1="97500" y1="30618" x2="97313" y2="59831"/>
                        <a14:foregroundMark x1="97313" y1="59831" x2="89563" y2="72753"/>
                        <a14:foregroundMark x1="89563" y1="72753" x2="79813" y2="68258"/>
                        <a14:foregroundMark x1="79813" y1="68258" x2="69438" y2="31180"/>
                        <a14:foregroundMark x1="69438" y1="31180" x2="68688" y2="12921"/>
                        <a14:foregroundMark x1="68688" y1="12921" x2="68688" y2="12640"/>
                        <a14:foregroundMark x1="5938" y1="33708" x2="6750" y2="79213"/>
                        <a14:backgroundMark x1="95264" y1="19646" x2="99063" y2="22472"/>
                        <a14:backgroundMark x1="72250" y1="2528" x2="84419" y2="11579"/>
                        <a14:backgroundMark x1="99063" y1="22472" x2="99563" y2="1685"/>
                        <a14:backgroundMark x1="99563" y1="1685" x2="71625" y2="1966"/>
                        <a14:backgroundMark x1="563" y1="11236" x2="6375" y2="95506"/>
                        <a14:backgroundMark x1="3125" y1="64607" x2="4500" y2="85112"/>
                        <a14:backgroundMark x1="2313" y1="66573" x2="3375" y2="64607"/>
                        <a14:backgroundMark x1="313" y1="17416" x2="625" y2="98315"/>
                        <a14:backgroundMark x1="1188" y1="19382" x2="4313" y2="98596"/>
                        <a14:backgroundMark x1="2750" y1="26685" x2="3125" y2="37079"/>
                        <a14:backgroundMark x1="1750" y1="19382" x2="4500" y2="38483"/>
                        <a14:backgroundMark x1="1750" y1="15449" x2="1750" y2="15449"/>
                        <a14:backgroundMark x1="1750" y1="17135" x2="4313" y2="37640"/>
                        <a14:backgroundMark x1="1875" y1="21910" x2="3938" y2="26966"/>
                        <a14:backgroundMark x1="4313" y1="3371" x2="4375" y2="39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39" y="183848"/>
            <a:ext cx="3223157" cy="717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uv.conf.committee@universal-village.or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uv.conf.committee@universal-village.or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uv2026.conf@universal-village.or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6;p20">
            <a:extLst>
              <a:ext uri="{FF2B5EF4-FFF2-40B4-BE49-F238E27FC236}">
                <a16:creationId xmlns:a16="http://schemas.microsoft.com/office/drawing/2014/main" id="{6DC12CFC-FD6B-ADBA-3B80-3A8B1923AD10}"/>
              </a:ext>
            </a:extLst>
          </p:cNvPr>
          <p:cNvSpPr/>
          <p:nvPr/>
        </p:nvSpPr>
        <p:spPr>
          <a:xfrm>
            <a:off x="0" y="1602274"/>
            <a:ext cx="91440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UV2026 Paper Review Instructions on </a:t>
            </a:r>
            <a:r>
              <a:rPr lang="en-US" sz="4000" b="1" dirty="0" err="1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EasyChair</a:t>
            </a:r>
            <a:endParaRPr lang="en-US" sz="4000" b="1" dirty="0">
              <a:solidFill>
                <a:srgbClr val="009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-Reviewer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b="1" dirty="0">
              <a:solidFill>
                <a:srgbClr val="0092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4294967295"/>
          </p:nvPr>
        </p:nvSpPr>
        <p:spPr>
          <a:xfrm>
            <a:off x="304800" y="1087438"/>
            <a:ext cx="88392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reate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ccount		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 action="ppaction://hlinksldjump"/>
              </a:rPr>
              <a:t>[Slide 3]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Assigned Papers and Submit Reviews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 action="ppaction://hlinksldjump"/>
              </a:rPr>
              <a:t>[Slide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 action="ppaction://hlinksldjump"/>
              </a:rPr>
              <a:t>11]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342900">
              <a:buSzPts val="1600"/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Review with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(recommended)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5" action="ppaction://hlinksldjump"/>
              </a:rPr>
              <a:t>[Slide 12]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342900">
              <a:buSzPts val="1600"/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Offline Review Form				  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6" action="ppaction://hlinksldjump"/>
              </a:rPr>
              <a:t>[Slide 21]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 Edit a Submitted Review	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7" action="ppaction://hlinksldjump"/>
              </a:rPr>
              <a:t>[Slide 22]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Account-1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4294967295"/>
          </p:nvPr>
        </p:nvSpPr>
        <p:spPr>
          <a:xfrm>
            <a:off x="92075" y="1017905"/>
            <a:ext cx="8924925" cy="327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to the EasyChair login page: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4620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start the registration process.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4294967295"/>
          </p:nvPr>
        </p:nvSpPr>
        <p:spPr>
          <a:xfrm>
            <a:off x="739000" y="1128500"/>
            <a:ext cx="80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(reCAPTCHA) as required.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62089" y="1767950"/>
            <a:ext cx="4619823" cy="27209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76200" lvl="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4294967295"/>
          </p:nvPr>
        </p:nvSpPr>
        <p:spPr>
          <a:xfrm>
            <a:off x="840600" y="1116125"/>
            <a:ext cx="799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in your personal information in the registration form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24002" y="1716635"/>
            <a:ext cx="4624899" cy="29079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Account-3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4294967295"/>
          </p:nvPr>
        </p:nvSpPr>
        <p:spPr>
          <a:xfrm>
            <a:off x="0" y="1089660"/>
            <a:ext cx="4535170" cy="405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After submitting the form, a confirmation message will be displayed, indicating that a verification email has been sent to your registered email address.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f)  Check your email inbox for a verification message from EasyChair.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g)  Enter the verification code provided in the email.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h)  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Click “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Create account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” to finalize your registration.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98035" y="3375660"/>
            <a:ext cx="4390390" cy="169100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Account-4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98035" y="1089660"/>
            <a:ext cx="4389755" cy="211963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4294967295"/>
          </p:nvPr>
        </p:nvSpPr>
        <p:spPr>
          <a:xfrm>
            <a:off x="311700" y="1418375"/>
            <a:ext cx="2882700" cy="3416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Click the </a:t>
            </a:r>
            <a:r>
              <a:rPr lang="en-US" altLang="en-GB" sz="1600" b="1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“Click here to log in” 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link to access the </a:t>
            </a: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EasyChair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login page.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93850" y="1640550"/>
            <a:ext cx="5031050" cy="240012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Account-5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4294967295"/>
          </p:nvPr>
        </p:nvSpPr>
        <p:spPr>
          <a:xfrm>
            <a:off x="311700" y="1097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now log in to EasyChair using your registered email address (or username) and password.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https://easychair.org/conferences/?conf=ieeeuv2026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35530" y="2476500"/>
            <a:ext cx="4472940" cy="242062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Account-6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4294967295"/>
          </p:nvPr>
        </p:nvSpPr>
        <p:spPr>
          <a:xfrm>
            <a:off x="156124" y="1359762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3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156124" y="2217271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/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  <p:sp>
        <p:nvSpPr>
          <p:cNvPr id="3" name="Google Shape;66;p15">
            <a:extLst>
              <a:ext uri="{FF2B5EF4-FFF2-40B4-BE49-F238E27FC236}">
                <a16:creationId xmlns:a16="http://schemas.microsoft.com/office/drawing/2014/main" id="{E50A0CB2-0814-00AF-31F1-ED820F801B74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7620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4294967295"/>
          </p:nvPr>
        </p:nvSpPr>
        <p:spPr>
          <a:xfrm>
            <a:off x="156124" y="1148093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241299" y="1737744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  <p:sp>
        <p:nvSpPr>
          <p:cNvPr id="2" name="Google Shape;66;p15">
            <a:extLst>
              <a:ext uri="{FF2B5EF4-FFF2-40B4-BE49-F238E27FC236}">
                <a16:creationId xmlns:a16="http://schemas.microsoft.com/office/drawing/2014/main" id="{666ED57F-81B1-17DB-385C-BA2E48C2AE47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76200">
              <a:lnSpc>
                <a:spcPct val="115000"/>
              </a:lnSpc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 idx="4294967295"/>
          </p:nvPr>
        </p:nvSpPr>
        <p:spPr>
          <a:xfrm>
            <a:off x="311700" y="294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Review Papers as a Reviewer</a:t>
            </a:r>
            <a:endParaRPr b="1" dirty="0">
              <a:solidFill>
                <a:srgbClr val="0092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4294967295"/>
          </p:nvPr>
        </p:nvSpPr>
        <p:spPr>
          <a:xfrm>
            <a:off x="311700" y="932450"/>
            <a:ext cx="8520600" cy="3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may access assigned papers and submit reviews through one of the following methods: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your own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(recommended)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chair-assisted review workflow, only if arranged by your session chair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offline review form if you have difficulty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4294967295"/>
          </p:nvPr>
        </p:nvSpPr>
        <p:spPr>
          <a:xfrm>
            <a:off x="311700" y="1490133"/>
            <a:ext cx="8520600" cy="3513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Please create your personal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 first. Then contact your session chair so that the assigned paper(s) can be assigned to your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account. Once the assignment has been completed, please follow the steps below to review the paper(s).</a:t>
            </a:r>
          </a:p>
        </p:txBody>
      </p:sp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A622819B-11FB-8ACA-37F6-D356EF8A74AD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body" idx="4294967295"/>
          </p:nvPr>
        </p:nvSpPr>
        <p:spPr>
          <a:xfrm>
            <a:off x="229425" y="1078995"/>
            <a:ext cx="88161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After logging in, you will see the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reviewer interface shown below. Click “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access your assigned review request(s).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“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role does not appear, please contact your session chair or the UV2026 Organizing Committee at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uv.conf.committee@universal-village.org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assistance.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" r="1190"/>
          <a:stretch>
            <a:fillRect/>
          </a:stretch>
        </p:blipFill>
        <p:spPr>
          <a:xfrm>
            <a:off x="389343" y="2581883"/>
            <a:ext cx="4652846" cy="24786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436151" y="3361270"/>
            <a:ext cx="89131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106" y="2581883"/>
            <a:ext cx="3522732" cy="24726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DACE9DB3-1AA1-3C51-E0AC-128B60F1C736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4294967295"/>
          </p:nvPr>
        </p:nvSpPr>
        <p:spPr>
          <a:xfrm>
            <a:off x="311700" y="1101602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Click the view icon           to open the assigned review request.</a:t>
            </a: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/>
          <a:srcRect b="20451"/>
          <a:stretch>
            <a:fillRect/>
          </a:stretch>
        </p:blipFill>
        <p:spPr>
          <a:xfrm>
            <a:off x="3171296" y="1219202"/>
            <a:ext cx="555577" cy="3232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0" y="1999529"/>
            <a:ext cx="7603960" cy="2331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C19805C2-E2A0-AC51-B7D3-C0A17AFA2D58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body" idx="4294967295"/>
          </p:nvPr>
        </p:nvSpPr>
        <p:spPr>
          <a:xfrm>
            <a:off x="311700" y="1034475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request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sent by your session chair. </a:t>
            </a:r>
          </a:p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must respond to the request by clicking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request”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accept the review. 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953"/>
          <a:stretch>
            <a:fillRect/>
          </a:stretch>
        </p:blipFill>
        <p:spPr>
          <a:xfrm>
            <a:off x="1764525" y="2050473"/>
            <a:ext cx="5614950" cy="29555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2254BD91-CC9A-169B-E40F-0107C8A01572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4294967295"/>
          </p:nvPr>
        </p:nvSpPr>
        <p:spPr>
          <a:xfrm>
            <a:off x="311699" y="1072275"/>
            <a:ext cx="8264265" cy="1278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the instructions on the page to accept the review request.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r="37669"/>
          <a:stretch>
            <a:fillRect/>
          </a:stretch>
        </p:blipFill>
        <p:spPr>
          <a:xfrm>
            <a:off x="259759" y="1648782"/>
            <a:ext cx="3354980" cy="328689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771" y="1648782"/>
            <a:ext cx="4616529" cy="32916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5" name="箭头: 右 14"/>
          <p:cNvSpPr/>
          <p:nvPr/>
        </p:nvSpPr>
        <p:spPr>
          <a:xfrm>
            <a:off x="3663323" y="2947988"/>
            <a:ext cx="503866" cy="44291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92DD3045-4A68-170D-BA7D-4016823284A9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2;p26"/>
          <p:cNvSpPr txBox="1"/>
          <p:nvPr/>
        </p:nvSpPr>
        <p:spPr>
          <a:xfrm>
            <a:off x="311598" y="1061002"/>
            <a:ext cx="8264265" cy="6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e) Download the assigned paper by clicking the download icon        .</a:t>
            </a:r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4294967295"/>
          </p:nvPr>
        </p:nvSpPr>
        <p:spPr>
          <a:xfrm>
            <a:off x="1067200" y="1123077"/>
            <a:ext cx="77652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552907" y="1110757"/>
            <a:ext cx="333675" cy="3468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695" y="1553010"/>
            <a:ext cx="4918609" cy="35528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F130E0B4-87B9-386A-D34A-293A64F5F96F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1340"/>
          <a:stretch>
            <a:fillRect/>
          </a:stretch>
        </p:blipFill>
        <p:spPr>
          <a:xfrm>
            <a:off x="129309" y="2064515"/>
            <a:ext cx="4761346" cy="22668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292" y="1593272"/>
            <a:ext cx="3492141" cy="2825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4" name="Google Shape;142;p26"/>
          <p:cNvSpPr txBox="1"/>
          <p:nvPr/>
        </p:nvSpPr>
        <p:spPr>
          <a:xfrm>
            <a:off x="311598" y="1137202"/>
            <a:ext cx="8264265" cy="6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f) Click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“Submit Review”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review form.</a:t>
            </a:r>
          </a:p>
        </p:txBody>
      </p:sp>
      <p:sp>
        <p:nvSpPr>
          <p:cNvPr id="2" name="Google Shape;121;p23">
            <a:extLst>
              <a:ext uri="{FF2B5EF4-FFF2-40B4-BE49-F238E27FC236}">
                <a16:creationId xmlns:a16="http://schemas.microsoft.com/office/drawing/2014/main" id="{50C48FB2-2BCF-0CE5-C0F6-5F96B43D9ADD}"/>
              </a:ext>
            </a:extLst>
          </p:cNvPr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2;p26"/>
          <p:cNvSpPr txBox="1"/>
          <p:nvPr/>
        </p:nvSpPr>
        <p:spPr>
          <a:xfrm>
            <a:off x="311599" y="1137950"/>
            <a:ext cx="4798702" cy="3739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g) Evaluate the paper and provide your comments.</a:t>
            </a: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evaluate the paper according to the review criteria shown in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relevance, originality, technical quality, clarity, significance, and overall recommendation.</a:t>
            </a: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provide constructive comments that can help the author(s) improve the paper.</a:t>
            </a: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form, click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“Submit Review”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submit your review.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959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2483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4007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422926" y="1199777"/>
            <a:ext cx="3409475" cy="386752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121;p23"/>
          <p:cNvSpPr txBox="1">
            <a:spLocks noGrp="1"/>
          </p:cNvSpPr>
          <p:nvPr>
            <p:ph type="title" idx="4294967295"/>
          </p:nvPr>
        </p:nvSpPr>
        <p:spPr>
          <a:xfrm>
            <a:off x="553111" y="76200"/>
            <a:ext cx="5363744" cy="63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  <a:endParaRPr b="1" dirty="0">
              <a:solidFill>
                <a:srgbClr val="0092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1;p23"/>
          <p:cNvSpPr txBox="1"/>
          <p:nvPr/>
        </p:nvSpPr>
        <p:spPr>
          <a:xfrm>
            <a:off x="557233" y="76635"/>
            <a:ext cx="6241500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Account-9</a:t>
            </a:r>
          </a:p>
        </p:txBody>
      </p:sp>
      <p:sp>
        <p:nvSpPr>
          <p:cNvPr id="5" name="Google Shape;142;p26"/>
          <p:cNvSpPr txBox="1"/>
          <p:nvPr/>
        </p:nvSpPr>
        <p:spPr>
          <a:xfrm>
            <a:off x="311700" y="1044838"/>
            <a:ext cx="7987274" cy="130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h) Your review has been successfully submitted.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091" y="1515145"/>
            <a:ext cx="6811818" cy="35855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 idx="4294967295"/>
          </p:nvPr>
        </p:nvSpPr>
        <p:spPr>
          <a:xfrm>
            <a:off x="183750" y="539294"/>
            <a:ext cx="877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US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Method 2: Offline Review Form</a:t>
            </a:r>
            <a:endParaRPr sz="2400" dirty="0">
              <a:solidFill>
                <a:srgbClr val="0092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4294967295"/>
          </p:nvPr>
        </p:nvSpPr>
        <p:spPr>
          <a:xfrm>
            <a:off x="311700" y="1111994"/>
            <a:ext cx="8194991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are unable to use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please contact your session chair or the UV2026 Organizing Committee at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uv.conf.committee@universal-village.org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will send the assigned paper and an offline review form to you by email.</a:t>
            </a:r>
          </a:p>
          <a:p>
            <a:pPr marL="285750" indent="-285750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form, please return the completed review form to your session chair or to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uv.conf.committee@universal-village.org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 idx="4294967295"/>
          </p:nvPr>
        </p:nvSpPr>
        <p:spPr>
          <a:xfrm>
            <a:off x="311700" y="483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sz="270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Review-1</a:t>
            </a:r>
          </a:p>
        </p:txBody>
      </p:sp>
      <p:sp>
        <p:nvSpPr>
          <p:cNvPr id="231" name="Google Shape;231;p38"/>
          <p:cNvSpPr txBox="1">
            <a:spLocks noGrp="1"/>
          </p:cNvSpPr>
          <p:nvPr>
            <p:ph type="body" idx="4294967295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Log in to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the account you used to submit the review.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*If your review was submitted through the offline review form, please contact your session chair or the UV2026 Organizing Committee if you need to make changes.</a:t>
            </a: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321293" y="2258291"/>
            <a:ext cx="4333507" cy="271013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body" idx="4294967295"/>
          </p:nvPr>
        </p:nvSpPr>
        <p:spPr>
          <a:xfrm>
            <a:off x="311700" y="113625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If you submitted the review through your own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account, click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access your review page.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237" y="2011196"/>
            <a:ext cx="4031672" cy="28299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Google Shape;230;p38"/>
          <p:cNvSpPr txBox="1">
            <a:spLocks noGrp="1"/>
          </p:cNvSpPr>
          <p:nvPr>
            <p:ph type="title" idx="4294967295"/>
          </p:nvPr>
        </p:nvSpPr>
        <p:spPr>
          <a:xfrm>
            <a:off x="311700" y="5614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sz="270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4294967295"/>
          </p:nvPr>
        </p:nvSpPr>
        <p:spPr>
          <a:xfrm>
            <a:off x="311700" y="1135470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Find the relevant paper and click the view icon          to open the submitted review.</a:t>
            </a: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/>
          <a:srcRect b="20451"/>
          <a:stretch>
            <a:fillRect/>
          </a:stretch>
        </p:blipFill>
        <p:spPr>
          <a:xfrm>
            <a:off x="5974534" y="1270003"/>
            <a:ext cx="430886" cy="2724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0" y="2033397"/>
            <a:ext cx="7603960" cy="2331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Google Shape;230;p38">
            <a:extLst>
              <a:ext uri="{FF2B5EF4-FFF2-40B4-BE49-F238E27FC236}">
                <a16:creationId xmlns:a16="http://schemas.microsoft.com/office/drawing/2014/main" id="{F14A8871-AA46-C5B5-D947-0C36F7DC122E}"/>
              </a:ext>
            </a:extLst>
          </p:cNvPr>
          <p:cNvSpPr txBox="1">
            <a:spLocks/>
          </p:cNvSpPr>
          <p:nvPr/>
        </p:nvSpPr>
        <p:spPr>
          <a:xfrm>
            <a:off x="311700" y="5614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sz="270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>
            <a:spLocks noGrp="1"/>
          </p:cNvSpPr>
          <p:nvPr>
            <p:ph type="body" idx="4294967295"/>
          </p:nvPr>
        </p:nvSpPr>
        <p:spPr>
          <a:xfrm>
            <a:off x="274755" y="1083202"/>
            <a:ext cx="4117136" cy="3899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Check or Edit a Submitted Review</a:t>
            </a:r>
          </a:p>
          <a:p>
            <a:pPr marL="285750" indent="-285750">
              <a:spcAft>
                <a:spcPts val="1200"/>
              </a:spcAft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this page, you can view the summary of the submitted review. To check the full review details, click the review title, such as “Review 1”.</a:t>
            </a:r>
          </a:p>
          <a:p>
            <a:pPr marL="285750" indent="-285750">
              <a:spcAft>
                <a:spcPts val="1200"/>
              </a:spcAft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revise the review, click the review/edit icon in the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“Revise” 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column, make the necessary updates, and submit the review again to save the changes.</a:t>
            </a:r>
            <a:endParaRPr lang="en-GB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045" y="1214233"/>
            <a:ext cx="4567118" cy="35474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Google Shape;230;p38">
            <a:extLst>
              <a:ext uri="{FF2B5EF4-FFF2-40B4-BE49-F238E27FC236}">
                <a16:creationId xmlns:a16="http://schemas.microsoft.com/office/drawing/2014/main" id="{2254B0A3-4DB3-5347-FD59-E7D3CEDA2CA4}"/>
              </a:ext>
            </a:extLst>
          </p:cNvPr>
          <p:cNvSpPr txBox="1">
            <a:spLocks/>
          </p:cNvSpPr>
          <p:nvPr/>
        </p:nvSpPr>
        <p:spPr>
          <a:xfrm>
            <a:off x="311700" y="5614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sz="270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-635" y="0"/>
            <a:ext cx="9144635" cy="5143500"/>
          </a:xfrm>
        </p:spPr>
        <p:txBody>
          <a:bodyPr anchor="ctr" anchorCtr="0"/>
          <a:lstStyle/>
          <a:p>
            <a:pPr marL="114300" indent="0" algn="ctr"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question-related inquiries:</a:t>
            </a:r>
          </a:p>
          <a:p>
            <a:pPr marL="114300" indent="0" algn="ctr">
              <a:buNone/>
            </a:pP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uv2026.conf@universal-village.org</a:t>
            </a:r>
            <a:endParaRPr lang="en-US" altLang="zh-C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altLang="zh-C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311700" y="54599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700" b="1" dirty="0">
                <a:solidFill>
                  <a:srgbClr val="009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Account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1098</Words>
  <Application>Microsoft Office PowerPoint</Application>
  <PresentationFormat>全屏显示(16:9)</PresentationFormat>
  <Paragraphs>86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Simple Light</vt:lpstr>
      <vt:lpstr>PowerPoint 演示文稿</vt:lpstr>
      <vt:lpstr>Outline</vt:lpstr>
      <vt:lpstr>1. Create an EasyChair Account-1</vt:lpstr>
      <vt:lpstr>PowerPoint 演示文稿</vt:lpstr>
      <vt:lpstr>1. Create an EasyChair Account-3</vt:lpstr>
      <vt:lpstr>1. Create an EasyChair Account-4</vt:lpstr>
      <vt:lpstr>1. Create an EasyChair Account-5</vt:lpstr>
      <vt:lpstr>1. Create an EasyChair Account-6</vt:lpstr>
      <vt:lpstr>PowerPoint 演示文稿</vt:lpstr>
      <vt:lpstr>PowerPoint 演示文稿</vt:lpstr>
      <vt:lpstr>2. Review Papers as a Reviewer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 Method 1: Use Your Own EasyChair Account-8</vt:lpstr>
      <vt:lpstr>PowerPoint 演示文稿</vt:lpstr>
      <vt:lpstr>2.2 Method 2: Offline Review Form</vt:lpstr>
      <vt:lpstr>3. Check or Edit a Submitted Review-1</vt:lpstr>
      <vt:lpstr>3. Check or Edit a Submitted Review-2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UV2026 Paper Review on EasyChair</dc:title>
  <dc:creator>Jieren Kou</dc:creator>
  <cp:lastModifiedBy>Kou, Jieren</cp:lastModifiedBy>
  <cp:revision>19</cp:revision>
  <dcterms:created xsi:type="dcterms:W3CDTF">2026-04-28T23:16:00Z</dcterms:created>
  <dcterms:modified xsi:type="dcterms:W3CDTF">2026-06-07T03:44:33Z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ECA07A0C914D485F89B7D73B3BEC24E9_13</vt:lpwstr>
  </property>
  <property fmtid="{D5CDD505-2E9C-101B-9397-08002B2CF9AE}" pid="3" name="KSOProductBuildVer">
    <vt:lpwstr>1033-12.1.0.26880</vt:lpwstr>
  </property>
</Properties>
</file>
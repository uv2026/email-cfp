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300" r:id="rId2"/>
    <p:sldId id="257" r:id="rId3"/>
    <p:sldId id="285" r:id="rId4"/>
    <p:sldId id="286" r:id="rId5"/>
    <p:sldId id="287" r:id="rId6"/>
    <p:sldId id="288" r:id="rId7"/>
    <p:sldId id="289" r:id="rId8"/>
    <p:sldId id="290" r:id="rId9"/>
    <p:sldId id="298" r:id="rId10"/>
    <p:sldId id="299" r:id="rId11"/>
    <p:sldId id="265" r:id="rId12"/>
    <p:sldId id="266" r:id="rId13"/>
    <p:sldId id="267" r:id="rId14"/>
    <p:sldId id="279" r:id="rId15"/>
    <p:sldId id="268" r:id="rId16"/>
    <p:sldId id="280" r:id="rId17"/>
    <p:sldId id="269" r:id="rId18"/>
    <p:sldId id="270" r:id="rId19"/>
    <p:sldId id="271" r:id="rId20"/>
    <p:sldId id="272" r:id="rId21"/>
    <p:sldId id="273" r:id="rId22"/>
    <p:sldId id="274" r:id="rId23"/>
    <p:sldId id="278" r:id="rId24"/>
    <p:sldId id="275" r:id="rId25"/>
    <p:sldId id="276" r:id="rId26"/>
    <p:sldId id="281" r:id="rId27"/>
    <p:sldId id="277" r:id="rId2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767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242"/>
    <a:srgbClr val="680000"/>
    <a:srgbClr val="0033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98850F-DDA1-9E4D-944C-37DC4288EB9F}" v="13" dt="2026-06-06T03:21:26.1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7"/>
    <p:restoredTop sz="94672"/>
  </p:normalViewPr>
  <p:slideViewPr>
    <p:cSldViewPr snapToGrid="0" showGuides="1">
      <p:cViewPr varScale="1">
        <p:scale>
          <a:sx n="138" d="100"/>
          <a:sy n="138" d="100"/>
        </p:scale>
        <p:origin x="228" y="72"/>
      </p:cViewPr>
      <p:guideLst>
        <p:guide orient="horz" pos="1767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2026/6/7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13a1d08044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13a1d08044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3a1d08044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3a1d08044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13a1d080442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13a1d080442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3a1d08044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3a1d08044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13a1d080442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13a1d080442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13a1d080442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13a1d080442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13a1d080442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13a1d080442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3a1d08044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3a1d08044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3a1d08044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3a1d08044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14491ee7368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14491ee7368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14491ee7368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14491ee7368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14491ee7368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14491ee7368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14491ee7368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14491ee7368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7a015b2318_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7a015b2318_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7a015b2318_6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27a015b2318_6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7a015b2318_6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27a015b2318_6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7a015b2318_6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27a015b2318_6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2f75e0b7ab9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2f75e0b7ab9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f75e0b7ab9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2f75e0b7ab9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f75e0b7ab9_1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f75e0b7ab9_1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f75e0b7ab9_1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2f75e0b7ab9_1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13a1d08044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13a1d08044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2f7f790df7b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2f7f790df7b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11f30adde6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11f30adde6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13a1d08044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13a1d08044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7">
            <a:extLst>
              <a:ext uri="{FF2B5EF4-FFF2-40B4-BE49-F238E27FC236}">
                <a16:creationId xmlns:a16="http://schemas.microsoft.com/office/drawing/2014/main" id="{FA24D7BF-92E9-7888-128B-67CFFB444802}"/>
              </a:ext>
            </a:extLst>
          </p:cNvPr>
          <p:cNvSpPr/>
          <p:nvPr userDrawn="1"/>
        </p:nvSpPr>
        <p:spPr>
          <a:xfrm flipH="1">
            <a:off x="0" y="4778374"/>
            <a:ext cx="9144000" cy="388032"/>
          </a:xfrm>
          <a:custGeom>
            <a:avLst/>
            <a:gdLst>
              <a:gd name="connsiteX0" fmla="*/ 0 w 12192000"/>
              <a:gd name="connsiteY0" fmla="*/ 0 h 609599"/>
              <a:gd name="connsiteX1" fmla="*/ 12192000 w 12192000"/>
              <a:gd name="connsiteY1" fmla="*/ 0 h 609599"/>
              <a:gd name="connsiteX2" fmla="*/ 12192000 w 12192000"/>
              <a:gd name="connsiteY2" fmla="*/ 609599 h 609599"/>
              <a:gd name="connsiteX3" fmla="*/ 0 w 12192000"/>
              <a:gd name="connsiteY3" fmla="*/ 609599 h 609599"/>
              <a:gd name="connsiteX4" fmla="*/ 0 w 12192000"/>
              <a:gd name="connsiteY4" fmla="*/ 0 h 609599"/>
              <a:gd name="connsiteX0" fmla="*/ 0 w 12192000"/>
              <a:gd name="connsiteY0" fmla="*/ 548640 h 1158239"/>
              <a:gd name="connsiteX1" fmla="*/ 12192000 w 12192000"/>
              <a:gd name="connsiteY1" fmla="*/ 548640 h 1158239"/>
              <a:gd name="connsiteX2" fmla="*/ 12192000 w 12192000"/>
              <a:gd name="connsiteY2" fmla="*/ 1158239 h 1158239"/>
              <a:gd name="connsiteX3" fmla="*/ 0 w 12192000"/>
              <a:gd name="connsiteY3" fmla="*/ 1158239 h 1158239"/>
              <a:gd name="connsiteX4" fmla="*/ 0 w 12192000"/>
              <a:gd name="connsiteY4" fmla="*/ 548640 h 1158239"/>
              <a:gd name="connsiteX0" fmla="*/ 0 w 12192000"/>
              <a:gd name="connsiteY0" fmla="*/ 376700 h 986299"/>
              <a:gd name="connsiteX1" fmla="*/ 12192000 w 12192000"/>
              <a:gd name="connsiteY1" fmla="*/ 376700 h 986299"/>
              <a:gd name="connsiteX2" fmla="*/ 12192000 w 12192000"/>
              <a:gd name="connsiteY2" fmla="*/ 986299 h 986299"/>
              <a:gd name="connsiteX3" fmla="*/ 0 w 12192000"/>
              <a:gd name="connsiteY3" fmla="*/ 986299 h 986299"/>
              <a:gd name="connsiteX4" fmla="*/ 0 w 12192000"/>
              <a:gd name="connsiteY4" fmla="*/ 376700 h 986299"/>
              <a:gd name="connsiteX0" fmla="*/ 0 w 12192000"/>
              <a:gd name="connsiteY0" fmla="*/ 438928 h 1048527"/>
              <a:gd name="connsiteX1" fmla="*/ 12192000 w 12192000"/>
              <a:gd name="connsiteY1" fmla="*/ 438928 h 1048527"/>
              <a:gd name="connsiteX2" fmla="*/ 12192000 w 12192000"/>
              <a:gd name="connsiteY2" fmla="*/ 1048527 h 1048527"/>
              <a:gd name="connsiteX3" fmla="*/ 0 w 12192000"/>
              <a:gd name="connsiteY3" fmla="*/ 1048527 h 1048527"/>
              <a:gd name="connsiteX4" fmla="*/ 0 w 12192000"/>
              <a:gd name="connsiteY4" fmla="*/ 438928 h 1048527"/>
              <a:gd name="connsiteX0" fmla="*/ 0 w 12192000"/>
              <a:gd name="connsiteY0" fmla="*/ 181799 h 791398"/>
              <a:gd name="connsiteX1" fmla="*/ 12192000 w 12192000"/>
              <a:gd name="connsiteY1" fmla="*/ 181799 h 791398"/>
              <a:gd name="connsiteX2" fmla="*/ 12192000 w 12192000"/>
              <a:gd name="connsiteY2" fmla="*/ 791398 h 791398"/>
              <a:gd name="connsiteX3" fmla="*/ 0 w 12192000"/>
              <a:gd name="connsiteY3" fmla="*/ 791398 h 791398"/>
              <a:gd name="connsiteX4" fmla="*/ 0 w 12192000"/>
              <a:gd name="connsiteY4" fmla="*/ 181799 h 791398"/>
              <a:gd name="connsiteX0" fmla="*/ 0 w 12192000"/>
              <a:gd name="connsiteY0" fmla="*/ 187345 h 796944"/>
              <a:gd name="connsiteX1" fmla="*/ 12192000 w 12192000"/>
              <a:gd name="connsiteY1" fmla="*/ 187345 h 796944"/>
              <a:gd name="connsiteX2" fmla="*/ 12192000 w 12192000"/>
              <a:gd name="connsiteY2" fmla="*/ 796944 h 796944"/>
              <a:gd name="connsiteX3" fmla="*/ 0 w 12192000"/>
              <a:gd name="connsiteY3" fmla="*/ 796944 h 796944"/>
              <a:gd name="connsiteX4" fmla="*/ 0 w 12192000"/>
              <a:gd name="connsiteY4" fmla="*/ 187345 h 796944"/>
              <a:gd name="connsiteX0" fmla="*/ 0 w 12192000"/>
              <a:gd name="connsiteY0" fmla="*/ 154569 h 764168"/>
              <a:gd name="connsiteX1" fmla="*/ 12192000 w 12192000"/>
              <a:gd name="connsiteY1" fmla="*/ 154569 h 764168"/>
              <a:gd name="connsiteX2" fmla="*/ 12192000 w 12192000"/>
              <a:gd name="connsiteY2" fmla="*/ 764168 h 764168"/>
              <a:gd name="connsiteX3" fmla="*/ 0 w 12192000"/>
              <a:gd name="connsiteY3" fmla="*/ 764168 h 764168"/>
              <a:gd name="connsiteX4" fmla="*/ 0 w 12192000"/>
              <a:gd name="connsiteY4" fmla="*/ 154569 h 764168"/>
              <a:gd name="connsiteX0" fmla="*/ 0 w 12192000"/>
              <a:gd name="connsiteY0" fmla="*/ 165354 h 774953"/>
              <a:gd name="connsiteX1" fmla="*/ 12192000 w 12192000"/>
              <a:gd name="connsiteY1" fmla="*/ 165354 h 774953"/>
              <a:gd name="connsiteX2" fmla="*/ 12192000 w 12192000"/>
              <a:gd name="connsiteY2" fmla="*/ 774953 h 774953"/>
              <a:gd name="connsiteX3" fmla="*/ 0 w 12192000"/>
              <a:gd name="connsiteY3" fmla="*/ 774953 h 774953"/>
              <a:gd name="connsiteX4" fmla="*/ 0 w 12192000"/>
              <a:gd name="connsiteY4" fmla="*/ 165354 h 774953"/>
              <a:gd name="connsiteX0" fmla="*/ 0 w 12192000"/>
              <a:gd name="connsiteY0" fmla="*/ 181798 h 791397"/>
              <a:gd name="connsiteX1" fmla="*/ 12192000 w 12192000"/>
              <a:gd name="connsiteY1" fmla="*/ 181798 h 791397"/>
              <a:gd name="connsiteX2" fmla="*/ 12192000 w 12192000"/>
              <a:gd name="connsiteY2" fmla="*/ 791397 h 791397"/>
              <a:gd name="connsiteX3" fmla="*/ 0 w 12192000"/>
              <a:gd name="connsiteY3" fmla="*/ 791397 h 791397"/>
              <a:gd name="connsiteX4" fmla="*/ 0 w 12192000"/>
              <a:gd name="connsiteY4" fmla="*/ 181798 h 791397"/>
              <a:gd name="connsiteX0" fmla="*/ 0 w 12192000"/>
              <a:gd name="connsiteY0" fmla="*/ 88858 h 698457"/>
              <a:gd name="connsiteX1" fmla="*/ 12192000 w 12192000"/>
              <a:gd name="connsiteY1" fmla="*/ 88858 h 698457"/>
              <a:gd name="connsiteX2" fmla="*/ 12192000 w 12192000"/>
              <a:gd name="connsiteY2" fmla="*/ 698457 h 698457"/>
              <a:gd name="connsiteX3" fmla="*/ 0 w 12192000"/>
              <a:gd name="connsiteY3" fmla="*/ 698457 h 698457"/>
              <a:gd name="connsiteX4" fmla="*/ 0 w 12192000"/>
              <a:gd name="connsiteY4" fmla="*/ 88858 h 698457"/>
              <a:gd name="connsiteX0" fmla="*/ 10160 w 12192000"/>
              <a:gd name="connsiteY0" fmla="*/ 93903 h 612062"/>
              <a:gd name="connsiteX1" fmla="*/ 12192000 w 12192000"/>
              <a:gd name="connsiteY1" fmla="*/ 2463 h 612062"/>
              <a:gd name="connsiteX2" fmla="*/ 12192000 w 12192000"/>
              <a:gd name="connsiteY2" fmla="*/ 612062 h 612062"/>
              <a:gd name="connsiteX3" fmla="*/ 0 w 12192000"/>
              <a:gd name="connsiteY3" fmla="*/ 612062 h 612062"/>
              <a:gd name="connsiteX4" fmla="*/ 10160 w 12192000"/>
              <a:gd name="connsiteY4" fmla="*/ 93903 h 612062"/>
              <a:gd name="connsiteX0" fmla="*/ 0 w 12181840"/>
              <a:gd name="connsiteY0" fmla="*/ 93903 h 612062"/>
              <a:gd name="connsiteX1" fmla="*/ 12181840 w 12181840"/>
              <a:gd name="connsiteY1" fmla="*/ 2463 h 612062"/>
              <a:gd name="connsiteX2" fmla="*/ 12181840 w 12181840"/>
              <a:gd name="connsiteY2" fmla="*/ 612062 h 612062"/>
              <a:gd name="connsiteX3" fmla="*/ 12700 w 12181840"/>
              <a:gd name="connsiteY3" fmla="*/ 612062 h 612062"/>
              <a:gd name="connsiteX4" fmla="*/ 0 w 12181840"/>
              <a:gd name="connsiteY4" fmla="*/ 93903 h 612062"/>
              <a:gd name="connsiteX0" fmla="*/ 0 w 12181840"/>
              <a:gd name="connsiteY0" fmla="*/ 93459 h 619238"/>
              <a:gd name="connsiteX1" fmla="*/ 12181840 w 12181840"/>
              <a:gd name="connsiteY1" fmla="*/ 9639 h 619238"/>
              <a:gd name="connsiteX2" fmla="*/ 12181840 w 12181840"/>
              <a:gd name="connsiteY2" fmla="*/ 619238 h 619238"/>
              <a:gd name="connsiteX3" fmla="*/ 12700 w 12181840"/>
              <a:gd name="connsiteY3" fmla="*/ 619238 h 619238"/>
              <a:gd name="connsiteX4" fmla="*/ 0 w 12181840"/>
              <a:gd name="connsiteY4" fmla="*/ 93459 h 619238"/>
              <a:gd name="connsiteX0" fmla="*/ 0 w 12181840"/>
              <a:gd name="connsiteY0" fmla="*/ 93459 h 619238"/>
              <a:gd name="connsiteX1" fmla="*/ 12181840 w 12181840"/>
              <a:gd name="connsiteY1" fmla="*/ 9639 h 619238"/>
              <a:gd name="connsiteX2" fmla="*/ 12181840 w 12181840"/>
              <a:gd name="connsiteY2" fmla="*/ 619238 h 619238"/>
              <a:gd name="connsiteX3" fmla="*/ 12700 w 12181840"/>
              <a:gd name="connsiteY3" fmla="*/ 619238 h 619238"/>
              <a:gd name="connsiteX4" fmla="*/ 0 w 12181840"/>
              <a:gd name="connsiteY4" fmla="*/ 93459 h 619238"/>
              <a:gd name="connsiteX0" fmla="*/ 0 w 12197080"/>
              <a:gd name="connsiteY0" fmla="*/ 93459 h 619238"/>
              <a:gd name="connsiteX1" fmla="*/ 12197080 w 12197080"/>
              <a:gd name="connsiteY1" fmla="*/ 9639 h 619238"/>
              <a:gd name="connsiteX2" fmla="*/ 12197080 w 12197080"/>
              <a:gd name="connsiteY2" fmla="*/ 619238 h 619238"/>
              <a:gd name="connsiteX3" fmla="*/ 27940 w 12197080"/>
              <a:gd name="connsiteY3" fmla="*/ 619238 h 619238"/>
              <a:gd name="connsiteX4" fmla="*/ 0 w 12197080"/>
              <a:gd name="connsiteY4" fmla="*/ 93459 h 619238"/>
              <a:gd name="connsiteX0" fmla="*/ 2540 w 12199620"/>
              <a:gd name="connsiteY0" fmla="*/ 93459 h 619238"/>
              <a:gd name="connsiteX1" fmla="*/ 12199620 w 12199620"/>
              <a:gd name="connsiteY1" fmla="*/ 9639 h 619238"/>
              <a:gd name="connsiteX2" fmla="*/ 12199620 w 12199620"/>
              <a:gd name="connsiteY2" fmla="*/ 619238 h 619238"/>
              <a:gd name="connsiteX3" fmla="*/ 0 w 12199620"/>
              <a:gd name="connsiteY3" fmla="*/ 611618 h 619238"/>
              <a:gd name="connsiteX4" fmla="*/ 2540 w 12199620"/>
              <a:gd name="connsiteY4" fmla="*/ 93459 h 619238"/>
              <a:gd name="connsiteX0" fmla="*/ 153 w 12201043"/>
              <a:gd name="connsiteY0" fmla="*/ 152400 h 609599"/>
              <a:gd name="connsiteX1" fmla="*/ 12201043 w 12201043"/>
              <a:gd name="connsiteY1" fmla="*/ 0 h 609599"/>
              <a:gd name="connsiteX2" fmla="*/ 12201043 w 12201043"/>
              <a:gd name="connsiteY2" fmla="*/ 609599 h 609599"/>
              <a:gd name="connsiteX3" fmla="*/ 1423 w 12201043"/>
              <a:gd name="connsiteY3" fmla="*/ 601979 h 609599"/>
              <a:gd name="connsiteX4" fmla="*/ 153 w 12201043"/>
              <a:gd name="connsiteY4" fmla="*/ 152400 h 609599"/>
              <a:gd name="connsiteX0" fmla="*/ 153 w 12201043"/>
              <a:gd name="connsiteY0" fmla="*/ 184785 h 609599"/>
              <a:gd name="connsiteX1" fmla="*/ 12201043 w 12201043"/>
              <a:gd name="connsiteY1" fmla="*/ 0 h 609599"/>
              <a:gd name="connsiteX2" fmla="*/ 12201043 w 12201043"/>
              <a:gd name="connsiteY2" fmla="*/ 609599 h 609599"/>
              <a:gd name="connsiteX3" fmla="*/ 1423 w 12201043"/>
              <a:gd name="connsiteY3" fmla="*/ 601979 h 609599"/>
              <a:gd name="connsiteX4" fmla="*/ 153 w 12201043"/>
              <a:gd name="connsiteY4" fmla="*/ 184785 h 6095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01043" h="609599">
                <a:moveTo>
                  <a:pt x="153" y="184785"/>
                </a:moveTo>
                <a:cubicBezTo>
                  <a:pt x="6075833" y="-272415"/>
                  <a:pt x="8457083" y="1051560"/>
                  <a:pt x="12201043" y="0"/>
                </a:cubicBezTo>
                <a:lnTo>
                  <a:pt x="12201043" y="609599"/>
                </a:lnTo>
                <a:lnTo>
                  <a:pt x="1423" y="601979"/>
                </a:lnTo>
                <a:cubicBezTo>
                  <a:pt x="2270" y="429259"/>
                  <a:pt x="-694" y="357505"/>
                  <a:pt x="153" y="184785"/>
                </a:cubicBezTo>
                <a:close/>
              </a:path>
            </a:pathLst>
          </a:custGeom>
          <a:gradFill flip="none" rotWithShape="1">
            <a:gsLst>
              <a:gs pos="60000">
                <a:srgbClr val="008A41">
                  <a:alpha val="49804"/>
                </a:srgbClr>
              </a:gs>
              <a:gs pos="0">
                <a:srgbClr val="008A41">
                  <a:alpha val="70000"/>
                </a:srgbClr>
              </a:gs>
              <a:gs pos="100000">
                <a:srgbClr val="A0D2B4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E15CABD4-A156-5F7D-F379-35677D1030F0}"/>
              </a:ext>
            </a:extLst>
          </p:cNvPr>
          <p:cNvSpPr/>
          <p:nvPr userDrawn="1"/>
        </p:nvSpPr>
        <p:spPr>
          <a:xfrm flipH="1" flipV="1">
            <a:off x="-6103" y="-10167"/>
            <a:ext cx="9143999" cy="388031"/>
          </a:xfrm>
          <a:custGeom>
            <a:avLst/>
            <a:gdLst>
              <a:gd name="connsiteX0" fmla="*/ 12192000 w 12192000"/>
              <a:gd name="connsiteY0" fmla="*/ 0 h 2039768"/>
              <a:gd name="connsiteX1" fmla="*/ 12192000 w 12192000"/>
              <a:gd name="connsiteY1" fmla="*/ 2039768 h 2039768"/>
              <a:gd name="connsiteX2" fmla="*/ 0 w 12192000"/>
              <a:gd name="connsiteY2" fmla="*/ 2039768 h 2039768"/>
              <a:gd name="connsiteX3" fmla="*/ 0 w 12192000"/>
              <a:gd name="connsiteY3" fmla="*/ 819391 h 2039768"/>
              <a:gd name="connsiteX4" fmla="*/ 37309 w 12192000"/>
              <a:gd name="connsiteY4" fmla="*/ 834936 h 2039768"/>
              <a:gd name="connsiteX5" fmla="*/ 5319640 w 12192000"/>
              <a:gd name="connsiteY5" fmla="*/ 1747868 h 2039768"/>
              <a:gd name="connsiteX6" fmla="*/ 11971651 w 12192000"/>
              <a:gd name="connsiteY6" fmla="*/ 149892 h 2039768"/>
              <a:gd name="connsiteX0" fmla="*/ 12192000 w 12192000"/>
              <a:gd name="connsiteY0" fmla="*/ 373966 h 1893600"/>
              <a:gd name="connsiteX1" fmla="*/ 12192000 w 12192000"/>
              <a:gd name="connsiteY1" fmla="*/ 1893600 h 1893600"/>
              <a:gd name="connsiteX2" fmla="*/ 0 w 12192000"/>
              <a:gd name="connsiteY2" fmla="*/ 1893600 h 1893600"/>
              <a:gd name="connsiteX3" fmla="*/ 0 w 12192000"/>
              <a:gd name="connsiteY3" fmla="*/ 673223 h 1893600"/>
              <a:gd name="connsiteX4" fmla="*/ 37309 w 12192000"/>
              <a:gd name="connsiteY4" fmla="*/ 688768 h 1893600"/>
              <a:gd name="connsiteX5" fmla="*/ 5319640 w 12192000"/>
              <a:gd name="connsiteY5" fmla="*/ 1601700 h 1893600"/>
              <a:gd name="connsiteX6" fmla="*/ 11971651 w 12192000"/>
              <a:gd name="connsiteY6" fmla="*/ 3724 h 1893600"/>
              <a:gd name="connsiteX7" fmla="*/ 12192000 w 12192000"/>
              <a:gd name="connsiteY7" fmla="*/ 373966 h 1893600"/>
              <a:gd name="connsiteX0" fmla="*/ 12192000 w 12192000"/>
              <a:gd name="connsiteY0" fmla="*/ 1413 h 1521047"/>
              <a:gd name="connsiteX1" fmla="*/ 12192000 w 12192000"/>
              <a:gd name="connsiteY1" fmla="*/ 1521047 h 1521047"/>
              <a:gd name="connsiteX2" fmla="*/ 0 w 12192000"/>
              <a:gd name="connsiteY2" fmla="*/ 1521047 h 1521047"/>
              <a:gd name="connsiteX3" fmla="*/ 0 w 12192000"/>
              <a:gd name="connsiteY3" fmla="*/ 300670 h 1521047"/>
              <a:gd name="connsiteX4" fmla="*/ 37309 w 12192000"/>
              <a:gd name="connsiteY4" fmla="*/ 316215 h 1521047"/>
              <a:gd name="connsiteX5" fmla="*/ 5319640 w 12192000"/>
              <a:gd name="connsiteY5" fmla="*/ 1229147 h 1521047"/>
              <a:gd name="connsiteX6" fmla="*/ 12192000 w 12192000"/>
              <a:gd name="connsiteY6" fmla="*/ 1413 h 1521047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0 w 12192000"/>
              <a:gd name="connsiteY3" fmla="*/ 299257 h 1519634"/>
              <a:gd name="connsiteX4" fmla="*/ 37309 w 12192000"/>
              <a:gd name="connsiteY4" fmla="*/ 314802 h 1519634"/>
              <a:gd name="connsiteX5" fmla="*/ 5319640 w 12192000"/>
              <a:gd name="connsiteY5" fmla="*/ 1227734 h 1519634"/>
              <a:gd name="connsiteX6" fmla="*/ 12192000 w 12192000"/>
              <a:gd name="connsiteY6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0 w 12192000"/>
              <a:gd name="connsiteY3" fmla="*/ 299257 h 1519634"/>
              <a:gd name="connsiteX4" fmla="*/ 140179 w 12192000"/>
              <a:gd name="connsiteY4" fmla="*/ 401490 h 1519634"/>
              <a:gd name="connsiteX5" fmla="*/ 5319640 w 12192000"/>
              <a:gd name="connsiteY5" fmla="*/ 1227734 h 1519634"/>
              <a:gd name="connsiteX6" fmla="*/ 12192000 w 12192000"/>
              <a:gd name="connsiteY6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0 w 12192000"/>
              <a:gd name="connsiteY3" fmla="*/ 299257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3810 w 12192000"/>
              <a:gd name="connsiteY3" fmla="*/ 628674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3810 w 12192000"/>
              <a:gd name="connsiteY3" fmla="*/ 628674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3810 w 12192000"/>
              <a:gd name="connsiteY3" fmla="*/ 628674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3810 w 12192000"/>
              <a:gd name="connsiteY3" fmla="*/ 628674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8096 w 12198096"/>
              <a:gd name="connsiteY0" fmla="*/ 0 h 1325451"/>
              <a:gd name="connsiteX1" fmla="*/ 12192000 w 12198096"/>
              <a:gd name="connsiteY1" fmla="*/ 1325451 h 1325451"/>
              <a:gd name="connsiteX2" fmla="*/ 0 w 12198096"/>
              <a:gd name="connsiteY2" fmla="*/ 1325451 h 1325451"/>
              <a:gd name="connsiteX3" fmla="*/ 3810 w 12198096"/>
              <a:gd name="connsiteY3" fmla="*/ 434491 h 1325451"/>
              <a:gd name="connsiteX4" fmla="*/ 5319640 w 12198096"/>
              <a:gd name="connsiteY4" fmla="*/ 1033551 h 1325451"/>
              <a:gd name="connsiteX5" fmla="*/ 12198096 w 12198096"/>
              <a:gd name="connsiteY5" fmla="*/ 0 h 1325451"/>
              <a:gd name="connsiteX0" fmla="*/ 12198096 w 12198096"/>
              <a:gd name="connsiteY0" fmla="*/ 0 h 1325451"/>
              <a:gd name="connsiteX1" fmla="*/ 12192000 w 12198096"/>
              <a:gd name="connsiteY1" fmla="*/ 1325451 h 1325451"/>
              <a:gd name="connsiteX2" fmla="*/ 0 w 12198096"/>
              <a:gd name="connsiteY2" fmla="*/ 1325451 h 1325451"/>
              <a:gd name="connsiteX3" fmla="*/ 3810 w 12198096"/>
              <a:gd name="connsiteY3" fmla="*/ 434491 h 1325451"/>
              <a:gd name="connsiteX4" fmla="*/ 5325736 w 12198096"/>
              <a:gd name="connsiteY4" fmla="*/ 978070 h 1325451"/>
              <a:gd name="connsiteX5" fmla="*/ 12198096 w 12198096"/>
              <a:gd name="connsiteY5" fmla="*/ 0 h 13254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8096" h="1325451">
                <a:moveTo>
                  <a:pt x="12198096" y="0"/>
                </a:moveTo>
                <a:lnTo>
                  <a:pt x="12192000" y="1325451"/>
                </a:lnTo>
                <a:lnTo>
                  <a:pt x="0" y="1325451"/>
                </a:lnTo>
                <a:lnTo>
                  <a:pt x="3810" y="434491"/>
                </a:lnTo>
                <a:cubicBezTo>
                  <a:pt x="1718603" y="876908"/>
                  <a:pt x="3533473" y="963319"/>
                  <a:pt x="5325736" y="978070"/>
                </a:cubicBezTo>
                <a:cubicBezTo>
                  <a:pt x="7351518" y="925603"/>
                  <a:pt x="10633603" y="731550"/>
                  <a:pt x="12198096" y="0"/>
                </a:cubicBezTo>
                <a:close/>
              </a:path>
            </a:pathLst>
          </a:custGeom>
          <a:gradFill flip="none" rotWithShape="1">
            <a:gsLst>
              <a:gs pos="60000">
                <a:srgbClr val="A0D2B4">
                  <a:alpha val="50000"/>
                </a:srgbClr>
              </a:gs>
              <a:gs pos="0">
                <a:srgbClr val="008A41">
                  <a:alpha val="70000"/>
                </a:srgbClr>
              </a:gs>
              <a:gs pos="100000">
                <a:srgbClr val="A0D2B4">
                  <a:alpha val="50000"/>
                </a:srgbClr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09EB08C6-1FC1-77E5-9547-1F786ECAFD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090" b="89888" l="2563" r="97313">
                        <a14:foregroundMark x1="7187" y1="50562" x2="61563" y2="38764"/>
                        <a14:foregroundMark x1="61563" y1="38764" x2="63438" y2="41292"/>
                        <a14:foregroundMark x1="29875" y1="86798" x2="41313" y2="84551"/>
                        <a14:foregroundMark x1="41313" y1="84551" x2="57375" y2="89607"/>
                        <a14:foregroundMark x1="57375" y1="89607" x2="63438" y2="85112"/>
                        <a14:foregroundMark x1="63438" y1="85112" x2="64063" y2="85112"/>
                        <a14:foregroundMark x1="22250" y1="25843" x2="23375" y2="34831"/>
                        <a14:foregroundMark x1="22375" y1="26124" x2="26438" y2="23876"/>
                        <a14:foregroundMark x1="26438" y1="23876" x2="28688" y2="24438"/>
                        <a14:foregroundMark x1="22313" y1="23315" x2="28750" y2="25562"/>
                        <a14:foregroundMark x1="68313" y1="24157" x2="68313" y2="24157"/>
                        <a14:foregroundMark x1="68375" y1="70506" x2="68375" y2="70506"/>
                        <a14:foregroundMark x1="68063" y1="61236" x2="68063" y2="61236"/>
                        <a14:foregroundMark x1="83438" y1="31180" x2="87688" y2="19382"/>
                        <a14:foregroundMark x1="87688" y1="19382" x2="91813" y2="23315"/>
                        <a14:foregroundMark x1="91813" y1="23315" x2="95063" y2="37079"/>
                        <a14:foregroundMark x1="95063" y1="37079" x2="95188" y2="56461"/>
                        <a14:foregroundMark x1="95188" y1="56461" x2="91188" y2="72753"/>
                        <a14:foregroundMark x1="91188" y1="72753" x2="86438" y2="75562"/>
                        <a14:foregroundMark x1="86438" y1="75562" x2="82438" y2="60393"/>
                        <a14:foregroundMark x1="82438" y1="60393" x2="82125" y2="40449"/>
                        <a14:foregroundMark x1="82125" y1="40449" x2="83813" y2="29213"/>
                        <a14:foregroundMark x1="85688" y1="46910" x2="91313" y2="42416"/>
                        <a14:foregroundMark x1="84500" y1="41854" x2="89125" y2="45506"/>
                        <a14:foregroundMark x1="89125" y1="45506" x2="89313" y2="66573"/>
                        <a14:foregroundMark x1="89313" y1="66573" x2="85375" y2="56742"/>
                        <a14:foregroundMark x1="85375" y1="56742" x2="86188" y2="33427"/>
                        <a14:foregroundMark x1="86188" y1="33427" x2="89625" y2="23315"/>
                        <a14:foregroundMark x1="89625" y1="23315" x2="93063" y2="58146"/>
                        <a14:foregroundMark x1="93063" y1="58146" x2="92625" y2="60955"/>
                        <a14:foregroundMark x1="83250" y1="28933" x2="87125" y2="18539"/>
                        <a14:foregroundMark x1="87125" y1="18539" x2="92063" y2="21629"/>
                        <a14:foregroundMark x1="92063" y1="21629" x2="95063" y2="33989"/>
                        <a14:foregroundMark x1="95063" y1="33989" x2="95875" y2="52247"/>
                        <a14:foregroundMark x1="95875" y1="52247" x2="92688" y2="71910"/>
                        <a14:foregroundMark x1="92688" y1="71910" x2="89188" y2="80337"/>
                        <a14:foregroundMark x1="89188" y1="80337" x2="84125" y2="70787"/>
                        <a14:foregroundMark x1="84125" y1="70787" x2="81313" y2="53371"/>
                        <a14:foregroundMark x1="81313" y1="53371" x2="81875" y2="39607"/>
                        <a14:foregroundMark x1="60250" y1="39888" x2="58125" y2="37079"/>
                        <a14:foregroundMark x1="67625" y1="32022" x2="69313" y2="53090"/>
                        <a14:foregroundMark x1="69313" y1="53090" x2="75000" y2="35674"/>
                        <a14:foregroundMark x1="75000" y1="35674" x2="68813" y2="40449"/>
                        <a14:foregroundMark x1="68813" y1="40449" x2="69000" y2="21629"/>
                        <a14:foregroundMark x1="69000" y1="21629" x2="74250" y2="16292"/>
                        <a14:foregroundMark x1="74250" y1="16292" x2="78563" y2="24719"/>
                        <a14:foregroundMark x1="78563" y1="24719" x2="80063" y2="46348"/>
                        <a14:foregroundMark x1="80063" y1="46348" x2="75813" y2="71067"/>
                        <a14:foregroundMark x1="75813" y1="71067" x2="70438" y2="74719"/>
                        <a14:foregroundMark x1="70438" y1="74719" x2="77063" y2="69944"/>
                        <a14:foregroundMark x1="77063" y1="69944" x2="72313" y2="77528"/>
                        <a14:foregroundMark x1="72313" y1="77528" x2="67500" y2="53090"/>
                        <a14:foregroundMark x1="67500" y1="53090" x2="68063" y2="72753"/>
                        <a14:foregroundMark x1="68063" y1="72753" x2="69000" y2="77528"/>
                        <a14:foregroundMark x1="70688" y1="76685" x2="72438" y2="80056"/>
                        <a14:foregroundMark x1="73750" y1="78371" x2="75688" y2="78652"/>
                        <a14:foregroundMark x1="70813" y1="78090" x2="72063" y2="73876"/>
                        <a14:foregroundMark x1="5407" y1="21913" x2="10063" y2="20506"/>
                        <a14:foregroundMark x1="10063" y1="20506" x2="33938" y2="20506"/>
                        <a14:foregroundMark x1="33938" y1="20506" x2="53813" y2="11798"/>
                        <a14:foregroundMark x1="53813" y1="11798" x2="64813" y2="15449"/>
                        <a14:foregroundMark x1="64813" y1="15449" x2="67750" y2="43539"/>
                        <a14:foregroundMark x1="67750" y1="43539" x2="67750" y2="73876"/>
                        <a14:foregroundMark x1="67750" y1="73876" x2="59750" y2="97753"/>
                        <a14:foregroundMark x1="59750" y1="97753" x2="40250" y2="95506"/>
                        <a14:foregroundMark x1="40250" y1="95506" x2="9375" y2="72753"/>
                        <a14:foregroundMark x1="9375" y1="72753" x2="5309" y2="63916"/>
                        <a14:foregroundMark x1="10125" y1="10955" x2="11750" y2="27528"/>
                        <a14:foregroundMark x1="11750" y1="27528" x2="9125" y2="14045"/>
                        <a14:foregroundMark x1="9125" y1="14045" x2="13188" y2="16011"/>
                        <a14:foregroundMark x1="86698" y1="5849" x2="92049" y2="12903"/>
                        <a14:foregroundMark x1="97370" y1="25565" x2="99688" y2="49719"/>
                        <a14:foregroundMark x1="99688" y1="49719" x2="98188" y2="69101"/>
                        <a14:foregroundMark x1="98188" y1="69101" x2="93563" y2="85112"/>
                        <a14:foregroundMark x1="93563" y1="85112" x2="55688" y2="99719"/>
                        <a14:foregroundMark x1="55688" y1="99719" x2="7164" y2="90806"/>
                        <a14:foregroundMark x1="5404" y1="20395" x2="5750" y2="17978"/>
                        <a14:foregroundMark x1="5750" y1="17978" x2="44938" y2="2528"/>
                        <a14:foregroundMark x1="44938" y1="2528" x2="90875" y2="24438"/>
                        <a14:foregroundMark x1="90875" y1="24438" x2="80938" y2="14607"/>
                        <a14:foregroundMark x1="80938" y1="14607" x2="81099" y2="13463"/>
                        <a14:foregroundMark x1="68750" y1="12360" x2="78063" y2="17135"/>
                        <a14:foregroundMark x1="78063" y1="17135" x2="87938" y2="14607"/>
                        <a14:foregroundMark x1="87938" y1="14607" x2="93500" y2="20506"/>
                        <a14:foregroundMark x1="93500" y1="20506" x2="97500" y2="30618"/>
                        <a14:foregroundMark x1="97500" y1="30618" x2="97313" y2="59831"/>
                        <a14:foregroundMark x1="97313" y1="59831" x2="89563" y2="72753"/>
                        <a14:foregroundMark x1="89563" y1="72753" x2="79813" y2="68258"/>
                        <a14:foregroundMark x1="79813" y1="68258" x2="69438" y2="31180"/>
                        <a14:foregroundMark x1="69438" y1="31180" x2="68688" y2="12921"/>
                        <a14:foregroundMark x1="68688" y1="12921" x2="68688" y2="12640"/>
                        <a14:foregroundMark x1="5938" y1="33708" x2="6750" y2="79213"/>
                        <a14:backgroundMark x1="95264" y1="19646" x2="99063" y2="22472"/>
                        <a14:backgroundMark x1="72250" y1="2528" x2="84419" y2="11579"/>
                        <a14:backgroundMark x1="99063" y1="22472" x2="99563" y2="1685"/>
                        <a14:backgroundMark x1="99563" y1="1685" x2="71625" y2="1966"/>
                        <a14:backgroundMark x1="563" y1="11236" x2="6375" y2="95506"/>
                        <a14:backgroundMark x1="3125" y1="64607" x2="4500" y2="85112"/>
                        <a14:backgroundMark x1="2313" y1="66573" x2="3375" y2="64607"/>
                        <a14:backgroundMark x1="313" y1="17416" x2="625" y2="98315"/>
                        <a14:backgroundMark x1="1188" y1="19382" x2="4313" y2="98596"/>
                        <a14:backgroundMark x1="2750" y1="26685" x2="3125" y2="37079"/>
                        <a14:backgroundMark x1="1750" y1="19382" x2="4500" y2="38483"/>
                        <a14:backgroundMark x1="1750" y1="15449" x2="1750" y2="15449"/>
                        <a14:backgroundMark x1="1750" y1="17135" x2="4313" y2="37640"/>
                        <a14:backgroundMark x1="1875" y1="21910" x2="3938" y2="26966"/>
                        <a14:backgroundMark x1="4313" y1="3371" x2="4375" y2="398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4739" y="183848"/>
            <a:ext cx="3223157" cy="717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367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29">
            <a:extLst>
              <a:ext uri="{FF2B5EF4-FFF2-40B4-BE49-F238E27FC236}">
                <a16:creationId xmlns:a16="http://schemas.microsoft.com/office/drawing/2014/main" id="{E4576452-1F74-B98E-0386-FF03A9E75A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8671" y="378407"/>
            <a:ext cx="8370918" cy="727947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3800" b="1">
                <a:solidFill>
                  <a:srgbClr val="008A4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defRPr>
            </a:lvl1pPr>
            <a:lvl2pPr>
              <a:defRPr sz="4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defRPr>
            </a:lvl2pPr>
            <a:lvl3pPr>
              <a:defRPr sz="4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defRPr>
            </a:lvl3pPr>
            <a:lvl4pPr>
              <a:defRPr sz="4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defRPr>
            </a:lvl4pPr>
            <a:lvl5pPr>
              <a:defRPr sz="4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defRPr>
            </a:lvl5pPr>
          </a:lstStyle>
          <a:p>
            <a:pPr lvl="0"/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178366B-2CED-346C-42F6-AAB37032C6D3}"/>
              </a:ext>
            </a:extLst>
          </p:cNvPr>
          <p:cNvCxnSpPr>
            <a:cxnSpLocks/>
          </p:cNvCxnSpPr>
          <p:nvPr userDrawn="1"/>
        </p:nvCxnSpPr>
        <p:spPr>
          <a:xfrm flipV="1">
            <a:off x="659760" y="1105817"/>
            <a:ext cx="8269829" cy="1"/>
          </a:xfrm>
          <a:prstGeom prst="line">
            <a:avLst/>
          </a:prstGeom>
          <a:ln w="31750">
            <a:solidFill>
              <a:srgbClr val="008A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7">
            <a:extLst>
              <a:ext uri="{FF2B5EF4-FFF2-40B4-BE49-F238E27FC236}">
                <a16:creationId xmlns:a16="http://schemas.microsoft.com/office/drawing/2014/main" id="{DA29537D-BF11-214F-AE67-C11326827691}"/>
              </a:ext>
            </a:extLst>
          </p:cNvPr>
          <p:cNvSpPr/>
          <p:nvPr userDrawn="1"/>
        </p:nvSpPr>
        <p:spPr>
          <a:xfrm flipH="1">
            <a:off x="0" y="4778374"/>
            <a:ext cx="9144000" cy="388032"/>
          </a:xfrm>
          <a:custGeom>
            <a:avLst/>
            <a:gdLst>
              <a:gd name="connsiteX0" fmla="*/ 0 w 12192000"/>
              <a:gd name="connsiteY0" fmla="*/ 0 h 609599"/>
              <a:gd name="connsiteX1" fmla="*/ 12192000 w 12192000"/>
              <a:gd name="connsiteY1" fmla="*/ 0 h 609599"/>
              <a:gd name="connsiteX2" fmla="*/ 12192000 w 12192000"/>
              <a:gd name="connsiteY2" fmla="*/ 609599 h 609599"/>
              <a:gd name="connsiteX3" fmla="*/ 0 w 12192000"/>
              <a:gd name="connsiteY3" fmla="*/ 609599 h 609599"/>
              <a:gd name="connsiteX4" fmla="*/ 0 w 12192000"/>
              <a:gd name="connsiteY4" fmla="*/ 0 h 609599"/>
              <a:gd name="connsiteX0" fmla="*/ 0 w 12192000"/>
              <a:gd name="connsiteY0" fmla="*/ 548640 h 1158239"/>
              <a:gd name="connsiteX1" fmla="*/ 12192000 w 12192000"/>
              <a:gd name="connsiteY1" fmla="*/ 548640 h 1158239"/>
              <a:gd name="connsiteX2" fmla="*/ 12192000 w 12192000"/>
              <a:gd name="connsiteY2" fmla="*/ 1158239 h 1158239"/>
              <a:gd name="connsiteX3" fmla="*/ 0 w 12192000"/>
              <a:gd name="connsiteY3" fmla="*/ 1158239 h 1158239"/>
              <a:gd name="connsiteX4" fmla="*/ 0 w 12192000"/>
              <a:gd name="connsiteY4" fmla="*/ 548640 h 1158239"/>
              <a:gd name="connsiteX0" fmla="*/ 0 w 12192000"/>
              <a:gd name="connsiteY0" fmla="*/ 376700 h 986299"/>
              <a:gd name="connsiteX1" fmla="*/ 12192000 w 12192000"/>
              <a:gd name="connsiteY1" fmla="*/ 376700 h 986299"/>
              <a:gd name="connsiteX2" fmla="*/ 12192000 w 12192000"/>
              <a:gd name="connsiteY2" fmla="*/ 986299 h 986299"/>
              <a:gd name="connsiteX3" fmla="*/ 0 w 12192000"/>
              <a:gd name="connsiteY3" fmla="*/ 986299 h 986299"/>
              <a:gd name="connsiteX4" fmla="*/ 0 w 12192000"/>
              <a:gd name="connsiteY4" fmla="*/ 376700 h 986299"/>
              <a:gd name="connsiteX0" fmla="*/ 0 w 12192000"/>
              <a:gd name="connsiteY0" fmla="*/ 438928 h 1048527"/>
              <a:gd name="connsiteX1" fmla="*/ 12192000 w 12192000"/>
              <a:gd name="connsiteY1" fmla="*/ 438928 h 1048527"/>
              <a:gd name="connsiteX2" fmla="*/ 12192000 w 12192000"/>
              <a:gd name="connsiteY2" fmla="*/ 1048527 h 1048527"/>
              <a:gd name="connsiteX3" fmla="*/ 0 w 12192000"/>
              <a:gd name="connsiteY3" fmla="*/ 1048527 h 1048527"/>
              <a:gd name="connsiteX4" fmla="*/ 0 w 12192000"/>
              <a:gd name="connsiteY4" fmla="*/ 438928 h 1048527"/>
              <a:gd name="connsiteX0" fmla="*/ 0 w 12192000"/>
              <a:gd name="connsiteY0" fmla="*/ 181799 h 791398"/>
              <a:gd name="connsiteX1" fmla="*/ 12192000 w 12192000"/>
              <a:gd name="connsiteY1" fmla="*/ 181799 h 791398"/>
              <a:gd name="connsiteX2" fmla="*/ 12192000 w 12192000"/>
              <a:gd name="connsiteY2" fmla="*/ 791398 h 791398"/>
              <a:gd name="connsiteX3" fmla="*/ 0 w 12192000"/>
              <a:gd name="connsiteY3" fmla="*/ 791398 h 791398"/>
              <a:gd name="connsiteX4" fmla="*/ 0 w 12192000"/>
              <a:gd name="connsiteY4" fmla="*/ 181799 h 791398"/>
              <a:gd name="connsiteX0" fmla="*/ 0 w 12192000"/>
              <a:gd name="connsiteY0" fmla="*/ 187345 h 796944"/>
              <a:gd name="connsiteX1" fmla="*/ 12192000 w 12192000"/>
              <a:gd name="connsiteY1" fmla="*/ 187345 h 796944"/>
              <a:gd name="connsiteX2" fmla="*/ 12192000 w 12192000"/>
              <a:gd name="connsiteY2" fmla="*/ 796944 h 796944"/>
              <a:gd name="connsiteX3" fmla="*/ 0 w 12192000"/>
              <a:gd name="connsiteY3" fmla="*/ 796944 h 796944"/>
              <a:gd name="connsiteX4" fmla="*/ 0 w 12192000"/>
              <a:gd name="connsiteY4" fmla="*/ 187345 h 796944"/>
              <a:gd name="connsiteX0" fmla="*/ 0 w 12192000"/>
              <a:gd name="connsiteY0" fmla="*/ 154569 h 764168"/>
              <a:gd name="connsiteX1" fmla="*/ 12192000 w 12192000"/>
              <a:gd name="connsiteY1" fmla="*/ 154569 h 764168"/>
              <a:gd name="connsiteX2" fmla="*/ 12192000 w 12192000"/>
              <a:gd name="connsiteY2" fmla="*/ 764168 h 764168"/>
              <a:gd name="connsiteX3" fmla="*/ 0 w 12192000"/>
              <a:gd name="connsiteY3" fmla="*/ 764168 h 764168"/>
              <a:gd name="connsiteX4" fmla="*/ 0 w 12192000"/>
              <a:gd name="connsiteY4" fmla="*/ 154569 h 764168"/>
              <a:gd name="connsiteX0" fmla="*/ 0 w 12192000"/>
              <a:gd name="connsiteY0" fmla="*/ 165354 h 774953"/>
              <a:gd name="connsiteX1" fmla="*/ 12192000 w 12192000"/>
              <a:gd name="connsiteY1" fmla="*/ 165354 h 774953"/>
              <a:gd name="connsiteX2" fmla="*/ 12192000 w 12192000"/>
              <a:gd name="connsiteY2" fmla="*/ 774953 h 774953"/>
              <a:gd name="connsiteX3" fmla="*/ 0 w 12192000"/>
              <a:gd name="connsiteY3" fmla="*/ 774953 h 774953"/>
              <a:gd name="connsiteX4" fmla="*/ 0 w 12192000"/>
              <a:gd name="connsiteY4" fmla="*/ 165354 h 774953"/>
              <a:gd name="connsiteX0" fmla="*/ 0 w 12192000"/>
              <a:gd name="connsiteY0" fmla="*/ 181798 h 791397"/>
              <a:gd name="connsiteX1" fmla="*/ 12192000 w 12192000"/>
              <a:gd name="connsiteY1" fmla="*/ 181798 h 791397"/>
              <a:gd name="connsiteX2" fmla="*/ 12192000 w 12192000"/>
              <a:gd name="connsiteY2" fmla="*/ 791397 h 791397"/>
              <a:gd name="connsiteX3" fmla="*/ 0 w 12192000"/>
              <a:gd name="connsiteY3" fmla="*/ 791397 h 791397"/>
              <a:gd name="connsiteX4" fmla="*/ 0 w 12192000"/>
              <a:gd name="connsiteY4" fmla="*/ 181798 h 791397"/>
              <a:gd name="connsiteX0" fmla="*/ 0 w 12192000"/>
              <a:gd name="connsiteY0" fmla="*/ 88858 h 698457"/>
              <a:gd name="connsiteX1" fmla="*/ 12192000 w 12192000"/>
              <a:gd name="connsiteY1" fmla="*/ 88858 h 698457"/>
              <a:gd name="connsiteX2" fmla="*/ 12192000 w 12192000"/>
              <a:gd name="connsiteY2" fmla="*/ 698457 h 698457"/>
              <a:gd name="connsiteX3" fmla="*/ 0 w 12192000"/>
              <a:gd name="connsiteY3" fmla="*/ 698457 h 698457"/>
              <a:gd name="connsiteX4" fmla="*/ 0 w 12192000"/>
              <a:gd name="connsiteY4" fmla="*/ 88858 h 698457"/>
              <a:gd name="connsiteX0" fmla="*/ 10160 w 12192000"/>
              <a:gd name="connsiteY0" fmla="*/ 93903 h 612062"/>
              <a:gd name="connsiteX1" fmla="*/ 12192000 w 12192000"/>
              <a:gd name="connsiteY1" fmla="*/ 2463 h 612062"/>
              <a:gd name="connsiteX2" fmla="*/ 12192000 w 12192000"/>
              <a:gd name="connsiteY2" fmla="*/ 612062 h 612062"/>
              <a:gd name="connsiteX3" fmla="*/ 0 w 12192000"/>
              <a:gd name="connsiteY3" fmla="*/ 612062 h 612062"/>
              <a:gd name="connsiteX4" fmla="*/ 10160 w 12192000"/>
              <a:gd name="connsiteY4" fmla="*/ 93903 h 612062"/>
              <a:gd name="connsiteX0" fmla="*/ 0 w 12181840"/>
              <a:gd name="connsiteY0" fmla="*/ 93903 h 612062"/>
              <a:gd name="connsiteX1" fmla="*/ 12181840 w 12181840"/>
              <a:gd name="connsiteY1" fmla="*/ 2463 h 612062"/>
              <a:gd name="connsiteX2" fmla="*/ 12181840 w 12181840"/>
              <a:gd name="connsiteY2" fmla="*/ 612062 h 612062"/>
              <a:gd name="connsiteX3" fmla="*/ 12700 w 12181840"/>
              <a:gd name="connsiteY3" fmla="*/ 612062 h 612062"/>
              <a:gd name="connsiteX4" fmla="*/ 0 w 12181840"/>
              <a:gd name="connsiteY4" fmla="*/ 93903 h 612062"/>
              <a:gd name="connsiteX0" fmla="*/ 0 w 12181840"/>
              <a:gd name="connsiteY0" fmla="*/ 93459 h 619238"/>
              <a:gd name="connsiteX1" fmla="*/ 12181840 w 12181840"/>
              <a:gd name="connsiteY1" fmla="*/ 9639 h 619238"/>
              <a:gd name="connsiteX2" fmla="*/ 12181840 w 12181840"/>
              <a:gd name="connsiteY2" fmla="*/ 619238 h 619238"/>
              <a:gd name="connsiteX3" fmla="*/ 12700 w 12181840"/>
              <a:gd name="connsiteY3" fmla="*/ 619238 h 619238"/>
              <a:gd name="connsiteX4" fmla="*/ 0 w 12181840"/>
              <a:gd name="connsiteY4" fmla="*/ 93459 h 619238"/>
              <a:gd name="connsiteX0" fmla="*/ 0 w 12181840"/>
              <a:gd name="connsiteY0" fmla="*/ 93459 h 619238"/>
              <a:gd name="connsiteX1" fmla="*/ 12181840 w 12181840"/>
              <a:gd name="connsiteY1" fmla="*/ 9639 h 619238"/>
              <a:gd name="connsiteX2" fmla="*/ 12181840 w 12181840"/>
              <a:gd name="connsiteY2" fmla="*/ 619238 h 619238"/>
              <a:gd name="connsiteX3" fmla="*/ 12700 w 12181840"/>
              <a:gd name="connsiteY3" fmla="*/ 619238 h 619238"/>
              <a:gd name="connsiteX4" fmla="*/ 0 w 12181840"/>
              <a:gd name="connsiteY4" fmla="*/ 93459 h 619238"/>
              <a:gd name="connsiteX0" fmla="*/ 0 w 12197080"/>
              <a:gd name="connsiteY0" fmla="*/ 93459 h 619238"/>
              <a:gd name="connsiteX1" fmla="*/ 12197080 w 12197080"/>
              <a:gd name="connsiteY1" fmla="*/ 9639 h 619238"/>
              <a:gd name="connsiteX2" fmla="*/ 12197080 w 12197080"/>
              <a:gd name="connsiteY2" fmla="*/ 619238 h 619238"/>
              <a:gd name="connsiteX3" fmla="*/ 27940 w 12197080"/>
              <a:gd name="connsiteY3" fmla="*/ 619238 h 619238"/>
              <a:gd name="connsiteX4" fmla="*/ 0 w 12197080"/>
              <a:gd name="connsiteY4" fmla="*/ 93459 h 619238"/>
              <a:gd name="connsiteX0" fmla="*/ 2540 w 12199620"/>
              <a:gd name="connsiteY0" fmla="*/ 93459 h 619238"/>
              <a:gd name="connsiteX1" fmla="*/ 12199620 w 12199620"/>
              <a:gd name="connsiteY1" fmla="*/ 9639 h 619238"/>
              <a:gd name="connsiteX2" fmla="*/ 12199620 w 12199620"/>
              <a:gd name="connsiteY2" fmla="*/ 619238 h 619238"/>
              <a:gd name="connsiteX3" fmla="*/ 0 w 12199620"/>
              <a:gd name="connsiteY3" fmla="*/ 611618 h 619238"/>
              <a:gd name="connsiteX4" fmla="*/ 2540 w 12199620"/>
              <a:gd name="connsiteY4" fmla="*/ 93459 h 619238"/>
              <a:gd name="connsiteX0" fmla="*/ 153 w 12201043"/>
              <a:gd name="connsiteY0" fmla="*/ 152400 h 609599"/>
              <a:gd name="connsiteX1" fmla="*/ 12201043 w 12201043"/>
              <a:gd name="connsiteY1" fmla="*/ 0 h 609599"/>
              <a:gd name="connsiteX2" fmla="*/ 12201043 w 12201043"/>
              <a:gd name="connsiteY2" fmla="*/ 609599 h 609599"/>
              <a:gd name="connsiteX3" fmla="*/ 1423 w 12201043"/>
              <a:gd name="connsiteY3" fmla="*/ 601979 h 609599"/>
              <a:gd name="connsiteX4" fmla="*/ 153 w 12201043"/>
              <a:gd name="connsiteY4" fmla="*/ 152400 h 609599"/>
              <a:gd name="connsiteX0" fmla="*/ 153 w 12201043"/>
              <a:gd name="connsiteY0" fmla="*/ 184785 h 609599"/>
              <a:gd name="connsiteX1" fmla="*/ 12201043 w 12201043"/>
              <a:gd name="connsiteY1" fmla="*/ 0 h 609599"/>
              <a:gd name="connsiteX2" fmla="*/ 12201043 w 12201043"/>
              <a:gd name="connsiteY2" fmla="*/ 609599 h 609599"/>
              <a:gd name="connsiteX3" fmla="*/ 1423 w 12201043"/>
              <a:gd name="connsiteY3" fmla="*/ 601979 h 609599"/>
              <a:gd name="connsiteX4" fmla="*/ 153 w 12201043"/>
              <a:gd name="connsiteY4" fmla="*/ 184785 h 6095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01043" h="609599">
                <a:moveTo>
                  <a:pt x="153" y="184785"/>
                </a:moveTo>
                <a:cubicBezTo>
                  <a:pt x="6075833" y="-272415"/>
                  <a:pt x="8457083" y="1051560"/>
                  <a:pt x="12201043" y="0"/>
                </a:cubicBezTo>
                <a:lnTo>
                  <a:pt x="12201043" y="609599"/>
                </a:lnTo>
                <a:lnTo>
                  <a:pt x="1423" y="601979"/>
                </a:lnTo>
                <a:cubicBezTo>
                  <a:pt x="2270" y="429259"/>
                  <a:pt x="-694" y="357505"/>
                  <a:pt x="153" y="184785"/>
                </a:cubicBezTo>
                <a:close/>
              </a:path>
            </a:pathLst>
          </a:custGeom>
          <a:gradFill flip="none" rotWithShape="1">
            <a:gsLst>
              <a:gs pos="60000">
                <a:srgbClr val="008A41">
                  <a:alpha val="49804"/>
                </a:srgbClr>
              </a:gs>
              <a:gs pos="0">
                <a:srgbClr val="008A41">
                  <a:alpha val="70000"/>
                </a:srgbClr>
              </a:gs>
              <a:gs pos="100000">
                <a:srgbClr val="A0D2B4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9C8A5216-0B6C-8CC4-B0D2-01C3F914EE11}"/>
              </a:ext>
            </a:extLst>
          </p:cNvPr>
          <p:cNvSpPr/>
          <p:nvPr userDrawn="1"/>
        </p:nvSpPr>
        <p:spPr>
          <a:xfrm flipH="1" flipV="1">
            <a:off x="-6103" y="-10167"/>
            <a:ext cx="9143999" cy="388031"/>
          </a:xfrm>
          <a:custGeom>
            <a:avLst/>
            <a:gdLst>
              <a:gd name="connsiteX0" fmla="*/ 12192000 w 12192000"/>
              <a:gd name="connsiteY0" fmla="*/ 0 h 2039768"/>
              <a:gd name="connsiteX1" fmla="*/ 12192000 w 12192000"/>
              <a:gd name="connsiteY1" fmla="*/ 2039768 h 2039768"/>
              <a:gd name="connsiteX2" fmla="*/ 0 w 12192000"/>
              <a:gd name="connsiteY2" fmla="*/ 2039768 h 2039768"/>
              <a:gd name="connsiteX3" fmla="*/ 0 w 12192000"/>
              <a:gd name="connsiteY3" fmla="*/ 819391 h 2039768"/>
              <a:gd name="connsiteX4" fmla="*/ 37309 w 12192000"/>
              <a:gd name="connsiteY4" fmla="*/ 834936 h 2039768"/>
              <a:gd name="connsiteX5" fmla="*/ 5319640 w 12192000"/>
              <a:gd name="connsiteY5" fmla="*/ 1747868 h 2039768"/>
              <a:gd name="connsiteX6" fmla="*/ 11971651 w 12192000"/>
              <a:gd name="connsiteY6" fmla="*/ 149892 h 2039768"/>
              <a:gd name="connsiteX0" fmla="*/ 12192000 w 12192000"/>
              <a:gd name="connsiteY0" fmla="*/ 373966 h 1893600"/>
              <a:gd name="connsiteX1" fmla="*/ 12192000 w 12192000"/>
              <a:gd name="connsiteY1" fmla="*/ 1893600 h 1893600"/>
              <a:gd name="connsiteX2" fmla="*/ 0 w 12192000"/>
              <a:gd name="connsiteY2" fmla="*/ 1893600 h 1893600"/>
              <a:gd name="connsiteX3" fmla="*/ 0 w 12192000"/>
              <a:gd name="connsiteY3" fmla="*/ 673223 h 1893600"/>
              <a:gd name="connsiteX4" fmla="*/ 37309 w 12192000"/>
              <a:gd name="connsiteY4" fmla="*/ 688768 h 1893600"/>
              <a:gd name="connsiteX5" fmla="*/ 5319640 w 12192000"/>
              <a:gd name="connsiteY5" fmla="*/ 1601700 h 1893600"/>
              <a:gd name="connsiteX6" fmla="*/ 11971651 w 12192000"/>
              <a:gd name="connsiteY6" fmla="*/ 3724 h 1893600"/>
              <a:gd name="connsiteX7" fmla="*/ 12192000 w 12192000"/>
              <a:gd name="connsiteY7" fmla="*/ 373966 h 1893600"/>
              <a:gd name="connsiteX0" fmla="*/ 12192000 w 12192000"/>
              <a:gd name="connsiteY0" fmla="*/ 1413 h 1521047"/>
              <a:gd name="connsiteX1" fmla="*/ 12192000 w 12192000"/>
              <a:gd name="connsiteY1" fmla="*/ 1521047 h 1521047"/>
              <a:gd name="connsiteX2" fmla="*/ 0 w 12192000"/>
              <a:gd name="connsiteY2" fmla="*/ 1521047 h 1521047"/>
              <a:gd name="connsiteX3" fmla="*/ 0 w 12192000"/>
              <a:gd name="connsiteY3" fmla="*/ 300670 h 1521047"/>
              <a:gd name="connsiteX4" fmla="*/ 37309 w 12192000"/>
              <a:gd name="connsiteY4" fmla="*/ 316215 h 1521047"/>
              <a:gd name="connsiteX5" fmla="*/ 5319640 w 12192000"/>
              <a:gd name="connsiteY5" fmla="*/ 1229147 h 1521047"/>
              <a:gd name="connsiteX6" fmla="*/ 12192000 w 12192000"/>
              <a:gd name="connsiteY6" fmla="*/ 1413 h 1521047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0 w 12192000"/>
              <a:gd name="connsiteY3" fmla="*/ 299257 h 1519634"/>
              <a:gd name="connsiteX4" fmla="*/ 37309 w 12192000"/>
              <a:gd name="connsiteY4" fmla="*/ 314802 h 1519634"/>
              <a:gd name="connsiteX5" fmla="*/ 5319640 w 12192000"/>
              <a:gd name="connsiteY5" fmla="*/ 1227734 h 1519634"/>
              <a:gd name="connsiteX6" fmla="*/ 12192000 w 12192000"/>
              <a:gd name="connsiteY6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0 w 12192000"/>
              <a:gd name="connsiteY3" fmla="*/ 299257 h 1519634"/>
              <a:gd name="connsiteX4" fmla="*/ 140179 w 12192000"/>
              <a:gd name="connsiteY4" fmla="*/ 401490 h 1519634"/>
              <a:gd name="connsiteX5" fmla="*/ 5319640 w 12192000"/>
              <a:gd name="connsiteY5" fmla="*/ 1227734 h 1519634"/>
              <a:gd name="connsiteX6" fmla="*/ 12192000 w 12192000"/>
              <a:gd name="connsiteY6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0 w 12192000"/>
              <a:gd name="connsiteY3" fmla="*/ 299257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3810 w 12192000"/>
              <a:gd name="connsiteY3" fmla="*/ 628674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3810 w 12192000"/>
              <a:gd name="connsiteY3" fmla="*/ 628674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3810 w 12192000"/>
              <a:gd name="connsiteY3" fmla="*/ 628674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3810 w 12192000"/>
              <a:gd name="connsiteY3" fmla="*/ 628674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8096 w 12198096"/>
              <a:gd name="connsiteY0" fmla="*/ 0 h 1325451"/>
              <a:gd name="connsiteX1" fmla="*/ 12192000 w 12198096"/>
              <a:gd name="connsiteY1" fmla="*/ 1325451 h 1325451"/>
              <a:gd name="connsiteX2" fmla="*/ 0 w 12198096"/>
              <a:gd name="connsiteY2" fmla="*/ 1325451 h 1325451"/>
              <a:gd name="connsiteX3" fmla="*/ 3810 w 12198096"/>
              <a:gd name="connsiteY3" fmla="*/ 434491 h 1325451"/>
              <a:gd name="connsiteX4" fmla="*/ 5319640 w 12198096"/>
              <a:gd name="connsiteY4" fmla="*/ 1033551 h 1325451"/>
              <a:gd name="connsiteX5" fmla="*/ 12198096 w 12198096"/>
              <a:gd name="connsiteY5" fmla="*/ 0 h 1325451"/>
              <a:gd name="connsiteX0" fmla="*/ 12198096 w 12198096"/>
              <a:gd name="connsiteY0" fmla="*/ 0 h 1325451"/>
              <a:gd name="connsiteX1" fmla="*/ 12192000 w 12198096"/>
              <a:gd name="connsiteY1" fmla="*/ 1325451 h 1325451"/>
              <a:gd name="connsiteX2" fmla="*/ 0 w 12198096"/>
              <a:gd name="connsiteY2" fmla="*/ 1325451 h 1325451"/>
              <a:gd name="connsiteX3" fmla="*/ 3810 w 12198096"/>
              <a:gd name="connsiteY3" fmla="*/ 434491 h 1325451"/>
              <a:gd name="connsiteX4" fmla="*/ 5325736 w 12198096"/>
              <a:gd name="connsiteY4" fmla="*/ 978070 h 1325451"/>
              <a:gd name="connsiteX5" fmla="*/ 12198096 w 12198096"/>
              <a:gd name="connsiteY5" fmla="*/ 0 h 13254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8096" h="1325451">
                <a:moveTo>
                  <a:pt x="12198096" y="0"/>
                </a:moveTo>
                <a:lnTo>
                  <a:pt x="12192000" y="1325451"/>
                </a:lnTo>
                <a:lnTo>
                  <a:pt x="0" y="1325451"/>
                </a:lnTo>
                <a:lnTo>
                  <a:pt x="3810" y="434491"/>
                </a:lnTo>
                <a:cubicBezTo>
                  <a:pt x="1718603" y="876908"/>
                  <a:pt x="3533473" y="963319"/>
                  <a:pt x="5325736" y="978070"/>
                </a:cubicBezTo>
                <a:cubicBezTo>
                  <a:pt x="7351518" y="925603"/>
                  <a:pt x="10633603" y="731550"/>
                  <a:pt x="12198096" y="0"/>
                </a:cubicBezTo>
                <a:close/>
              </a:path>
            </a:pathLst>
          </a:custGeom>
          <a:gradFill flip="none" rotWithShape="1">
            <a:gsLst>
              <a:gs pos="60000">
                <a:srgbClr val="A0D2B4">
                  <a:alpha val="50000"/>
                </a:srgbClr>
              </a:gs>
              <a:gs pos="0">
                <a:srgbClr val="008A41">
                  <a:alpha val="70000"/>
                </a:srgbClr>
              </a:gs>
              <a:gs pos="100000">
                <a:srgbClr val="A0D2B4">
                  <a:alpha val="50000"/>
                </a:srgbClr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D3DC2D9-759B-D749-864A-B1DF64BD0D1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090" b="89888" l="2563" r="97313">
                        <a14:foregroundMark x1="7187" y1="50562" x2="61563" y2="38764"/>
                        <a14:foregroundMark x1="61563" y1="38764" x2="63438" y2="41292"/>
                        <a14:foregroundMark x1="29875" y1="86798" x2="41313" y2="84551"/>
                        <a14:foregroundMark x1="41313" y1="84551" x2="57375" y2="89607"/>
                        <a14:foregroundMark x1="57375" y1="89607" x2="63438" y2="85112"/>
                        <a14:foregroundMark x1="63438" y1="85112" x2="64063" y2="85112"/>
                        <a14:foregroundMark x1="22250" y1="25843" x2="23375" y2="34831"/>
                        <a14:foregroundMark x1="22375" y1="26124" x2="26438" y2="23876"/>
                        <a14:foregroundMark x1="26438" y1="23876" x2="28688" y2="24438"/>
                        <a14:foregroundMark x1="22313" y1="23315" x2="28750" y2="25562"/>
                        <a14:foregroundMark x1="68313" y1="24157" x2="68313" y2="24157"/>
                        <a14:foregroundMark x1="68375" y1="70506" x2="68375" y2="70506"/>
                        <a14:foregroundMark x1="68063" y1="61236" x2="68063" y2="61236"/>
                        <a14:foregroundMark x1="83438" y1="31180" x2="87688" y2="19382"/>
                        <a14:foregroundMark x1="87688" y1="19382" x2="91813" y2="23315"/>
                        <a14:foregroundMark x1="91813" y1="23315" x2="95063" y2="37079"/>
                        <a14:foregroundMark x1="95063" y1="37079" x2="95188" y2="56461"/>
                        <a14:foregroundMark x1="95188" y1="56461" x2="91188" y2="72753"/>
                        <a14:foregroundMark x1="91188" y1="72753" x2="86438" y2="75562"/>
                        <a14:foregroundMark x1="86438" y1="75562" x2="82438" y2="60393"/>
                        <a14:foregroundMark x1="82438" y1="60393" x2="82125" y2="40449"/>
                        <a14:foregroundMark x1="82125" y1="40449" x2="83813" y2="29213"/>
                        <a14:foregroundMark x1="85688" y1="46910" x2="91313" y2="42416"/>
                        <a14:foregroundMark x1="84500" y1="41854" x2="89125" y2="45506"/>
                        <a14:foregroundMark x1="89125" y1="45506" x2="89313" y2="66573"/>
                        <a14:foregroundMark x1="89313" y1="66573" x2="85375" y2="56742"/>
                        <a14:foregroundMark x1="85375" y1="56742" x2="86188" y2="33427"/>
                        <a14:foregroundMark x1="86188" y1="33427" x2="89625" y2="23315"/>
                        <a14:foregroundMark x1="89625" y1="23315" x2="93063" y2="58146"/>
                        <a14:foregroundMark x1="93063" y1="58146" x2="92625" y2="60955"/>
                        <a14:foregroundMark x1="83250" y1="28933" x2="87125" y2="18539"/>
                        <a14:foregroundMark x1="87125" y1="18539" x2="92063" y2="21629"/>
                        <a14:foregroundMark x1="92063" y1="21629" x2="95063" y2="33989"/>
                        <a14:foregroundMark x1="95063" y1="33989" x2="95875" y2="52247"/>
                        <a14:foregroundMark x1="95875" y1="52247" x2="92688" y2="71910"/>
                        <a14:foregroundMark x1="92688" y1="71910" x2="89188" y2="80337"/>
                        <a14:foregroundMark x1="89188" y1="80337" x2="84125" y2="70787"/>
                        <a14:foregroundMark x1="84125" y1="70787" x2="81313" y2="53371"/>
                        <a14:foregroundMark x1="81313" y1="53371" x2="81875" y2="39607"/>
                        <a14:foregroundMark x1="60250" y1="39888" x2="58125" y2="37079"/>
                        <a14:foregroundMark x1="67625" y1="32022" x2="69313" y2="53090"/>
                        <a14:foregroundMark x1="69313" y1="53090" x2="75000" y2="35674"/>
                        <a14:foregroundMark x1="75000" y1="35674" x2="68813" y2="40449"/>
                        <a14:foregroundMark x1="68813" y1="40449" x2="69000" y2="21629"/>
                        <a14:foregroundMark x1="69000" y1="21629" x2="74250" y2="16292"/>
                        <a14:foregroundMark x1="74250" y1="16292" x2="78563" y2="24719"/>
                        <a14:foregroundMark x1="78563" y1="24719" x2="80063" y2="46348"/>
                        <a14:foregroundMark x1="80063" y1="46348" x2="75813" y2="71067"/>
                        <a14:foregroundMark x1="75813" y1="71067" x2="70438" y2="74719"/>
                        <a14:foregroundMark x1="70438" y1="74719" x2="77063" y2="69944"/>
                        <a14:foregroundMark x1="77063" y1="69944" x2="72313" y2="77528"/>
                        <a14:foregroundMark x1="72313" y1="77528" x2="67500" y2="53090"/>
                        <a14:foregroundMark x1="67500" y1="53090" x2="68063" y2="72753"/>
                        <a14:foregroundMark x1="68063" y1="72753" x2="69000" y2="77528"/>
                        <a14:foregroundMark x1="70688" y1="76685" x2="72438" y2="80056"/>
                        <a14:foregroundMark x1="73750" y1="78371" x2="75688" y2="78652"/>
                        <a14:foregroundMark x1="70813" y1="78090" x2="72063" y2="73876"/>
                        <a14:foregroundMark x1="5407" y1="21913" x2="10063" y2="20506"/>
                        <a14:foregroundMark x1="10063" y1="20506" x2="33938" y2="20506"/>
                        <a14:foregroundMark x1="33938" y1="20506" x2="53813" y2="11798"/>
                        <a14:foregroundMark x1="53813" y1="11798" x2="64813" y2="15449"/>
                        <a14:foregroundMark x1="64813" y1="15449" x2="67750" y2="43539"/>
                        <a14:foregroundMark x1="67750" y1="43539" x2="67750" y2="73876"/>
                        <a14:foregroundMark x1="67750" y1="73876" x2="59750" y2="97753"/>
                        <a14:foregroundMark x1="59750" y1="97753" x2="40250" y2="95506"/>
                        <a14:foregroundMark x1="40250" y1="95506" x2="9375" y2="72753"/>
                        <a14:foregroundMark x1="9375" y1="72753" x2="5309" y2="63916"/>
                        <a14:foregroundMark x1="10125" y1="10955" x2="11750" y2="27528"/>
                        <a14:foregroundMark x1="11750" y1="27528" x2="9125" y2="14045"/>
                        <a14:foregroundMark x1="9125" y1="14045" x2="13188" y2="16011"/>
                        <a14:foregroundMark x1="86698" y1="5849" x2="92049" y2="12903"/>
                        <a14:foregroundMark x1="97370" y1="25565" x2="99688" y2="49719"/>
                        <a14:foregroundMark x1="99688" y1="49719" x2="98188" y2="69101"/>
                        <a14:foregroundMark x1="98188" y1="69101" x2="93563" y2="85112"/>
                        <a14:foregroundMark x1="93563" y1="85112" x2="55688" y2="99719"/>
                        <a14:foregroundMark x1="55688" y1="99719" x2="7164" y2="90806"/>
                        <a14:foregroundMark x1="5404" y1="20395" x2="5750" y2="17978"/>
                        <a14:foregroundMark x1="5750" y1="17978" x2="44938" y2="2528"/>
                        <a14:foregroundMark x1="44938" y1="2528" x2="90875" y2="24438"/>
                        <a14:foregroundMark x1="90875" y1="24438" x2="80938" y2="14607"/>
                        <a14:foregroundMark x1="80938" y1="14607" x2="81099" y2="13463"/>
                        <a14:foregroundMark x1="68750" y1="12360" x2="78063" y2="17135"/>
                        <a14:foregroundMark x1="78063" y1="17135" x2="87938" y2="14607"/>
                        <a14:foregroundMark x1="87938" y1="14607" x2="93500" y2="20506"/>
                        <a14:foregroundMark x1="93500" y1="20506" x2="97500" y2="30618"/>
                        <a14:foregroundMark x1="97500" y1="30618" x2="97313" y2="59831"/>
                        <a14:foregroundMark x1="97313" y1="59831" x2="89563" y2="72753"/>
                        <a14:foregroundMark x1="89563" y1="72753" x2="79813" y2="68258"/>
                        <a14:foregroundMark x1="79813" y1="68258" x2="69438" y2="31180"/>
                        <a14:foregroundMark x1="69438" y1="31180" x2="68688" y2="12921"/>
                        <a14:foregroundMark x1="68688" y1="12921" x2="68688" y2="12640"/>
                        <a14:foregroundMark x1="5938" y1="33708" x2="6750" y2="79213"/>
                        <a14:backgroundMark x1="95264" y1="19646" x2="99063" y2="22472"/>
                        <a14:backgroundMark x1="72250" y1="2528" x2="84419" y2="11579"/>
                        <a14:backgroundMark x1="99063" y1="22472" x2="99563" y2="1685"/>
                        <a14:backgroundMark x1="99563" y1="1685" x2="71625" y2="1966"/>
                        <a14:backgroundMark x1="563" y1="11236" x2="6375" y2="95506"/>
                        <a14:backgroundMark x1="3125" y1="64607" x2="4500" y2="85112"/>
                        <a14:backgroundMark x1="2313" y1="66573" x2="3375" y2="64607"/>
                        <a14:backgroundMark x1="313" y1="17416" x2="625" y2="98315"/>
                        <a14:backgroundMark x1="1188" y1="19382" x2="4313" y2="98596"/>
                        <a14:backgroundMark x1="2750" y1="26685" x2="3125" y2="37079"/>
                        <a14:backgroundMark x1="1750" y1="19382" x2="4500" y2="38483"/>
                        <a14:backgroundMark x1="1750" y1="15449" x2="1750" y2="15449"/>
                        <a14:backgroundMark x1="1750" y1="17135" x2="4313" y2="37640"/>
                        <a14:backgroundMark x1="1875" y1="21910" x2="3938" y2="26966"/>
                        <a14:backgroundMark x1="4313" y1="3371" x2="4375" y2="398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4739" y="183848"/>
            <a:ext cx="3223157" cy="7171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uv2026.conf@universal-village.org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24.xml"/><Relationship Id="rId3" Type="http://schemas.openxmlformats.org/officeDocument/2006/relationships/slide" Target="slide1.xml"/><Relationship Id="rId7" Type="http://schemas.openxmlformats.org/officeDocument/2006/relationships/slide" Target="slide2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slide" Target="slide19.xml"/><Relationship Id="rId11" Type="http://schemas.openxmlformats.org/officeDocument/2006/relationships/slide" Target="slide27.xml"/><Relationship Id="rId5" Type="http://schemas.openxmlformats.org/officeDocument/2006/relationships/slide" Target="slide15.xml"/><Relationship Id="rId10" Type="http://schemas.openxmlformats.org/officeDocument/2006/relationships/slide" Target="slide26.xml"/><Relationship Id="rId4" Type="http://schemas.openxmlformats.org/officeDocument/2006/relationships/slide" Target="slide11.xml"/><Relationship Id="rId9" Type="http://schemas.openxmlformats.org/officeDocument/2006/relationships/slide" Target="slide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asychair.org/conferences/?conf=ieeeuv2026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asychair.org/conferences/?conf=ieeeuv2026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asychair.org/conferences/?conf=ieeeUV2026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asychair.org/account/signin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image" Target="../media/image14.png"/><Relationship Id="rId4" Type="http://schemas.openxmlformats.org/officeDocument/2006/relationships/hyperlink" Target="https://easychair.org/my2/conference?conf=ieeeuv2026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easychair.org/conferences/?conf=ieeeuv2026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easychair.org/conferences/?conf=ieeeuv2026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document/d/14sOtRU2KhsCSTBiIJZ2LAXMBtu4fAosj/edit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document/d/1QnzxN1ThMlvL_A9SyiQ_TOT4-vhXnC36/edit?usp=sharing&amp;ouid=109822557424734033356&amp;rtpof=true&amp;sd=true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standards.ieee.org/content/dam/ieee-standards/standards/web/documents/other/embeddedfonts.pdf%0d" TargetMode="External"/><Relationship Id="rId4" Type="http://schemas.openxmlformats.org/officeDocument/2006/relationships/hyperlink" Target="https://standards.ieee.org/content/dam/ieee-standards/standards/web/documents/other/embeddedfonts.pdf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mailto:uv2026.conf@universal-village.org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4;p13">
            <a:extLst>
              <a:ext uri="{FF2B5EF4-FFF2-40B4-BE49-F238E27FC236}">
                <a16:creationId xmlns:a16="http://schemas.microsoft.com/office/drawing/2014/main" id="{453A66B1-5E4D-01DB-5970-AFDA273BF31D}"/>
              </a:ext>
            </a:extLst>
          </p:cNvPr>
          <p:cNvSpPr txBox="1">
            <a:spLocks/>
          </p:cNvSpPr>
          <p:nvPr/>
        </p:nvSpPr>
        <p:spPr>
          <a:xfrm>
            <a:off x="311708" y="910829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US" sz="4000" b="1">
                <a:solidFill>
                  <a:srgbClr val="009242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Instructions for IEEE UV2026 </a:t>
            </a:r>
            <a:br>
              <a:rPr lang="en-US" sz="4000" b="1">
                <a:solidFill>
                  <a:srgbClr val="009242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</a:br>
            <a:r>
              <a:rPr lang="en-US" sz="4000" b="1">
                <a:solidFill>
                  <a:srgbClr val="009242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Paper and Presentation Submission on EasyChair</a:t>
            </a:r>
            <a:endParaRPr lang="en-US" sz="4000" b="1" dirty="0">
              <a:solidFill>
                <a:srgbClr val="009242"/>
              </a:solidFill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4" name="Google Shape;55;p13">
            <a:extLst>
              <a:ext uri="{FF2B5EF4-FFF2-40B4-BE49-F238E27FC236}">
                <a16:creationId xmlns:a16="http://schemas.microsoft.com/office/drawing/2014/main" id="{EDA3906A-6F91-010B-DD77-7012B9634622}"/>
              </a:ext>
            </a:extLst>
          </p:cNvPr>
          <p:cNvSpPr txBox="1">
            <a:spLocks/>
          </p:cNvSpPr>
          <p:nvPr/>
        </p:nvSpPr>
        <p:spPr>
          <a:xfrm>
            <a:off x="311785" y="3279659"/>
            <a:ext cx="8520430" cy="16503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endParaRPr lang="en-GB">
              <a:solidFill>
                <a:srgbClr val="009242"/>
              </a:solidFill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  <a:p>
            <a:pPr algn="ctr"/>
            <a:r>
              <a:rPr lang="en-GB">
                <a:solidFill>
                  <a:srgbClr val="009242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Contact: </a:t>
            </a:r>
            <a:r>
              <a:rPr lang="en-GB">
                <a:solidFill>
                  <a:srgbClr val="009242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uv2026.conf@universal-village.org</a:t>
            </a:r>
            <a:endParaRPr lang="en-GB">
              <a:solidFill>
                <a:srgbClr val="009242"/>
              </a:solidFill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  <a:p>
            <a:pPr algn="ctr"/>
            <a:r>
              <a:rPr lang="en-GB">
                <a:solidFill>
                  <a:srgbClr val="009242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 </a:t>
            </a:r>
            <a:endParaRPr lang="en-GB" dirty="0">
              <a:solidFill>
                <a:srgbClr val="009242"/>
              </a:solidFill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5" name="Google Shape;55;p13">
            <a:extLst>
              <a:ext uri="{FF2B5EF4-FFF2-40B4-BE49-F238E27FC236}">
                <a16:creationId xmlns:a16="http://schemas.microsoft.com/office/drawing/2014/main" id="{C2E34D35-655F-7D88-FF91-54BAA9F05CAF}"/>
              </a:ext>
            </a:extLst>
          </p:cNvPr>
          <p:cNvSpPr txBox="1">
            <a:spLocks/>
          </p:cNvSpPr>
          <p:nvPr/>
        </p:nvSpPr>
        <p:spPr>
          <a:xfrm>
            <a:off x="311700" y="3000379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indent="-406400">
              <a:buFont typeface="Arial" panose="020B0604020202020204"/>
              <a:buChar char="-"/>
            </a:pPr>
            <a:r>
              <a:rPr lang="en-GB" dirty="0">
                <a:solidFill>
                  <a:srgbClr val="009242"/>
                </a:solidFill>
              </a:rPr>
              <a:t>Authors &amp; Presenters</a:t>
            </a:r>
          </a:p>
        </p:txBody>
      </p:sp>
    </p:spTree>
    <p:extLst>
      <p:ext uri="{BB962C8B-B14F-4D97-AF65-F5344CB8AC3E}">
        <p14:creationId xmlns:p14="http://schemas.microsoft.com/office/powerpoint/2010/main" val="2270002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 idx="4294967295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Outline</a:t>
            </a:r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4294967295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55600" algn="just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-US" altLang="zh-CN" sz="2000" dirty="0">
                <a:latin typeface="Times New Roman" panose="02020603050405020304" charset="0"/>
                <a:cs typeface="Times New Roman" panose="02020603050405020304" charset="0"/>
              </a:rPr>
              <a:t>Create </a:t>
            </a:r>
            <a:r>
              <a:rPr lang="en-US" altLang="zh-CN" sz="2000" dirty="0" err="1">
                <a:latin typeface="Times New Roman" panose="02020603050405020304" charset="0"/>
                <a:cs typeface="Times New Roman" panose="02020603050405020304" charset="0"/>
              </a:rPr>
              <a:t>EasyChair</a:t>
            </a:r>
            <a:r>
              <a:rPr lang="en-US" altLang="zh-CN" sz="2000" dirty="0">
                <a:latin typeface="Times New Roman" panose="02020603050405020304" charset="0"/>
                <a:cs typeface="Times New Roman" panose="02020603050405020304" charset="0"/>
              </a:rPr>
              <a:t> Account				</a:t>
            </a:r>
            <a:r>
              <a:rPr lang="en-GB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3" action="ppaction://hlinksldjump"/>
              </a:rPr>
              <a:t>【Slide 3】</a:t>
            </a:r>
            <a:endParaRPr lang="en-US" altLang="zh-CN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lvl="0" indent="-355600" algn="just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-US" altLang="zh-CN" sz="2000" dirty="0">
                <a:latin typeface="Times New Roman" panose="02020603050405020304" charset="0"/>
                <a:cs typeface="Times New Roman" panose="02020603050405020304" charset="0"/>
              </a:rPr>
              <a:t>Submit a New Paper					</a:t>
            </a:r>
            <a:r>
              <a:rPr lang="en-GB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4" action="ppaction://hlinksldjump"/>
              </a:rPr>
              <a:t>【Slide</a:t>
            </a:r>
            <a:r>
              <a:rPr lang="zh-CN" altLang="en-US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4" action="ppaction://hlinksldjump"/>
              </a:rPr>
              <a:t> </a:t>
            </a:r>
            <a:r>
              <a:rPr lang="en-US" altLang="zh-CN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4" action="ppaction://hlinksldjump"/>
              </a:rPr>
              <a:t>11</a:t>
            </a:r>
            <a:r>
              <a:rPr lang="en-GB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4" action="ppaction://hlinksldjump"/>
              </a:rPr>
              <a:t>】</a:t>
            </a:r>
            <a:endParaRPr lang="en-US" altLang="zh-CN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lvl="0" indent="-355600" algn="just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-US" altLang="zh-CN" sz="2000" dirty="0">
                <a:latin typeface="Times New Roman" panose="02020603050405020304" charset="0"/>
                <a:cs typeface="Times New Roman" panose="02020603050405020304" charset="0"/>
              </a:rPr>
              <a:t>Update an Existing Submission				</a:t>
            </a:r>
            <a:r>
              <a:rPr lang="en-GB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5" action="ppaction://hlinksldjump"/>
              </a:rPr>
              <a:t>【Slide 15】</a:t>
            </a:r>
            <a:endParaRPr lang="en-US" altLang="zh-CN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lvl="0" indent="-355600" algn="just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-US" altLang="zh-CN" sz="2000" dirty="0">
                <a:latin typeface="Times New Roman" panose="02020603050405020304" charset="0"/>
                <a:cs typeface="Times New Roman" panose="02020603050405020304" charset="0"/>
              </a:rPr>
              <a:t>Check Review Results				</a:t>
            </a:r>
            <a:r>
              <a:rPr lang="en-GB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6" action="ppaction://hlinksldjump"/>
              </a:rPr>
              <a:t>【Slide 1</a:t>
            </a:r>
            <a:r>
              <a:rPr lang="en-US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6" action="ppaction://hlinksldjump"/>
              </a:rPr>
              <a:t>9</a:t>
            </a:r>
            <a:r>
              <a:rPr lang="en-GB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6" action="ppaction://hlinksldjump"/>
              </a:rPr>
              <a:t>】</a:t>
            </a:r>
            <a:endParaRPr lang="en-US" altLang="zh-CN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lvl="0" indent="-355600" algn="just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-US" altLang="zh-CN" sz="2000" dirty="0"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</a:rPr>
              <a:t>[</a:t>
            </a:r>
            <a:r>
              <a:rPr lang="en-US" altLang="zh-CN" sz="2000" b="1" dirty="0"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</a:rPr>
              <a:t>Important</a:t>
            </a:r>
            <a:r>
              <a:rPr lang="en-US" altLang="zh-CN" sz="2000" dirty="0"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</a:rPr>
              <a:t>]</a:t>
            </a:r>
            <a:r>
              <a:rPr lang="en-US" altLang="zh-CN" sz="2000" dirty="0">
                <a:latin typeface="Times New Roman" panose="02020603050405020304" charset="0"/>
                <a:cs typeface="Times New Roman" panose="02020603050405020304" charset="0"/>
              </a:rPr>
              <a:t>Paper Submission Requirements		</a:t>
            </a:r>
            <a:r>
              <a:rPr lang="en-GB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7" action="ppaction://hlinksldjump"/>
              </a:rPr>
              <a:t>【Slide 2</a:t>
            </a:r>
            <a:r>
              <a:rPr lang="en-US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7" action="ppaction://hlinksldjump"/>
              </a:rPr>
              <a:t>3</a:t>
            </a:r>
            <a:r>
              <a:rPr lang="en-GB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7" action="ppaction://hlinksldjump"/>
              </a:rPr>
              <a:t>】</a:t>
            </a:r>
            <a:endParaRPr lang="en-US" altLang="zh-CN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lvl="0" indent="-355600" algn="just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-US" altLang="zh-CN" sz="2000" dirty="0"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</a:rPr>
              <a:t>[</a:t>
            </a:r>
            <a:r>
              <a:rPr lang="en-US" altLang="zh-CN" sz="2000" b="1" dirty="0"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</a:rPr>
              <a:t>Important</a:t>
            </a:r>
            <a:r>
              <a:rPr lang="en-US" altLang="zh-CN" sz="2000" dirty="0"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</a:rPr>
              <a:t>]</a:t>
            </a:r>
            <a:r>
              <a:rPr lang="en-US" altLang="zh-CN" sz="2000" dirty="0">
                <a:latin typeface="Times New Roman" panose="02020603050405020304" charset="0"/>
                <a:cs typeface="Times New Roman" panose="02020603050405020304" charset="0"/>
              </a:rPr>
              <a:t>Paper Template				</a:t>
            </a:r>
            <a:r>
              <a:rPr lang="en-GB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8" action="ppaction://hlinksldjump"/>
              </a:rPr>
              <a:t>【Slide 2</a:t>
            </a:r>
            <a:r>
              <a:rPr lang="en-US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8" action="ppaction://hlinksldjump"/>
              </a:rPr>
              <a:t>4</a:t>
            </a:r>
            <a:r>
              <a:rPr lang="en-GB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8" action="ppaction://hlinksldjump"/>
              </a:rPr>
              <a:t>】</a:t>
            </a:r>
            <a:endParaRPr lang="en-US" altLang="zh-CN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lvl="0" indent="-355600" algn="just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-US" altLang="zh-CN" sz="2000" dirty="0"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  <a:sym typeface="+mn-ea"/>
              </a:rPr>
              <a:t>[</a:t>
            </a:r>
            <a:r>
              <a:rPr lang="en-US" altLang="zh-CN" sz="2000" b="1" dirty="0"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  <a:sym typeface="+mn-ea"/>
              </a:rPr>
              <a:t>Important</a:t>
            </a:r>
            <a:r>
              <a:rPr lang="en-US" altLang="zh-CN" sz="2000" dirty="0"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  <a:sym typeface="+mn-ea"/>
              </a:rPr>
              <a:t>]</a:t>
            </a:r>
            <a:r>
              <a:rPr lang="en-US" altLang="zh-CN" sz="2000" dirty="0">
                <a:latin typeface="Times New Roman" panose="02020603050405020304" charset="0"/>
                <a:cs typeface="Times New Roman" panose="02020603050405020304" charset="0"/>
              </a:rPr>
              <a:t>Formatting Requirements &amp; Checklist	</a:t>
            </a:r>
            <a:r>
              <a:rPr lang="en-GB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9" action="ppaction://hlinksldjump"/>
              </a:rPr>
              <a:t>【Slide 2</a:t>
            </a:r>
            <a:r>
              <a:rPr lang="en-US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9" action="ppaction://hlinksldjump"/>
              </a:rPr>
              <a:t>5</a:t>
            </a:r>
            <a:r>
              <a:rPr lang="en-GB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9" action="ppaction://hlinksldjump"/>
              </a:rPr>
              <a:t>】</a:t>
            </a:r>
            <a:endParaRPr lang="en-US" altLang="zh-CN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lvl="0" indent="-355600" algn="just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-US" altLang="zh-CN" sz="2000" dirty="0"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  <a:sym typeface="+mn-ea"/>
              </a:rPr>
              <a:t>[</a:t>
            </a:r>
            <a:r>
              <a:rPr lang="en-US" altLang="zh-CN" sz="2000" b="1" dirty="0"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  <a:sym typeface="+mn-ea"/>
              </a:rPr>
              <a:t>Important</a:t>
            </a:r>
            <a:r>
              <a:rPr lang="en-US" altLang="zh-CN" sz="2000" dirty="0"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  <a:sym typeface="+mn-ea"/>
              </a:rPr>
              <a:t>]</a:t>
            </a:r>
            <a:r>
              <a:rPr lang="en-US" altLang="zh-CN" sz="2000" dirty="0">
                <a:latin typeface="Times New Roman" panose="02020603050405020304" charset="0"/>
                <a:cs typeface="Times New Roman" panose="02020603050405020304" charset="0"/>
              </a:rPr>
              <a:t>Forum &amp; Competition Submissions		</a:t>
            </a:r>
            <a:r>
              <a:rPr lang="en-GB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10" action="ppaction://hlinksldjump"/>
              </a:rPr>
              <a:t>【Slide 2</a:t>
            </a:r>
            <a:r>
              <a:rPr lang="en-US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10" action="ppaction://hlinksldjump"/>
              </a:rPr>
              <a:t>6</a:t>
            </a:r>
            <a:r>
              <a:rPr lang="en-GB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10" action="ppaction://hlinksldjump"/>
              </a:rPr>
              <a:t>】</a:t>
            </a:r>
            <a:endParaRPr lang="en-US" altLang="zh-CN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lvl="0" indent="-355600" algn="just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-US" altLang="zh-CN" sz="2000" dirty="0">
                <a:latin typeface="Times New Roman" panose="02020603050405020304" charset="0"/>
                <a:cs typeface="Times New Roman" panose="02020603050405020304" charset="0"/>
              </a:rPr>
              <a:t>Contact Information</a:t>
            </a:r>
            <a:r>
              <a:rPr lang="en-GB" sz="2000" dirty="0">
                <a:latin typeface="Times New Roman" panose="02020603050405020304" charset="0"/>
                <a:cs typeface="Times New Roman" panose="02020603050405020304" charset="0"/>
              </a:rPr>
              <a:t>Account </a:t>
            </a:r>
            <a:r>
              <a:rPr lang="en-GB" sz="2000" dirty="0" err="1">
                <a:latin typeface="Times New Roman" panose="02020603050405020304" charset="0"/>
                <a:cs typeface="Times New Roman" panose="02020603050405020304" charset="0"/>
              </a:rPr>
              <a:t>Creatio</a:t>
            </a:r>
            <a:r>
              <a:rPr lang="en-US" altLang="en-GB" sz="2000" dirty="0">
                <a:latin typeface="Times New Roman" panose="02020603050405020304" charset="0"/>
                <a:cs typeface="Times New Roman" panose="02020603050405020304" charset="0"/>
              </a:rPr>
              <a:t>n		              </a:t>
            </a:r>
            <a:r>
              <a:rPr lang="en-GB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11" action="ppaction://hlinksldjump"/>
              </a:rPr>
              <a:t>【Slide 2</a:t>
            </a:r>
            <a:r>
              <a:rPr lang="en-US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11" action="ppaction://hlinksldjump"/>
              </a:rPr>
              <a:t>7</a:t>
            </a:r>
            <a:r>
              <a:rPr lang="en-GB" sz="2000" dirty="0">
                <a:latin typeface="Times New Roman" panose="02020603050405020304" charset="0"/>
                <a:cs typeface="Times New Roman" panose="02020603050405020304" charset="0"/>
                <a:sym typeface="+mn-ea"/>
                <a:hlinkClick r:id="rId11" action="ppaction://hlinksldjump"/>
              </a:rPr>
              <a:t>】</a:t>
            </a:r>
            <a:r>
              <a:rPr lang="en-US" altLang="en-GB" sz="2000" dirty="0">
                <a:latin typeface="Times New Roman" panose="02020603050405020304" charset="0"/>
                <a:cs typeface="Times New Roman" panose="02020603050405020304" charset="0"/>
              </a:rPr>
              <a:t>				</a:t>
            </a:r>
            <a:endParaRPr lang="en-GB" sz="20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 idx="4294967295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7620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80000"/>
              </a:buClr>
              <a:buSzPts val="2400"/>
            </a:pPr>
            <a:r>
              <a:rPr lang="en-US" altLang="zh-CN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1. Create an </a:t>
            </a:r>
            <a:r>
              <a:rPr lang="en-US" altLang="zh-CN" sz="3110" b="1" dirty="0" err="1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EasyChair</a:t>
            </a:r>
            <a:r>
              <a:rPr lang="en-US" altLang="zh-CN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 Account-1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4294967295"/>
          </p:nvPr>
        </p:nvSpPr>
        <p:spPr>
          <a:xfrm>
            <a:off x="92075" y="1017905"/>
            <a:ext cx="8924925" cy="32785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60325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r>
              <a:rPr lang="en-US" altLang="en-GB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a)  </a:t>
            </a:r>
            <a:r>
              <a:rPr lang="en-US" altLang="zh-CN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Go to the EasyChair login page:</a:t>
            </a:r>
            <a:r>
              <a:rPr lang="en-GB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 </a:t>
            </a:r>
          </a:p>
          <a:p>
            <a:pPr marL="1346200" lvl="2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r>
              <a:rPr lang="en-US" altLang="zh-CN" sz="1600" dirty="0" err="1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EasyChair</a:t>
            </a:r>
            <a:r>
              <a:rPr lang="en-GB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GB" sz="1600" u="sng" dirty="0">
                <a:solidFill>
                  <a:srgbClr val="1155CC"/>
                </a:solidFill>
                <a:latin typeface="Times New Roman" panose="02020603050405020304" charset="0"/>
                <a:cs typeface="Times New Roman" panose="02020603050405020304" charset="0"/>
                <a:hlinkClick r:id="rId3" action="ppaction://hlinkfile"/>
              </a:rPr>
              <a:t>Log in</a:t>
            </a:r>
            <a:r>
              <a:rPr lang="en-US" altLang="en-GB" sz="1600" u="sng" dirty="0">
                <a:solidFill>
                  <a:srgbClr val="1155CC"/>
                </a:solidFill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（</a:t>
            </a:r>
            <a:r>
              <a:rPr lang="en-US" altLang="en-US" sz="1600" dirty="0">
                <a:solidFill>
                  <a:schemeClr val="tx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https://easychair.org/conferences/?conf=ieeeuv2026</a:t>
            </a:r>
            <a:r>
              <a:rPr lang="zh-CN" altLang="en-US" sz="1600" dirty="0">
                <a:solidFill>
                  <a:schemeClr val="dk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）</a:t>
            </a:r>
            <a:endParaRPr lang="en-US" altLang="zh-CN" sz="1600" dirty="0">
              <a:solidFill>
                <a:schemeClr val="dk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60325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r>
              <a:rPr lang="en-US" altLang="en-GB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b)  </a:t>
            </a:r>
            <a:r>
              <a:rPr lang="en-US" altLang="zh-CN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Click “</a:t>
            </a:r>
            <a:r>
              <a:rPr lang="en-US" altLang="zh-CN" sz="1600" b="1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Create account</a:t>
            </a:r>
            <a:r>
              <a:rPr lang="en-US" altLang="zh-CN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” to start the registration process.</a:t>
            </a:r>
            <a:endParaRPr sz="1600" dirty="0">
              <a:solidFill>
                <a:schemeClr val="dk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20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6140" y="2299335"/>
            <a:ext cx="3439160" cy="2633345"/>
          </a:xfrm>
          <a:prstGeom prst="rect">
            <a:avLst/>
          </a:prstGeom>
          <a:ln w="28575" cmpd="sng">
            <a:solidFill>
              <a:schemeClr val="tx1"/>
            </a:solidFill>
            <a:prstDash val="solid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>
            <a:spLocks noGrp="1"/>
          </p:cNvSpPr>
          <p:nvPr>
            <p:ph type="body" idx="4294967295"/>
          </p:nvPr>
        </p:nvSpPr>
        <p:spPr>
          <a:xfrm>
            <a:off x="739000" y="1128500"/>
            <a:ext cx="80175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160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c)  </a:t>
            </a:r>
            <a:r>
              <a:rPr lang="en-US" altLang="zh-CN" sz="160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Complete the </a:t>
            </a:r>
            <a:r>
              <a:rPr lang="en-US" altLang="zh-CN" sz="1600" b="1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human verification</a:t>
            </a:r>
            <a:r>
              <a:rPr lang="en-US" altLang="zh-CN" sz="160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 (reCAPTCHA) as required.</a:t>
            </a:r>
          </a:p>
          <a:p>
            <a:pPr marL="342900" lvl="0" algn="l" rtl="0">
              <a:spcBef>
                <a:spcPts val="0"/>
              </a:spcBef>
              <a:spcAft>
                <a:spcPts val="1200"/>
              </a:spcAft>
            </a:pPr>
            <a:endParaRPr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75" name="Google Shape;75;p16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2262089" y="1767950"/>
            <a:ext cx="4619823" cy="2720925"/>
          </a:xfrm>
          <a:prstGeom prst="rect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66" name="Google Shape;66;p15"/>
          <p:cNvSpPr txBox="1"/>
          <p:nvPr/>
        </p:nvSpPr>
        <p:spPr>
          <a:xfrm>
            <a:off x="438700" y="572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7620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80000"/>
              </a:buClr>
              <a:buSzPts val="2400"/>
            </a:pPr>
            <a:r>
              <a:rPr lang="en-US" altLang="zh-CN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1. Create an </a:t>
            </a:r>
            <a:r>
              <a:rPr lang="en-US" altLang="zh-CN" b="1" dirty="0" err="1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EasyChair</a:t>
            </a:r>
            <a:r>
              <a:rPr lang="en-US" altLang="zh-CN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 Account-2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body" idx="4294967295"/>
          </p:nvPr>
        </p:nvSpPr>
        <p:spPr>
          <a:xfrm>
            <a:off x="840600" y="1116125"/>
            <a:ext cx="7991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d)  </a:t>
            </a:r>
            <a:r>
              <a:rPr lang="en-US" altLang="zh-CN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Fill in your personal information in the registration form</a:t>
            </a:r>
            <a:r>
              <a:rPr lang="en-US" altLang="en-GB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</p:txBody>
      </p:sp>
      <p:pic>
        <p:nvPicPr>
          <p:cNvPr id="82" name="Google Shape;82;p17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2524002" y="1716635"/>
            <a:ext cx="4624899" cy="2907950"/>
          </a:xfrm>
          <a:prstGeom prst="rect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66" name="Google Shape;66;p15"/>
          <p:cNvSpPr txBox="1">
            <a:spLocks noGrp="1"/>
          </p:cNvSpPr>
          <p:nvPr>
            <p:ph type="title" idx="4294967295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76200" lvl="0">
              <a:lnSpc>
                <a:spcPct val="115000"/>
              </a:lnSpc>
              <a:buClr>
                <a:srgbClr val="980000"/>
              </a:buClr>
              <a:buSzPts val="2400"/>
            </a:pPr>
            <a:r>
              <a:rPr lang="en-US" altLang="zh-CN" sz="32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1. Create an </a:t>
            </a:r>
            <a:r>
              <a:rPr lang="en-US" altLang="zh-CN" sz="3200" b="1" dirty="0" err="1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EasyChair</a:t>
            </a:r>
            <a:r>
              <a:rPr lang="en-US" altLang="zh-CN" sz="32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 Account-3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body" idx="4294967295"/>
          </p:nvPr>
        </p:nvSpPr>
        <p:spPr>
          <a:xfrm>
            <a:off x="0" y="1089660"/>
            <a:ext cx="4535170" cy="405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 lnSpcReduction="20000"/>
          </a:bodyPr>
          <a:lstStyle/>
          <a:p>
            <a:pPr marL="457200" lvl="1" indent="0" algn="l">
              <a:lnSpc>
                <a:spcPct val="150000"/>
              </a:lnSpc>
              <a:buClr>
                <a:schemeClr val="dk1"/>
              </a:buClr>
              <a:buSzPts val="1100"/>
              <a:buNone/>
            </a:pPr>
            <a:r>
              <a:rPr lang="en-US" altLang="en-GB" sz="18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e) After submitting the form, a confirmation message will be displayed, indicating that a verification email has been sent to your registered email address.</a:t>
            </a:r>
            <a:endParaRPr lang="en-US" altLang="zh-CN" sz="1800" dirty="0">
              <a:solidFill>
                <a:schemeClr val="dk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lvl="1" indent="0" algn="l">
              <a:lnSpc>
                <a:spcPct val="150000"/>
              </a:lnSpc>
              <a:buClr>
                <a:schemeClr val="dk1"/>
              </a:buClr>
              <a:buSzPts val="1100"/>
              <a:buNone/>
            </a:pPr>
            <a:r>
              <a:rPr lang="en-US" altLang="zh-CN" sz="18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f)  Check your email inbox for a verification message from EasyChair.</a:t>
            </a:r>
          </a:p>
          <a:p>
            <a:pPr marL="457200" lvl="1" indent="0" algn="l">
              <a:lnSpc>
                <a:spcPct val="150000"/>
              </a:lnSpc>
              <a:buClr>
                <a:schemeClr val="dk1"/>
              </a:buClr>
              <a:buSzPts val="1100"/>
              <a:buNone/>
            </a:pPr>
            <a:endParaRPr lang="en-US" altLang="zh-CN" sz="1800" dirty="0">
              <a:solidFill>
                <a:schemeClr val="dk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lvl="1" indent="0" algn="l">
              <a:lnSpc>
                <a:spcPct val="150000"/>
              </a:lnSpc>
              <a:buClr>
                <a:schemeClr val="dk1"/>
              </a:buClr>
              <a:buSzPts val="1100"/>
              <a:buNone/>
            </a:pPr>
            <a:r>
              <a:rPr lang="en-US" altLang="zh-CN" sz="18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g)  Enter the verification code provided in the email.</a:t>
            </a:r>
          </a:p>
          <a:p>
            <a:pPr marL="457200" lvl="1" indent="0" algn="l">
              <a:lnSpc>
                <a:spcPct val="150000"/>
              </a:lnSpc>
              <a:buClr>
                <a:schemeClr val="dk1"/>
              </a:buClr>
              <a:buSzPts val="1100"/>
              <a:buNone/>
            </a:pPr>
            <a:endParaRPr lang="en-US" altLang="zh-CN" sz="1800" dirty="0">
              <a:solidFill>
                <a:schemeClr val="dk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marL="457200" lvl="1" indent="0" algn="l">
              <a:lnSpc>
                <a:spcPct val="150000"/>
              </a:lnSpc>
              <a:buClr>
                <a:schemeClr val="dk1"/>
              </a:buClr>
              <a:buSzPts val="1100"/>
              <a:buNone/>
            </a:pPr>
            <a:r>
              <a:rPr lang="en-US" altLang="en-GB" sz="1800" dirty="0">
                <a:solidFill>
                  <a:schemeClr val="dk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h)  </a:t>
            </a:r>
            <a:r>
              <a:rPr lang="en-US" altLang="zh-CN" sz="1800" dirty="0">
                <a:solidFill>
                  <a:schemeClr val="dk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Click “</a:t>
            </a:r>
            <a:r>
              <a:rPr lang="en-US" altLang="zh-CN" sz="1800" b="1" dirty="0">
                <a:solidFill>
                  <a:schemeClr val="dk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Create account</a:t>
            </a:r>
            <a:r>
              <a:rPr lang="en-US" altLang="zh-CN" sz="1800" dirty="0">
                <a:solidFill>
                  <a:schemeClr val="dk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” to finalize your registration.</a:t>
            </a:r>
            <a:endParaRPr lang="en-US" altLang="zh-CN" sz="1800" dirty="0">
              <a:solidFill>
                <a:schemeClr val="dk1"/>
              </a:solidFill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pic>
        <p:nvPicPr>
          <p:cNvPr id="89" name="Google Shape;89;p18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598035" y="3375660"/>
            <a:ext cx="4390390" cy="1691005"/>
          </a:xfrm>
          <a:prstGeom prst="rect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6" name="Google Shape;96;p19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4598035" y="1089660"/>
            <a:ext cx="4389755" cy="2119630"/>
          </a:xfrm>
          <a:prstGeom prst="rect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" name="Google Shape;66;p15">
            <a:extLst>
              <a:ext uri="{FF2B5EF4-FFF2-40B4-BE49-F238E27FC236}">
                <a16:creationId xmlns:a16="http://schemas.microsoft.com/office/drawing/2014/main" id="{5F38D45D-B260-2D30-7112-1124FF767EFD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76200">
              <a:lnSpc>
                <a:spcPct val="115000"/>
              </a:lnSpc>
              <a:buClr>
                <a:srgbClr val="980000"/>
              </a:buClr>
              <a:buSzPts val="2400"/>
            </a:pPr>
            <a:r>
              <a:rPr lang="en-US" altLang="zh-CN" sz="32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1. Create an </a:t>
            </a:r>
            <a:r>
              <a:rPr lang="en-US" altLang="zh-CN" sz="3200" b="1" dirty="0" err="1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EasyChair</a:t>
            </a:r>
            <a:r>
              <a:rPr lang="en-US" altLang="zh-CN" sz="32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 Account-4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>
            <a:spLocks noGrp="1"/>
          </p:cNvSpPr>
          <p:nvPr>
            <p:ph type="body" idx="4294967295"/>
          </p:nvPr>
        </p:nvSpPr>
        <p:spPr>
          <a:xfrm>
            <a:off x="311700" y="1418375"/>
            <a:ext cx="2882700" cy="3416400"/>
          </a:xfrm>
          <a:prstGeom prst="rect">
            <a:avLst/>
          </a:prstGeom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altLang="en-GB" sz="1600" dirty="0" err="1">
                <a:solidFill>
                  <a:schemeClr val="dk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i</a:t>
            </a:r>
            <a:r>
              <a:rPr lang="en-US" altLang="en-GB" sz="1600" dirty="0">
                <a:solidFill>
                  <a:schemeClr val="dk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) Click the </a:t>
            </a:r>
            <a:r>
              <a:rPr lang="en-US" altLang="en-GB" sz="1600" b="1" dirty="0">
                <a:solidFill>
                  <a:schemeClr val="dk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“Click here to log in” </a:t>
            </a:r>
            <a:r>
              <a:rPr lang="en-US" altLang="en-GB" sz="1600" dirty="0">
                <a:solidFill>
                  <a:schemeClr val="dk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link to access the </a:t>
            </a:r>
            <a:r>
              <a:rPr lang="en-US" altLang="en-GB" sz="1600" dirty="0" err="1">
                <a:solidFill>
                  <a:schemeClr val="dk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EasyChair</a:t>
            </a:r>
            <a:r>
              <a:rPr lang="en-US" altLang="en-GB" sz="1600" dirty="0">
                <a:solidFill>
                  <a:schemeClr val="dk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 login page.</a:t>
            </a:r>
            <a:endParaRPr lang="en-US" altLang="zh-CN" sz="1600" dirty="0">
              <a:solidFill>
                <a:schemeClr val="dk1"/>
              </a:solidFill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pic>
        <p:nvPicPr>
          <p:cNvPr id="103" name="Google Shape;103;p2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693850" y="1640550"/>
            <a:ext cx="5031050" cy="2400124"/>
          </a:xfrm>
          <a:prstGeom prst="rect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" name="Google Shape;66;p15">
            <a:extLst>
              <a:ext uri="{FF2B5EF4-FFF2-40B4-BE49-F238E27FC236}">
                <a16:creationId xmlns:a16="http://schemas.microsoft.com/office/drawing/2014/main" id="{5430D3CE-3759-F9E0-7FF4-ED24121A8FA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76200">
              <a:lnSpc>
                <a:spcPct val="115000"/>
              </a:lnSpc>
              <a:buClr>
                <a:srgbClr val="980000"/>
              </a:buClr>
              <a:buSzPts val="2400"/>
            </a:pPr>
            <a:r>
              <a:rPr lang="en-US" altLang="zh-CN" sz="32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1. Create an </a:t>
            </a:r>
            <a:r>
              <a:rPr lang="en-US" altLang="zh-CN" sz="3200" b="1" dirty="0" err="1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EasyChair</a:t>
            </a:r>
            <a:r>
              <a:rPr lang="en-US" altLang="zh-CN" sz="32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 Account-5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>
            <a:spLocks noGrp="1"/>
          </p:cNvSpPr>
          <p:nvPr>
            <p:ph type="body" idx="4294967295"/>
          </p:nvPr>
        </p:nvSpPr>
        <p:spPr>
          <a:xfrm>
            <a:off x="311700" y="1097750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1" indent="0">
              <a:lnSpc>
                <a:spcPct val="150000"/>
              </a:lnSpc>
              <a:buNone/>
            </a:pPr>
            <a:r>
              <a:rPr lang="en-US" altLang="en-GB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j)  </a:t>
            </a:r>
            <a:r>
              <a:rPr lang="en-US" altLang="zh-CN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You can now log in to EasyChair using your registered email address (or username) and password.</a:t>
            </a:r>
            <a:r>
              <a:rPr lang="en-GB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 </a:t>
            </a:r>
          </a:p>
          <a:p>
            <a:pPr marL="742950" lvl="1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600" u="sng" dirty="0">
                <a:solidFill>
                  <a:srgbClr val="1155CC"/>
                </a:solidFill>
                <a:latin typeface="Times New Roman" panose="02020603050405020304" charset="0"/>
                <a:cs typeface="Times New Roman" panose="02020603050405020304" charset="0"/>
                <a:hlinkClick r:id="rId3" action="ppaction://hlinkfile"/>
              </a:rPr>
              <a:t>Log in</a:t>
            </a:r>
            <a:r>
              <a:rPr lang="en-US" altLang="en-GB" sz="1600" u="sng" dirty="0">
                <a:solidFill>
                  <a:srgbClr val="1155CC"/>
                </a:solidFill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（</a:t>
            </a:r>
            <a:r>
              <a:rPr lang="en-US" altLang="en-US" sz="1600" dirty="0">
                <a:solidFill>
                  <a:schemeClr val="tx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https://easychair.org/conferences/?conf=ieeeuv2026</a:t>
            </a:r>
            <a:r>
              <a:rPr lang="en-US" altLang="zh-CN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zh-CN" altLang="en-US" sz="1600" dirty="0">
                <a:solidFill>
                  <a:schemeClr val="dk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）</a:t>
            </a:r>
            <a:endParaRPr lang="zh-CN" altLang="en-US" sz="1600" u="sng" dirty="0">
              <a:solidFill>
                <a:schemeClr val="dk1"/>
              </a:solidFill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pic>
        <p:nvPicPr>
          <p:cNvPr id="110" name="Google Shape;110;p21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2335530" y="2476500"/>
            <a:ext cx="4472940" cy="2420620"/>
          </a:xfrm>
          <a:prstGeom prst="rect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" name="Google Shape;66;p15">
            <a:extLst>
              <a:ext uri="{FF2B5EF4-FFF2-40B4-BE49-F238E27FC236}">
                <a16:creationId xmlns:a16="http://schemas.microsoft.com/office/drawing/2014/main" id="{B7F8EDEC-C3B5-BAE6-2575-1916CAD7C6DF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76200">
              <a:lnSpc>
                <a:spcPct val="115000"/>
              </a:lnSpc>
              <a:buClr>
                <a:srgbClr val="980000"/>
              </a:buClr>
              <a:buSzPts val="2400"/>
            </a:pPr>
            <a:r>
              <a:rPr lang="en-US" altLang="zh-CN" sz="32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1. Create an </a:t>
            </a:r>
            <a:r>
              <a:rPr lang="en-US" altLang="zh-CN" sz="3200" b="1" dirty="0" err="1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EasyChair</a:t>
            </a:r>
            <a:r>
              <a:rPr lang="en-US" altLang="zh-CN" sz="32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 Account-6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body" idx="4294967295"/>
          </p:nvPr>
        </p:nvSpPr>
        <p:spPr>
          <a:xfrm>
            <a:off x="156124" y="1108364"/>
            <a:ext cx="8520600" cy="34960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558800" lvl="1" indent="0">
              <a:buClr>
                <a:schemeClr val="dk1"/>
              </a:buClr>
              <a:buSzPts val="2000"/>
              <a:buNone/>
            </a:pPr>
            <a:r>
              <a:rPr lang="en-US" sz="1800" dirty="0">
                <a:solidFill>
                  <a:schemeClr val="tx1"/>
                </a:solidFill>
              </a:rPr>
              <a:t>Please make sure that you are logged in to </a:t>
            </a:r>
            <a:r>
              <a:rPr lang="en-US" sz="1800" dirty="0" err="1">
                <a:solidFill>
                  <a:schemeClr val="tx1"/>
                </a:solidFill>
              </a:rPr>
              <a:t>EasyChair</a:t>
            </a:r>
            <a:r>
              <a:rPr lang="en-US" sz="1800" dirty="0">
                <a:solidFill>
                  <a:schemeClr val="tx1"/>
                </a:solidFill>
              </a:rPr>
              <a:t> before accessing the IEEE UV2026 conference page</a:t>
            </a:r>
            <a:r>
              <a:rPr lang="en-US" sz="1800" i="1" dirty="0">
                <a:solidFill>
                  <a:schemeClr val="tx1"/>
                </a:solidFill>
              </a:rPr>
              <a:t> </a:t>
            </a:r>
            <a:r>
              <a:rPr lang="en-US" sz="1300" i="1" dirty="0">
                <a:solidFill>
                  <a:schemeClr val="tx1"/>
                </a:solidFill>
              </a:rPr>
              <a:t>(</a:t>
            </a:r>
            <a:r>
              <a:rPr lang="en-US" sz="1300" i="1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https://easychair.org/conferences/?conf=ieeeUV2026</a:t>
            </a:r>
            <a:r>
              <a:rPr lang="en-US" sz="1300" i="1" dirty="0">
                <a:solidFill>
                  <a:schemeClr val="tx1"/>
                </a:solidFill>
              </a:rPr>
              <a:t>)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r>
              <a:rPr lang="en-US" sz="1800" i="1" dirty="0">
                <a:solidFill>
                  <a:schemeClr val="tx1"/>
                </a:solidFill>
              </a:rPr>
              <a:t> </a:t>
            </a:r>
          </a:p>
          <a:p>
            <a:pPr marL="558800" lvl="1" indent="0">
              <a:buClr>
                <a:schemeClr val="dk1"/>
              </a:buClr>
              <a:buSzPts val="2000"/>
              <a:buNone/>
            </a:pPr>
            <a:r>
              <a:rPr lang="en-US" sz="1800" i="1" dirty="0">
                <a:solidFill>
                  <a:schemeClr val="tx1"/>
                </a:solidFill>
              </a:rPr>
              <a:t>Otherwise, you may encounter the following error message.</a:t>
            </a:r>
            <a:endParaRPr lang="en-US" sz="2000" i="1" dirty="0">
              <a:solidFill>
                <a:schemeClr val="tx1"/>
              </a:solidFill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AutoNum type="alphaLcParenR"/>
            </a:pPr>
            <a:endParaRPr lang="en-US" sz="2000" dirty="0">
              <a:solidFill>
                <a:schemeClr val="tx1"/>
              </a:solidFill>
            </a:endParaRPr>
          </a:p>
          <a:p>
            <a:pPr marL="55880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lang="en-US" sz="2000" dirty="0">
              <a:solidFill>
                <a:schemeClr val="tx1"/>
              </a:solidFill>
            </a:endParaRPr>
          </a:p>
          <a:p>
            <a:pPr marL="55880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lang="en-US" sz="2000" dirty="0">
              <a:solidFill>
                <a:schemeClr val="tx1"/>
              </a:solidFill>
            </a:endParaRPr>
          </a:p>
          <a:p>
            <a:pPr marL="55880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lang="en-US" sz="2000" dirty="0">
              <a:solidFill>
                <a:schemeClr val="tx1"/>
              </a:solidFill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AutoNum type="alphaLcParenR"/>
            </a:pPr>
            <a:r>
              <a:rPr lang="en-US" sz="2000" dirty="0">
                <a:solidFill>
                  <a:schemeClr val="tx1"/>
                </a:solidFill>
              </a:rPr>
              <a:t>Please click the </a:t>
            </a:r>
            <a:r>
              <a:rPr lang="en-US" sz="2000" dirty="0">
                <a:solidFill>
                  <a:schemeClr val="tx1"/>
                </a:solidFill>
                <a:sym typeface="+mn-ea"/>
              </a:rPr>
              <a:t>“</a:t>
            </a:r>
            <a:r>
              <a:rPr lang="en-US" sz="2000" b="1" dirty="0">
                <a:solidFill>
                  <a:schemeClr val="tx1"/>
                </a:solidFill>
                <a:sym typeface="+mn-ea"/>
              </a:rPr>
              <a:t>Log in</a:t>
            </a:r>
            <a:r>
              <a:rPr lang="en-US" sz="2000" dirty="0">
                <a:solidFill>
                  <a:schemeClr val="tx1"/>
                </a:solidFill>
                <a:sym typeface="+mn-ea"/>
              </a:rPr>
              <a:t>”</a:t>
            </a:r>
            <a:r>
              <a:rPr lang="en-US" altLang="en-GB" sz="2000" dirty="0">
                <a:solidFill>
                  <a:schemeClr val="tx1"/>
                </a:solidFill>
                <a:sym typeface="+mn-ea"/>
              </a:rPr>
              <a:t> on the top right corner AND enter your </a:t>
            </a:r>
            <a:r>
              <a:rPr lang="en-US" sz="2000" dirty="0">
                <a:solidFill>
                  <a:schemeClr val="tx1"/>
                </a:solidFill>
                <a:sym typeface="+mn-ea"/>
              </a:rPr>
              <a:t>account and password</a:t>
            </a:r>
            <a:r>
              <a:rPr lang="en-US" altLang="en-GB" sz="2000" dirty="0">
                <a:solidFill>
                  <a:schemeClr val="tx1"/>
                </a:solidFill>
                <a:sym typeface="+mn-ea"/>
              </a:rPr>
              <a:t> to log in. </a:t>
            </a:r>
            <a:endParaRPr sz="20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2000" dirty="0">
              <a:solidFill>
                <a:schemeClr val="tx1"/>
              </a:solidFill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166200" y="1842424"/>
            <a:ext cx="8977800" cy="1633855"/>
            <a:chOff x="156124" y="1526222"/>
            <a:chExt cx="8977800" cy="1633855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6124" y="1983422"/>
              <a:ext cx="8830945" cy="1176655"/>
            </a:xfrm>
            <a:prstGeom prst="rect">
              <a:avLst/>
            </a:prstGeom>
            <a:ln w="28575">
              <a:solidFill>
                <a:schemeClr val="tx1"/>
              </a:solidFill>
            </a:ln>
          </p:spPr>
        </p:pic>
        <p:sp>
          <p:nvSpPr>
            <p:cNvPr id="2" name="Rectangle 1"/>
            <p:cNvSpPr/>
            <p:nvPr/>
          </p:nvSpPr>
          <p:spPr>
            <a:xfrm>
              <a:off x="250854" y="2774909"/>
              <a:ext cx="995320" cy="36414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Arrow: Rotate right with solid fill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9524" y="1526222"/>
              <a:ext cx="914400" cy="914400"/>
            </a:xfrm>
            <a:prstGeom prst="rect">
              <a:avLst/>
            </a:prstGeom>
          </p:spPr>
        </p:pic>
      </p:grpSp>
      <p:sp>
        <p:nvSpPr>
          <p:cNvPr id="3" name="Google Shape;66;p15">
            <a:extLst>
              <a:ext uri="{FF2B5EF4-FFF2-40B4-BE49-F238E27FC236}">
                <a16:creationId xmlns:a16="http://schemas.microsoft.com/office/drawing/2014/main" id="{73D7D3C2-4663-884C-5C2A-BA4A31FC2DE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76200">
              <a:lnSpc>
                <a:spcPct val="115000"/>
              </a:lnSpc>
              <a:buClr>
                <a:srgbClr val="980000"/>
              </a:buClr>
              <a:buSzPts val="2400"/>
            </a:pPr>
            <a:r>
              <a:rPr lang="en-US" altLang="zh-CN" sz="32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1. Create an </a:t>
            </a:r>
            <a:r>
              <a:rPr lang="en-US" altLang="zh-CN" sz="3200" b="1" dirty="0" err="1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EasyChair</a:t>
            </a:r>
            <a:r>
              <a:rPr lang="en-US" altLang="zh-CN" sz="32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 Account-7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body" idx="4294967295"/>
          </p:nvPr>
        </p:nvSpPr>
        <p:spPr>
          <a:xfrm>
            <a:off x="156124" y="1136073"/>
            <a:ext cx="8520600" cy="26977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55880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000" dirty="0">
                <a:solidFill>
                  <a:schemeClr val="dk1"/>
                </a:solidFill>
              </a:rPr>
              <a:t>b) After logging in, click on “Conferences” and then “IEEE UV2026” to access UV2026 Publication System</a:t>
            </a:r>
            <a:endParaRPr sz="20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2000" dirty="0"/>
          </a:p>
        </p:txBody>
      </p:sp>
      <p:grpSp>
        <p:nvGrpSpPr>
          <p:cNvPr id="7" name="Group 6"/>
          <p:cNvGrpSpPr/>
          <p:nvPr/>
        </p:nvGrpSpPr>
        <p:grpSpPr>
          <a:xfrm>
            <a:off x="287481" y="1706162"/>
            <a:ext cx="8660766" cy="3437338"/>
            <a:chOff x="241299" y="1348277"/>
            <a:chExt cx="8660766" cy="3437338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1300" y="1705610"/>
              <a:ext cx="8660765" cy="2561590"/>
            </a:xfrm>
            <a:prstGeom prst="rect">
              <a:avLst/>
            </a:prstGeom>
            <a:ln w="28575">
              <a:solidFill>
                <a:schemeClr val="tx1"/>
              </a:solidFill>
            </a:ln>
          </p:spPr>
        </p:pic>
        <p:pic>
          <p:nvPicPr>
            <p:cNvPr id="3" name="Graphic 2" descr="Arrow: Rotate right with solid fill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H="1">
              <a:off x="241299" y="1348277"/>
              <a:ext cx="751160" cy="714665"/>
            </a:xfrm>
            <a:prstGeom prst="rect">
              <a:avLst/>
            </a:prstGeom>
          </p:spPr>
        </p:pic>
        <p:pic>
          <p:nvPicPr>
            <p:cNvPr id="6" name="Graphic 5" descr="Arrow: Clockwise curve with solid fill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0761" y="4193379"/>
              <a:ext cx="592236" cy="592236"/>
            </a:xfrm>
            <a:prstGeom prst="rect">
              <a:avLst/>
            </a:prstGeom>
          </p:spPr>
        </p:pic>
      </p:grpSp>
      <p:sp>
        <p:nvSpPr>
          <p:cNvPr id="2" name="Google Shape;66;p15">
            <a:extLst>
              <a:ext uri="{FF2B5EF4-FFF2-40B4-BE49-F238E27FC236}">
                <a16:creationId xmlns:a16="http://schemas.microsoft.com/office/drawing/2014/main" id="{9184465A-EE04-6F23-AF25-3ADF49BFAFF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76200">
              <a:lnSpc>
                <a:spcPct val="115000"/>
              </a:lnSpc>
              <a:buClr>
                <a:srgbClr val="980000"/>
              </a:buClr>
              <a:buSzPts val="2400"/>
            </a:pPr>
            <a:r>
              <a:rPr lang="en-US" altLang="zh-CN" sz="32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1. Create an </a:t>
            </a:r>
            <a:r>
              <a:rPr lang="en-US" altLang="zh-CN" sz="3200" b="1" dirty="0" err="1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EasyChair</a:t>
            </a:r>
            <a:r>
              <a:rPr lang="en-US" altLang="zh-CN" sz="32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 Account-8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2"/>
          <p:cNvSpPr txBox="1">
            <a:spLocks noGrp="1"/>
          </p:cNvSpPr>
          <p:nvPr>
            <p:ph type="title" idx="4294967295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2. </a:t>
            </a:r>
            <a:r>
              <a:rPr lang="en-US" altLang="zh-CN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Submit a New Paper-1</a:t>
            </a:r>
          </a:p>
        </p:txBody>
      </p:sp>
      <p:sp>
        <p:nvSpPr>
          <p:cNvPr id="116" name="Google Shape;116;p22"/>
          <p:cNvSpPr txBox="1">
            <a:spLocks noGrp="1"/>
          </p:cNvSpPr>
          <p:nvPr>
            <p:ph type="body" idx="4294967295"/>
          </p:nvPr>
        </p:nvSpPr>
        <p:spPr>
          <a:xfrm>
            <a:off x="192405" y="1104900"/>
            <a:ext cx="4111625" cy="39827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46685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GB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a)  </a:t>
            </a:r>
            <a:r>
              <a:rPr lang="en-US" altLang="zh-CN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Log in to EasyChair:</a:t>
            </a:r>
          </a:p>
          <a:p>
            <a:pPr marL="742950" lvl="2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Wingdings" panose="05000000000000000000" charset="0"/>
              <a:buChar char="n"/>
            </a:pPr>
            <a:r>
              <a:rPr lang="en-US" altLang="zh-CN" sz="1600" dirty="0" err="1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EasyChair</a:t>
            </a:r>
            <a:r>
              <a:rPr lang="en-GB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: </a:t>
            </a:r>
            <a:r>
              <a:rPr lang="en-GB" sz="1600" u="sng" dirty="0">
                <a:solidFill>
                  <a:srgbClr val="1155CC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  <a:hlinkClick r:id="rId3"/>
              </a:rPr>
              <a:t>Log in</a:t>
            </a:r>
            <a:r>
              <a:rPr lang="en-US" altLang="en-GB" sz="1600" u="sng" dirty="0">
                <a:solidFill>
                  <a:srgbClr val="1155CC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(</a:t>
            </a:r>
            <a:r>
              <a:rPr lang="en-US" altLang="zh-CN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  <a:hlinkClick r:id="rId4" action="ppaction://hlinkfile"/>
              </a:rPr>
              <a:t>https://easychair.org/my2/conference?conf=ieeeuv2026</a:t>
            </a:r>
            <a:r>
              <a:rPr lang="en-US" altLang="zh-CN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)</a:t>
            </a:r>
            <a:endParaRPr lang="en-US" altLang="zh-CN" sz="1600" dirty="0">
              <a:solidFill>
                <a:schemeClr val="dk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146685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altLang="en-GB" sz="1600" dirty="0">
              <a:solidFill>
                <a:schemeClr val="dk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146685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altLang="en-GB" sz="1600" dirty="0">
              <a:solidFill>
                <a:schemeClr val="dk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marL="146685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GB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b) 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Click “</a:t>
            </a: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Make a new submission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”.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5"/>
          <a:srcRect r="29132" b="45514"/>
          <a:stretch>
            <a:fillRect/>
          </a:stretch>
        </p:blipFill>
        <p:spPr>
          <a:xfrm>
            <a:off x="4719147" y="2941320"/>
            <a:ext cx="4191635" cy="21463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22017" y="1173018"/>
            <a:ext cx="2498348" cy="1701886"/>
          </a:xfrm>
          <a:prstGeom prst="rect">
            <a:avLst/>
          </a:prstGeom>
          <a:ln w="28575" cmpd="sng">
            <a:solidFill>
              <a:schemeClr val="tx1"/>
            </a:solidFill>
            <a:prstDash val="solid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3"/>
          <p:cNvSpPr txBox="1">
            <a:spLocks noGrp="1"/>
          </p:cNvSpPr>
          <p:nvPr>
            <p:ph type="body" idx="4294967295"/>
          </p:nvPr>
        </p:nvSpPr>
        <p:spPr>
          <a:xfrm>
            <a:off x="192405" y="1186180"/>
            <a:ext cx="8826500" cy="38023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r>
              <a:rPr lang="en-US" altLang="en-GB" sz="14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c)  </a:t>
            </a:r>
            <a:r>
              <a:rPr lang="en-US" altLang="zh-CN" sz="14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Complete all required fields:</a:t>
            </a:r>
          </a:p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r>
              <a:rPr lang="en-US" altLang="zh-CN" sz="1400" b="1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   - Corresponding author information</a:t>
            </a:r>
          </a:p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r>
              <a:rPr lang="en-US" altLang="zh-CN" sz="1400" b="1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   - Author details</a:t>
            </a:r>
          </a:p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r>
              <a:rPr lang="en-US" altLang="zh-CN" sz="1400" b="1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   - Title and abstract</a:t>
            </a:r>
          </a:p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r>
              <a:rPr lang="en-US" altLang="zh-CN" sz="1400" b="1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   - Keywords</a:t>
            </a:r>
          </a:p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r>
              <a:rPr lang="en-US" altLang="zh-CN" sz="1400" b="1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   - File upload</a:t>
            </a:r>
          </a:p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r>
              <a:rPr lang="en-US" altLang="zh-CN" sz="14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d)  Upload your manuscript as a PDF file.</a:t>
            </a:r>
          </a:p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r>
              <a:rPr lang="en-US" altLang="zh-CN" sz="1200" b="1" dirty="0">
                <a:solidFill>
                  <a:schemeClr val="dk1"/>
                </a:solidFill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  <a:sym typeface="+mn-ea"/>
              </a:rPr>
              <a:t>[Important] </a:t>
            </a:r>
            <a:r>
              <a:rPr lang="en-US" altLang="zh-CN" sz="1200" b="1" dirty="0">
                <a:solidFill>
                  <a:schemeClr val="dk1"/>
                </a:solidFill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</a:rPr>
              <a:t>All submissions MUST comply with the formatting and template requirements (See Sections 5–8).</a:t>
            </a:r>
          </a:p>
        </p:txBody>
      </p:sp>
      <p:sp>
        <p:nvSpPr>
          <p:cNvPr id="115" name="Google Shape;115;p22"/>
          <p:cNvSpPr txBox="1"/>
          <p:nvPr/>
        </p:nvSpPr>
        <p:spPr>
          <a:xfrm>
            <a:off x="466640" y="50725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27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2. </a:t>
            </a:r>
            <a:r>
              <a:rPr lang="en-US" altLang="zh-CN" sz="27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Submit a New Paper-2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rcRect t="12718" r="43495" b="27645"/>
          <a:stretch>
            <a:fillRect/>
          </a:stretch>
        </p:blipFill>
        <p:spPr>
          <a:xfrm>
            <a:off x="4001250" y="1472565"/>
            <a:ext cx="4870450" cy="306705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4"/>
          <p:cNvSpPr txBox="1">
            <a:spLocks noGrp="1"/>
          </p:cNvSpPr>
          <p:nvPr>
            <p:ph type="body" idx="4294967295"/>
          </p:nvPr>
        </p:nvSpPr>
        <p:spPr>
          <a:xfrm>
            <a:off x="111760" y="1186180"/>
            <a:ext cx="9032240" cy="2838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r>
              <a:rPr lang="en-US" altLang="en-GB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e)  </a:t>
            </a:r>
            <a:r>
              <a:rPr lang="en-US" altLang="zh-CN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Click “</a:t>
            </a:r>
            <a:r>
              <a:rPr lang="en-US" altLang="zh-CN" sz="1600" b="1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Submit</a:t>
            </a:r>
            <a:r>
              <a:rPr lang="en-US" altLang="zh-CN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” to finalize your submission.</a:t>
            </a:r>
          </a:p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endParaRPr lang="en-US" altLang="zh-CN" sz="1600" dirty="0">
              <a:solidFill>
                <a:schemeClr val="dk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endParaRPr lang="en-US" altLang="zh-CN" sz="1600" dirty="0">
              <a:solidFill>
                <a:schemeClr val="dk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endParaRPr lang="en-US" altLang="zh-CN" sz="1600" dirty="0">
              <a:solidFill>
                <a:schemeClr val="dk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endParaRPr lang="en-US" altLang="zh-CN" sz="1600" dirty="0">
              <a:solidFill>
                <a:schemeClr val="dk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endParaRPr lang="en-US" altLang="zh-CN" sz="1400" b="1" dirty="0">
              <a:solidFill>
                <a:schemeClr val="dk1"/>
              </a:solidFill>
              <a:highlight>
                <a:srgbClr val="FFFF00"/>
              </a:highlight>
              <a:latin typeface="Times New Roman" panose="02020603050405020304" charset="0"/>
              <a:cs typeface="Times New Roman" panose="02020603050405020304" charset="0"/>
            </a:endParaRPr>
          </a:p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r>
              <a:rPr lang="en-US" altLang="zh-CN" sz="1400" b="1" dirty="0">
                <a:solidFill>
                  <a:schemeClr val="dk1"/>
                </a:solidFill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</a:rPr>
              <a:t>[Important] </a:t>
            </a:r>
            <a:r>
              <a:rPr lang="en-US" altLang="zh-CN" sz="1400" dirty="0">
                <a:solidFill>
                  <a:schemeClr val="dk1"/>
                </a:solidFill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</a:rPr>
              <a:t>Do not create multiple submissions for the same work. Use the update function for revisions (See Section 3).</a:t>
            </a:r>
          </a:p>
        </p:txBody>
      </p:sp>
      <p:pic>
        <p:nvPicPr>
          <p:cNvPr id="132" name="Google Shape;132;p24"/>
          <p:cNvPicPr preferRelativeResize="0"/>
          <p:nvPr/>
        </p:nvPicPr>
        <p:blipFill>
          <a:blip r:embed="rId3">
            <a:lum bright="6000"/>
          </a:blip>
          <a:stretch>
            <a:fillRect/>
          </a:stretch>
        </p:blipFill>
        <p:spPr>
          <a:xfrm>
            <a:off x="472150" y="2344833"/>
            <a:ext cx="8267700" cy="1323975"/>
          </a:xfrm>
          <a:prstGeom prst="rect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sp>
        <p:nvSpPr>
          <p:cNvPr id="115" name="Google Shape;115;p22"/>
          <p:cNvSpPr txBox="1">
            <a:spLocks noGrp="1"/>
          </p:cNvSpPr>
          <p:nvPr>
            <p:ph type="title" idx="4294967295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2. </a:t>
            </a:r>
            <a:r>
              <a:rPr lang="en-US" altLang="zh-CN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Submit a New Paper-3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4"/>
          <p:cNvSpPr txBox="1">
            <a:spLocks noGrp="1"/>
          </p:cNvSpPr>
          <p:nvPr>
            <p:ph type="body" idx="4294967295"/>
          </p:nvPr>
        </p:nvSpPr>
        <p:spPr>
          <a:xfrm>
            <a:off x="192405" y="1003294"/>
            <a:ext cx="8639175" cy="2838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r>
              <a:rPr lang="en-US" altLang="en-GB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f) </a:t>
            </a:r>
            <a:r>
              <a:rPr lang="en-US" altLang="zh-CN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Upon successful submission, the system will display your submission ID and details.</a:t>
            </a:r>
          </a:p>
        </p:txBody>
      </p:sp>
      <p:sp>
        <p:nvSpPr>
          <p:cNvPr id="115" name="Google Shape;115;p22"/>
          <p:cNvSpPr txBox="1">
            <a:spLocks noGrp="1"/>
          </p:cNvSpPr>
          <p:nvPr>
            <p:ph type="title" idx="4294967295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2. </a:t>
            </a:r>
            <a:r>
              <a:rPr lang="en-US" altLang="zh-CN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Submit a New Paper-4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rcRect r="41076" b="25980"/>
          <a:stretch>
            <a:fillRect/>
          </a:stretch>
        </p:blipFill>
        <p:spPr>
          <a:xfrm>
            <a:off x="1544320" y="1796415"/>
            <a:ext cx="6055360" cy="318516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>
            <a:spLocks noGrp="1"/>
          </p:cNvSpPr>
          <p:nvPr>
            <p:ph type="title" idx="4294967295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2000"/>
              <a:buFont typeface="Arial" panose="020B0604020202020204"/>
              <a:buNone/>
            </a:pPr>
            <a:r>
              <a:rPr lang="en-GB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3.   </a:t>
            </a:r>
            <a:r>
              <a:rPr lang="en-US" altLang="zh-CN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Update an Existing Submission-1</a:t>
            </a:r>
            <a:endParaRPr sz="3110" dirty="0">
              <a:solidFill>
                <a:srgbClr val="009242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8" name="Google Shape;138;p25"/>
          <p:cNvSpPr txBox="1">
            <a:spLocks noGrp="1"/>
          </p:cNvSpPr>
          <p:nvPr>
            <p:ph type="body" idx="4294967295"/>
          </p:nvPr>
        </p:nvSpPr>
        <p:spPr>
          <a:xfrm>
            <a:off x="311700" y="101772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397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</a:pPr>
            <a:r>
              <a:rPr lang="en-US" altLang="en-GB" sz="1600" b="1" dirty="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</a:rPr>
              <a:t>a)  </a:t>
            </a:r>
            <a:r>
              <a:rPr lang="en-US" altLang="zh-CN" sz="1600" b="1" dirty="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</a:rPr>
              <a:t>Log in to </a:t>
            </a:r>
            <a:r>
              <a:rPr lang="en-US" altLang="zh-CN" sz="1600" b="1" dirty="0" err="1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</a:rPr>
              <a:t>EasyChair</a:t>
            </a:r>
            <a:r>
              <a:rPr lang="en-US" altLang="zh-CN" sz="1600" b="1" dirty="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pPr marL="882650" lvl="1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charset="0"/>
              <a:buChar char="n"/>
            </a:pPr>
            <a:r>
              <a:rPr lang="en-US" altLang="zh-CN" sz="1600" dirty="0" err="1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EasyChair</a:t>
            </a:r>
            <a:r>
              <a:rPr lang="en-GB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: </a:t>
            </a:r>
            <a:r>
              <a:rPr lang="en-GB" sz="1600" u="sng" dirty="0">
                <a:solidFill>
                  <a:srgbClr val="1155CC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  <a:hlinkClick r:id="rId3" action="ppaction://hlinkfile"/>
              </a:rPr>
              <a:t>Log in</a:t>
            </a:r>
            <a:r>
              <a:rPr lang="en-US" altLang="en-GB" sz="1600" u="sng" dirty="0">
                <a:solidFill>
                  <a:srgbClr val="1155CC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（</a:t>
            </a:r>
            <a:r>
              <a:rPr lang="en-US" altLang="en-US" sz="1600" dirty="0">
                <a:solidFill>
                  <a:schemeClr val="tx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https://easychair.org/conferences/?conf=ieeeuv2026</a:t>
            </a:r>
            <a:r>
              <a:rPr lang="zh-CN" altLang="en-US" sz="1600" dirty="0">
                <a:solidFill>
                  <a:schemeClr val="dk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）</a:t>
            </a:r>
            <a:endParaRPr lang="en-US" altLang="zh-CN" sz="1600" dirty="0">
              <a:solidFill>
                <a:schemeClr val="dk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600" b="1" dirty="0">
              <a:solidFill>
                <a:srgbClr val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9665" y="2193925"/>
            <a:ext cx="3439160" cy="2633345"/>
          </a:xfrm>
          <a:prstGeom prst="rect">
            <a:avLst/>
          </a:prstGeom>
          <a:ln w="28575" cmpd="sng">
            <a:solidFill>
              <a:schemeClr val="tx1"/>
            </a:solidFill>
            <a:prstDash val="solid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6"/>
          <p:cNvSpPr txBox="1">
            <a:spLocks noGrp="1"/>
          </p:cNvSpPr>
          <p:nvPr>
            <p:ph type="body" idx="4294967295"/>
          </p:nvPr>
        </p:nvSpPr>
        <p:spPr>
          <a:xfrm>
            <a:off x="128375" y="1520700"/>
            <a:ext cx="4820700" cy="351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3970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en-GB" sz="160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b)  </a:t>
            </a:r>
            <a:r>
              <a:rPr lang="en-US" altLang="zh-CN" sz="160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Select “</a:t>
            </a:r>
            <a:r>
              <a:rPr lang="en-US" altLang="zh-CN" sz="1600" b="1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Author</a:t>
            </a:r>
            <a:r>
              <a:rPr lang="en-US" altLang="zh-CN" sz="160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” to access your submission dashboard.</a:t>
            </a:r>
          </a:p>
          <a:p>
            <a:pPr marL="13970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lang="en-US" altLang="zh-CN" sz="1600">
              <a:solidFill>
                <a:schemeClr val="dk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13970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en-GB" sz="160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c)  </a:t>
            </a:r>
            <a:r>
              <a:rPr lang="en-US" altLang="zh-CN" sz="160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Locate your submission and click the view icon</a:t>
            </a:r>
          </a:p>
        </p:txBody>
      </p:sp>
      <p:sp>
        <p:nvSpPr>
          <p:cNvPr id="137" name="Google Shape;137;p25"/>
          <p:cNvSpPr txBox="1">
            <a:spLocks noGrp="1"/>
          </p:cNvSpPr>
          <p:nvPr>
            <p:ph type="title" idx="4294967295"/>
          </p:nvPr>
        </p:nvSpPr>
        <p:spPr>
          <a:xfrm>
            <a:off x="311700" y="32945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2000"/>
              <a:buFont typeface="Arial" panose="020B0604020202020204"/>
              <a:buNone/>
            </a:pPr>
            <a:r>
              <a:rPr lang="en-GB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3.   </a:t>
            </a:r>
            <a:r>
              <a:rPr lang="en-US" altLang="zh-CN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Update an Existing Submission-2</a:t>
            </a:r>
            <a:endParaRPr sz="3110" dirty="0">
              <a:solidFill>
                <a:srgbClr val="009242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rcRect r="44403"/>
          <a:stretch>
            <a:fillRect/>
          </a:stretch>
        </p:blipFill>
        <p:spPr>
          <a:xfrm>
            <a:off x="5150485" y="1211409"/>
            <a:ext cx="3516630" cy="136906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9850" y="2803354"/>
            <a:ext cx="3517265" cy="207073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76" name="Google Shape;176;p3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4572000" y="3049270"/>
            <a:ext cx="306705" cy="24320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6"/>
          <p:cNvSpPr txBox="1">
            <a:spLocks noGrp="1"/>
          </p:cNvSpPr>
          <p:nvPr>
            <p:ph type="body" idx="4294967295"/>
          </p:nvPr>
        </p:nvSpPr>
        <p:spPr>
          <a:xfrm>
            <a:off x="128270" y="918823"/>
            <a:ext cx="8215630" cy="351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3970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en-GB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d)  </a:t>
            </a:r>
            <a:r>
              <a:rPr lang="en-US" altLang="zh-CN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Click “</a:t>
            </a:r>
            <a:r>
              <a:rPr lang="en-US" altLang="zh-CN" sz="1600" b="1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Update file</a:t>
            </a:r>
            <a:r>
              <a:rPr lang="en-US" altLang="zh-CN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”.</a:t>
            </a:r>
          </a:p>
        </p:txBody>
      </p:sp>
      <p:sp>
        <p:nvSpPr>
          <p:cNvPr id="137" name="Google Shape;137;p25"/>
          <p:cNvSpPr txBox="1">
            <a:spLocks noGrp="1"/>
          </p:cNvSpPr>
          <p:nvPr>
            <p:ph type="title" idx="4294967295"/>
          </p:nvPr>
        </p:nvSpPr>
        <p:spPr>
          <a:xfrm>
            <a:off x="311700" y="32945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2000"/>
              <a:buFont typeface="Arial" panose="020B0604020202020204"/>
              <a:buNone/>
            </a:pPr>
            <a:r>
              <a:rPr lang="en-GB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3.   </a:t>
            </a:r>
            <a:r>
              <a:rPr lang="en-US" altLang="zh-CN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Update an Existing Submission-2</a:t>
            </a:r>
            <a:endParaRPr sz="3110" dirty="0">
              <a:solidFill>
                <a:srgbClr val="009242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3715" y="1750960"/>
            <a:ext cx="6156569" cy="319523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7"/>
          <p:cNvSpPr txBox="1">
            <a:spLocks noGrp="1"/>
          </p:cNvSpPr>
          <p:nvPr>
            <p:ph type="body" idx="4294967295"/>
          </p:nvPr>
        </p:nvSpPr>
        <p:spPr>
          <a:xfrm>
            <a:off x="251460" y="1171575"/>
            <a:ext cx="4267835" cy="34836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r>
              <a:rPr lang="en-US" altLang="en-GB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e)  </a:t>
            </a:r>
            <a:r>
              <a:rPr lang="en-US" altLang="zh-CN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Upload the revised version of your submission.</a:t>
            </a:r>
          </a:p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endParaRPr lang="en-US" altLang="en-GB" sz="1600" dirty="0">
              <a:solidFill>
                <a:schemeClr val="dk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r>
              <a:rPr lang="en-US" altLang="en-GB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f)  </a:t>
            </a:r>
            <a:r>
              <a:rPr lang="en-US" altLang="zh-CN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Click “</a:t>
            </a:r>
            <a:r>
              <a:rPr lang="en-US" altLang="zh-CN" sz="1600" b="1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Submit</a:t>
            </a:r>
            <a:r>
              <a:rPr lang="en-US" altLang="zh-CN" sz="1600" dirty="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” to confirm the update.</a:t>
            </a:r>
          </a:p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endParaRPr lang="en-US" altLang="en-GB" sz="16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r>
              <a:rPr lang="en-US" altLang="en-GB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g) 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 confirmation message will indicate that the file has been successfully uploaded.</a:t>
            </a:r>
          </a:p>
        </p:txBody>
      </p:sp>
      <p:sp>
        <p:nvSpPr>
          <p:cNvPr id="4" name="Google Shape;137;p25"/>
          <p:cNvSpPr txBox="1">
            <a:spLocks noGrp="1"/>
          </p:cNvSpPr>
          <p:nvPr>
            <p:ph type="title" idx="4294967295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2000"/>
              <a:buFont typeface="Arial" panose="020B0604020202020204"/>
              <a:buNone/>
            </a:pPr>
            <a:r>
              <a:rPr lang="en-GB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3.   </a:t>
            </a:r>
            <a:r>
              <a:rPr lang="en-US" altLang="zh-CN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Update an Existing Submission-3</a:t>
            </a:r>
            <a:endParaRPr sz="3110" dirty="0">
              <a:solidFill>
                <a:srgbClr val="009242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4681855" y="1171575"/>
            <a:ext cx="4192270" cy="2018030"/>
            <a:chOff x="7306" y="1845"/>
            <a:chExt cx="6602" cy="3178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06" y="1845"/>
              <a:ext cx="6603" cy="3178"/>
            </a:xfrm>
            <a:prstGeom prst="rect">
              <a:avLst/>
            </a:prstGeom>
            <a:ln w="28575">
              <a:solidFill>
                <a:schemeClr val="tx1"/>
              </a:solidFill>
            </a:ln>
          </p:spPr>
        </p:pic>
        <p:pic>
          <p:nvPicPr>
            <p:cNvPr id="154" name="Google Shape;154;p27"/>
            <p:cNvPicPr preferRelativeResize="0"/>
            <p:nvPr/>
          </p:nvPicPr>
          <p:blipFill>
            <a:blip r:embed="rId4"/>
            <a:srcRect l="2585" t="73715" r="75152" b="20937"/>
            <a:stretch>
              <a:fillRect/>
            </a:stretch>
          </p:blipFill>
          <p:spPr>
            <a:xfrm>
              <a:off x="7879" y="3807"/>
              <a:ext cx="1606" cy="153"/>
            </a:xfrm>
            <a:prstGeom prst="rect">
              <a:avLst/>
            </a:prstGeom>
            <a:noFill/>
            <a:ln w="28575" cap="flat" cmpd="sng">
              <a:noFill/>
              <a:prstDash val="solid"/>
              <a:round/>
              <a:headEnd type="none" w="sm" len="sm"/>
              <a:tailEnd type="none" w="sm" len="sm"/>
            </a:ln>
          </p:spPr>
        </p:pic>
      </p:grpSp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rcRect b="62065"/>
          <a:stretch>
            <a:fillRect/>
          </a:stretch>
        </p:blipFill>
        <p:spPr>
          <a:xfrm>
            <a:off x="4681855" y="3343275"/>
            <a:ext cx="4183380" cy="121983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7" name="文本框 6"/>
          <p:cNvSpPr txBox="1"/>
          <p:nvPr/>
        </p:nvSpPr>
        <p:spPr>
          <a:xfrm>
            <a:off x="180657" y="4510058"/>
            <a:ext cx="8782685" cy="37683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4605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</a:pPr>
            <a:r>
              <a:rPr lang="en-US" altLang="zh-CN" b="1" dirty="0">
                <a:solidFill>
                  <a:schemeClr val="dk1"/>
                </a:solidFill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  <a:sym typeface="+mn-ea"/>
              </a:rPr>
              <a:t>[Important] All submissions MUST comply with the formatting and template requirements (See Sections 5–8).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8"/>
          <p:cNvSpPr txBox="1">
            <a:spLocks noGrp="1"/>
          </p:cNvSpPr>
          <p:nvPr>
            <p:ph type="title" idx="4294967295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4. </a:t>
            </a:r>
            <a:r>
              <a:rPr lang="en-US" altLang="zh-CN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Check Review Results-1</a:t>
            </a:r>
          </a:p>
        </p:txBody>
      </p:sp>
      <p:sp>
        <p:nvSpPr>
          <p:cNvPr id="161" name="Google Shape;161;p28"/>
          <p:cNvSpPr txBox="1">
            <a:spLocks noGrp="1"/>
          </p:cNvSpPr>
          <p:nvPr>
            <p:ph type="body" idx="4294967295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Font typeface="+mj-lt"/>
              <a:buNone/>
            </a:pPr>
            <a:r>
              <a:rPr lang="en-US" altLang="en-GB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a) 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Log in to </a:t>
            </a:r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EasyChair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pPr marL="742950" lvl="1" indent="-285750" algn="l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charset="0"/>
              <a:buChar char="n"/>
            </a:pPr>
            <a:r>
              <a:rPr lang="en-GB" sz="1600" u="sng" dirty="0">
                <a:solidFill>
                  <a:srgbClr val="1155CC"/>
                </a:solidFill>
                <a:latin typeface="Times New Roman" panose="02020603050405020304" charset="0"/>
                <a:cs typeface="Times New Roman" panose="02020603050405020304" charset="0"/>
                <a:hlinkClick r:id="rId3" action="ppaction://hlinkfile"/>
              </a:rPr>
              <a:t>Log in</a:t>
            </a:r>
            <a:r>
              <a:rPr lang="en-US" altLang="en-GB" sz="1600" u="sng" dirty="0">
                <a:solidFill>
                  <a:srgbClr val="1155CC"/>
                </a:solidFill>
                <a:latin typeface="Times New Roman" panose="02020603050405020304" charset="0"/>
                <a:cs typeface="Times New Roman" panose="02020603050405020304" charset="0"/>
                <a:hlinkClick r:id="rId3" action="ppaction://hlinkfile"/>
              </a:rPr>
              <a:t>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（</a:t>
            </a:r>
            <a:r>
              <a:rPr lang="en-US" altLang="en-US" sz="1600" dirty="0">
                <a:solidFill>
                  <a:schemeClr val="tx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https://easychair.org/conferences/?conf=ieeeuv2026</a:t>
            </a:r>
            <a:r>
              <a:rPr lang="zh-CN" altLang="en-US" sz="1600" dirty="0">
                <a:solidFill>
                  <a:schemeClr val="dk1"/>
                </a:solidFill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）</a:t>
            </a:r>
            <a:endParaRPr lang="zh-CN" altLang="en-US" sz="1600" u="sng" dirty="0">
              <a:solidFill>
                <a:schemeClr val="dk1"/>
              </a:solidFill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6140" y="2299335"/>
            <a:ext cx="3439160" cy="2633345"/>
          </a:xfrm>
          <a:prstGeom prst="rect">
            <a:avLst/>
          </a:prstGeom>
          <a:ln w="28575" cmpd="sng">
            <a:solidFill>
              <a:schemeClr val="tx1"/>
            </a:solidFill>
            <a:prstDash val="solid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>
            <a:spLocks noGrp="1"/>
          </p:cNvSpPr>
          <p:nvPr>
            <p:ph type="body" idx="4294967295"/>
          </p:nvPr>
        </p:nvSpPr>
        <p:spPr>
          <a:xfrm>
            <a:off x="311700" y="101772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Font typeface="+mj-lt"/>
              <a:buNone/>
            </a:pPr>
            <a:r>
              <a:rPr lang="en-US" altLang="en-GB" sz="16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b)  </a:t>
            </a:r>
            <a:r>
              <a:rPr lang="en-US" altLang="zh-CN" sz="16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Click “</a:t>
            </a:r>
            <a:r>
              <a:rPr lang="en-US" altLang="zh-CN" sz="16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Author</a:t>
            </a:r>
            <a:r>
              <a:rPr lang="en-US" altLang="zh-CN" sz="16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” to access your submissions.</a:t>
            </a:r>
          </a:p>
        </p:txBody>
      </p:sp>
      <p:sp>
        <p:nvSpPr>
          <p:cNvPr id="160" name="Google Shape;160;p28"/>
          <p:cNvSpPr txBox="1"/>
          <p:nvPr/>
        </p:nvSpPr>
        <p:spPr>
          <a:xfrm>
            <a:off x="466640" y="577272"/>
            <a:ext cx="8520600" cy="386477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4. </a:t>
            </a:r>
            <a:r>
              <a:rPr lang="en-US" altLang="zh-CN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Check Review Results-2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rcRect r="44403"/>
          <a:stretch>
            <a:fillRect/>
          </a:stretch>
        </p:blipFill>
        <p:spPr>
          <a:xfrm>
            <a:off x="2030730" y="1605915"/>
            <a:ext cx="5083175" cy="269113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0"/>
          <p:cNvSpPr txBox="1">
            <a:spLocks noGrp="1"/>
          </p:cNvSpPr>
          <p:nvPr>
            <p:ph type="body" idx="4294967295"/>
          </p:nvPr>
        </p:nvSpPr>
        <p:spPr>
          <a:xfrm>
            <a:off x="245150" y="1096366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16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c)  </a:t>
            </a:r>
            <a:r>
              <a:rPr lang="en-US" altLang="zh-CN" sz="1600">
                <a:solidFill>
                  <a:schemeClr val="dk1"/>
                </a:solidFill>
                <a:latin typeface="Times New Roman" panose="02020603050405020304" charset="0"/>
                <a:cs typeface="Times New Roman" panose="02020603050405020304" charset="0"/>
              </a:rPr>
              <a:t>Select your submission and click the view icon         .</a:t>
            </a:r>
          </a:p>
        </p:txBody>
      </p:sp>
      <p:pic>
        <p:nvPicPr>
          <p:cNvPr id="176" name="Google Shape;176;p3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511040" y="1257531"/>
            <a:ext cx="306705" cy="24320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</p:pic>
      <p:sp>
        <p:nvSpPr>
          <p:cNvPr id="160" name="Google Shape;160;p28"/>
          <p:cNvSpPr txBox="1">
            <a:spLocks noGrp="1"/>
          </p:cNvSpPr>
          <p:nvPr>
            <p:ph type="title" idx="4294967295"/>
          </p:nvPr>
        </p:nvSpPr>
        <p:spPr>
          <a:xfrm>
            <a:off x="311700" y="471055"/>
            <a:ext cx="8520600" cy="3333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4. </a:t>
            </a:r>
            <a:r>
              <a:rPr lang="en-US" altLang="zh-CN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Check Review Results-3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8757" y="1707237"/>
            <a:ext cx="6166485" cy="309753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1"/>
          <p:cNvSpPr txBox="1">
            <a:spLocks noGrp="1"/>
          </p:cNvSpPr>
          <p:nvPr>
            <p:ph type="body" idx="4294967295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16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d) </a:t>
            </a:r>
            <a:r>
              <a:rPr lang="en-US" altLang="en-GB" sz="16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zh-CN" sz="16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Review the reviewer comments displayed on the page.</a:t>
            </a:r>
          </a:p>
        </p:txBody>
      </p:sp>
      <p:pic>
        <p:nvPicPr>
          <p:cNvPr id="184" name="Google Shape;184;p31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2623938" y="1713800"/>
            <a:ext cx="3895725" cy="3333750"/>
          </a:xfrm>
          <a:prstGeom prst="rect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60" name="Google Shape;160;p28"/>
          <p:cNvSpPr txBox="1"/>
          <p:nvPr/>
        </p:nvSpPr>
        <p:spPr>
          <a:xfrm>
            <a:off x="438700" y="572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4. </a:t>
            </a:r>
            <a:r>
              <a:rPr lang="en-US" altLang="zh-CN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Check Review Results-4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body" idx="4294967295"/>
          </p:nvPr>
        </p:nvSpPr>
        <p:spPr>
          <a:xfrm>
            <a:off x="238760" y="1131455"/>
            <a:ext cx="8520430" cy="3809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0160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16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For Paper Submissions [TS1 – TS12]:</a:t>
            </a:r>
            <a:endParaRPr lang="en-US" sz="16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0">
              <a:lnSpc>
                <a:spcPct val="1500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Paper Types:</a:t>
            </a:r>
          </a:p>
          <a:p>
            <a:pPr lvl="1">
              <a:lnSpc>
                <a:spcPct val="150000"/>
              </a:lnSpc>
              <a:spcBef>
                <a:spcPts val="600"/>
              </a:spcBef>
              <a:buFont typeface="Wingdings" panose="05000000000000000000" charset="0"/>
              <a:buChar char="n"/>
            </a:pP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Short Papers: 3–4 pages  </a:t>
            </a:r>
          </a:p>
          <a:p>
            <a:pPr lvl="1">
              <a:lnSpc>
                <a:spcPct val="150000"/>
              </a:lnSpc>
              <a:spcBef>
                <a:spcPts val="600"/>
              </a:spcBef>
              <a:buFont typeface="Wingdings" panose="05000000000000000000" charset="0"/>
              <a:buChar char="n"/>
            </a:pP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Regular Papers: 5–8 pages  </a:t>
            </a:r>
            <a:r>
              <a:rPr lang="en-US" altLang="en-GB" sz="124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	</a:t>
            </a:r>
            <a:endParaRPr lang="en-US" sz="124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0">
              <a:lnSpc>
                <a:spcPct val="1500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Requirements:</a:t>
            </a:r>
          </a:p>
          <a:p>
            <a:pPr lvl="1">
              <a:lnSpc>
                <a:spcPct val="150000"/>
              </a:lnSpc>
              <a:spcBef>
                <a:spcPts val="600"/>
              </a:spcBef>
              <a:buFont typeface="Wingdings" panose="05000000000000000000" charset="0"/>
              <a:buChar char="n"/>
            </a:pPr>
            <a:r>
              <a:rPr lang="en-US" altLang="zh-CN" sz="1555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Submit one PDF file (US Letter format, not A4) </a:t>
            </a:r>
          </a:p>
          <a:p>
            <a:pPr lvl="1">
              <a:lnSpc>
                <a:spcPct val="150000"/>
              </a:lnSpc>
              <a:spcBef>
                <a:spcPts val="600"/>
              </a:spcBef>
              <a:buFont typeface="Wingdings" panose="05000000000000000000" charset="0"/>
              <a:buChar char="n"/>
            </a:pPr>
            <a:r>
              <a:rPr lang="en-US" altLang="zh-CN" sz="1555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Include an abstract (100–300 words)</a:t>
            </a:r>
            <a:r>
              <a:rPr lang="en-US" altLang="en-GB" sz="1555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	</a:t>
            </a:r>
            <a:r>
              <a:rPr lang="en-US" altLang="en-GB" sz="1555" dirty="0">
                <a:latin typeface="Times New Roman" panose="02020603050405020304" charset="0"/>
                <a:cs typeface="Times New Roman" panose="02020603050405020304" charset="0"/>
              </a:rPr>
              <a:t>	</a:t>
            </a:r>
            <a:endParaRPr lang="en-GB" sz="1555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5" name="Google Shape;115;p22"/>
          <p:cNvSpPr txBox="1">
            <a:spLocks noGrp="1"/>
          </p:cNvSpPr>
          <p:nvPr>
            <p:ph type="title" idx="4294967295"/>
          </p:nvPr>
        </p:nvSpPr>
        <p:spPr>
          <a:xfrm>
            <a:off x="238675" y="544944"/>
            <a:ext cx="8520600" cy="2410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GB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5</a:t>
            </a:r>
            <a:r>
              <a:rPr lang="en-GB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. </a:t>
            </a:r>
            <a:r>
              <a:rPr lang="en-US" altLang="zh-CN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Paper Submission Requirements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2"/>
          <p:cNvSpPr txBox="1">
            <a:spLocks noGrp="1"/>
          </p:cNvSpPr>
          <p:nvPr>
            <p:ph type="title" idx="4294967295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GB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6</a:t>
            </a:r>
            <a:r>
              <a:rPr lang="en-GB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. </a:t>
            </a:r>
            <a:r>
              <a:rPr lang="en-US" altLang="zh-CN" sz="311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Paper Template </a:t>
            </a:r>
          </a:p>
        </p:txBody>
      </p:sp>
      <p:sp>
        <p:nvSpPr>
          <p:cNvPr id="190" name="Google Shape;190;p32"/>
          <p:cNvSpPr txBox="1">
            <a:spLocks noGrp="1"/>
          </p:cNvSpPr>
          <p:nvPr>
            <p:ph type="body" idx="4294967295"/>
          </p:nvPr>
        </p:nvSpPr>
        <p:spPr>
          <a:xfrm>
            <a:off x="311785" y="1126836"/>
            <a:ext cx="8578850" cy="39861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All submissions MUST use the IEEE two-column template:</a:t>
            </a:r>
          </a:p>
          <a:p>
            <a:pPr marL="0" lvl="0" indent="0" algn="l" rtl="0">
              <a:lnSpc>
                <a:spcPct val="150000"/>
              </a:lnSpc>
              <a:buSzPts val="1800"/>
              <a:buNone/>
            </a:pPr>
            <a:endParaRPr lang="en-US" altLang="zh-CN" sz="1400" b="1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marL="0" lvl="0" indent="0" algn="l" rtl="0">
              <a:lnSpc>
                <a:spcPct val="150000"/>
              </a:lnSpc>
              <a:buSzPts val="180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UV2026 Resources:</a:t>
            </a:r>
          </a:p>
          <a:p>
            <a:pPr marL="285750" lvl="0" indent="-285750" algn="l" rtl="0">
              <a:lnSpc>
                <a:spcPct val="150000"/>
              </a:lnSpc>
              <a:buSzPts val="1800"/>
              <a:buChar char="●"/>
            </a:pPr>
            <a:r>
              <a: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UV2026 LaTeX Template</a:t>
            </a:r>
          </a:p>
          <a:p>
            <a:pPr marL="0" lvl="0" indent="0" algn="l" rtl="0">
              <a:lnSpc>
                <a:spcPct val="150000"/>
              </a:lnSpc>
              <a:buSzPts val="1800"/>
              <a:buNone/>
            </a:pPr>
            <a:r>
              <a:rPr lang="en-US" altLang="zh-CN" sz="1200" u="sng" dirty="0">
                <a:solidFill>
                  <a:schemeClr val="hlink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https://</a:t>
            </a:r>
            <a:r>
              <a:rPr lang="en-US" altLang="zh-CN" sz="1200" u="sng" dirty="0" err="1">
                <a:solidFill>
                  <a:schemeClr val="hlink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drive.google.com</a:t>
            </a:r>
            <a:r>
              <a:rPr lang="en-US" altLang="zh-CN" sz="1200" u="sng" dirty="0">
                <a:solidFill>
                  <a:schemeClr val="hlink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/file/d/1giCI-NQoTDp-InrzXmdmsPOaIqIjhilt/view</a:t>
            </a:r>
            <a:endParaRPr lang="en-US" altLang="zh-CN" sz="12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marL="285750" lvl="0" indent="-285750" algn="l" rtl="0">
              <a:lnSpc>
                <a:spcPct val="150000"/>
              </a:lnSpc>
              <a:buSzPts val="1800"/>
              <a:buChar char="●"/>
            </a:pPr>
            <a:r>
              <a: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Overleaf Guide (for First-Time Users)</a:t>
            </a:r>
            <a:endParaRPr lang="en-US" altLang="zh-CN" sz="14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lvl="0" indent="0" algn="l" rtl="0">
              <a:lnSpc>
                <a:spcPct val="150000"/>
              </a:lnSpc>
              <a:buSzPts val="1800"/>
              <a:buNone/>
            </a:pPr>
            <a:r>
              <a:rPr lang="en-US" altLang="zh-CN" sz="1200" u="sng" dirty="0">
                <a:solidFill>
                  <a:schemeClr val="hlink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  <a:hlinkClick r:id="rId3"/>
              </a:rPr>
              <a:t>https://docs.google.com/document/d/14sOtRU2KhsCSTBiIJZ2LAXMBtu4fAosj/edit</a:t>
            </a:r>
            <a:endParaRPr lang="en-US" altLang="zh-CN" sz="1200" u="sng" dirty="0">
              <a:solidFill>
                <a:schemeClr val="hlink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marL="285750" lvl="0" indent="-285750" algn="l" rtl="0">
              <a:lnSpc>
                <a:spcPct val="150000"/>
              </a:lnSpc>
            </a:pPr>
            <a:r>
              <a: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LaTeX Instructions (</a:t>
            </a:r>
            <a:r>
              <a:rPr lang="en-US" altLang="zh-CN" sz="1400" dirty="0" err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IEEEtran</a:t>
            </a:r>
            <a:r>
              <a: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Guide):</a:t>
            </a:r>
          </a:p>
          <a:p>
            <a:pPr marL="0" lvl="0" indent="0" algn="l" rtl="0">
              <a:lnSpc>
                <a:spcPct val="150000"/>
              </a:lnSpc>
              <a:buNone/>
            </a:pPr>
            <a:r>
              <a:rPr lang="en-US" altLang="zh-CN" sz="1200" u="sng" dirty="0">
                <a:solidFill>
                  <a:schemeClr val="hlink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http://</a:t>
            </a:r>
            <a:r>
              <a:rPr lang="en-US" altLang="zh-CN" sz="1200" u="sng" dirty="0" err="1">
                <a:solidFill>
                  <a:schemeClr val="hlink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www.ctan.org</a:t>
            </a:r>
            <a:r>
              <a:rPr lang="en-US" altLang="zh-CN" sz="1200" u="sng" dirty="0">
                <a:solidFill>
                  <a:schemeClr val="hlink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</a:t>
            </a:r>
            <a:r>
              <a:rPr lang="en-US" altLang="zh-CN" sz="1200" u="sng" dirty="0" err="1">
                <a:solidFill>
                  <a:schemeClr val="hlink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tex</a:t>
            </a:r>
            <a:r>
              <a:rPr lang="en-US" altLang="zh-CN" sz="1200" u="sng" dirty="0">
                <a:solidFill>
                  <a:schemeClr val="hlink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-archive/macros/latex/</a:t>
            </a:r>
            <a:r>
              <a:rPr lang="en-US" altLang="zh-CN" sz="1200" u="sng" dirty="0" err="1">
                <a:solidFill>
                  <a:schemeClr val="hlink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contrib</a:t>
            </a:r>
            <a:r>
              <a:rPr lang="en-US" altLang="zh-CN" sz="1200" u="sng" dirty="0">
                <a:solidFill>
                  <a:schemeClr val="hlink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</a:t>
            </a:r>
            <a:r>
              <a:rPr lang="en-US" altLang="zh-CN" sz="1200" u="sng" dirty="0" err="1">
                <a:solidFill>
                  <a:schemeClr val="hlink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IEEEtran</a:t>
            </a:r>
            <a:r>
              <a:rPr lang="en-US" altLang="zh-CN" sz="1200" u="sng" dirty="0">
                <a:solidFill>
                  <a:schemeClr val="hlink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</a:t>
            </a:r>
            <a:r>
              <a:rPr lang="en-US" altLang="zh-CN" sz="1200" u="sng" dirty="0" err="1">
                <a:solidFill>
                  <a:schemeClr val="hlink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IEEEtran_HOWTO.pdf</a:t>
            </a:r>
            <a:endParaRPr lang="en-US" altLang="zh-CN" sz="1200" u="sng" dirty="0">
              <a:solidFill>
                <a:schemeClr val="hlink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marL="0" lvl="0" indent="0" algn="l" rtl="0">
              <a:lnSpc>
                <a:spcPct val="150000"/>
              </a:lnSpc>
              <a:buSzPts val="1800"/>
              <a:buNone/>
            </a:pPr>
            <a:endParaRPr lang="en-US" altLang="zh-CN" sz="1200" u="sng" dirty="0">
              <a:solidFill>
                <a:schemeClr val="hlink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 txBox="1">
            <a:spLocks noGrp="1"/>
          </p:cNvSpPr>
          <p:nvPr>
            <p:ph type="title" idx="4294967295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GB" sz="25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7</a:t>
            </a:r>
            <a:r>
              <a:rPr lang="en-GB" sz="25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. </a:t>
            </a:r>
            <a:r>
              <a:rPr lang="en-US" altLang="zh-CN" sz="25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Formatting Requirements &amp; Checklist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4571365" y="1049020"/>
            <a:ext cx="4260850" cy="3994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Submission Checklist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Before submission, please ensure:</a:t>
            </a:r>
            <a:endParaRPr lang="en-US" altLang="zh-CN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lvl="0" indent="-2857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Wingdings" panose="05000000000000000000" charset="0"/>
              <a:buChar char="l"/>
            </a:pPr>
            <a:r>
              <a:rPr lang="en-US" altLang="zh-CN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paper follows IEEE format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Wingdings" panose="05000000000000000000" charset="0"/>
              <a:buChar char="l"/>
            </a:pPr>
            <a:r>
              <a:rPr lang="en-US" altLang="zh-CN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All fonts are embedded in the PDF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Wingdings" panose="05000000000000000000" charset="0"/>
              <a:buChar char="l"/>
            </a:pPr>
            <a:r>
              <a:rPr lang="en-US" altLang="zh-CN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Figures and tables are clear and readable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Wingdings" panose="05000000000000000000" charset="0"/>
              <a:buChar char="l"/>
            </a:pPr>
            <a:r>
              <a:rPr lang="en-US" altLang="zh-CN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References follow IEEE citation style</a:t>
            </a:r>
          </a:p>
          <a:p>
            <a:pPr marL="11430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-GB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[IEEE UV202</a:t>
            </a:r>
            <a:r>
              <a:rPr lang="en-US" altLang="en-GB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6</a:t>
            </a:r>
            <a:r>
              <a:rPr lang="en-GB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]</a:t>
            </a:r>
            <a:r>
              <a:rPr lang="en-US" altLang="en-GB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GB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Format &amp; Font Error Checklist</a:t>
            </a:r>
            <a:br>
              <a:rPr lang="en-GB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</a:br>
            <a:r>
              <a:rPr lang="en-GB" sz="1050" u="sng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  <a:hlinkClick r:id="rId3"/>
              </a:rPr>
              <a:t>https://docs.google.com/document/d/1QnzxN1ThMlvL_A9SyiQ_TOT4-vhXnC36/edit?usp=sharing&amp;ouid=109822557424734033356&amp;rtpof=true&amp;sd=true</a:t>
            </a:r>
            <a:r>
              <a:rPr lang="en-GB" sz="1050" u="sng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endParaRPr lang="en-GB" altLang="en-US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12420" y="1116330"/>
            <a:ext cx="4258945" cy="39268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IEEE Compliance</a:t>
            </a:r>
            <a:endParaRPr lang="en-US" altLang="zh-CN" sz="1600" b="1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All submissions </a:t>
            </a:r>
            <a:r>
              <a:rPr lang="en-US" altLang="zh-CN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MUST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comply with IEEE formatting standards:</a:t>
            </a:r>
            <a:endParaRPr lang="en-US" altLang="zh-CN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charset="0"/>
              <a:buChar char="l"/>
            </a:pPr>
            <a:r>
              <a:rPr lang="en-US" altLang="zh-CN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Use the IEEE two-column format  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charset="0"/>
              <a:buChar char="l"/>
            </a:pPr>
            <a:r>
              <a:rPr lang="en-US" altLang="zh-CN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Embed all fonts in the PDF  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charset="0"/>
              <a:buChar char="l"/>
            </a:pPr>
            <a:r>
              <a:rPr lang="en-US" altLang="zh-CN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Remove headers, footers, and page numbers  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charset="0"/>
              <a:buChar char="l"/>
            </a:pPr>
            <a:r>
              <a:rPr lang="en-US" altLang="zh-CN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Do not underline URLs or email addresses  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CN" b="1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Detailed guidelines:</a:t>
            </a:r>
            <a:endParaRPr lang="en-US" altLang="zh-CN" b="1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050" u="sng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  <a:hlinkClick r:id="rId4"/>
              </a:rPr>
              <a:t>https://standards.ieee.org/content/dam/ieee-standards/standards/web/documents/other/embeddedfonts.pdf</a:t>
            </a:r>
            <a:r>
              <a:rPr lang="en-US" altLang="zh-CN" sz="1050" u="sng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  <a:hlinkClick r:id="rId5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  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2"/>
          <p:cNvSpPr txBox="1">
            <a:spLocks noGrp="1"/>
          </p:cNvSpPr>
          <p:nvPr>
            <p:ph type="title" idx="4294967295"/>
          </p:nvPr>
        </p:nvSpPr>
        <p:spPr>
          <a:xfrm>
            <a:off x="238675" y="577272"/>
            <a:ext cx="8520600" cy="2086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GB" sz="24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8</a:t>
            </a:r>
            <a:r>
              <a:rPr lang="en-GB" sz="24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. </a:t>
            </a:r>
            <a:r>
              <a:rPr lang="en-US" altLang="zh-CN" sz="24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Forum &amp; Competition Submissions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238125" y="1140691"/>
            <a:ext cx="4333875" cy="3919624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marR="0" indent="0" algn="l">
              <a:lnSpc>
                <a:spcPct val="114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3F3F3F"/>
                </a:solidFill>
                <a:effectLst/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  <a:sym typeface="+mn-ea"/>
              </a:rPr>
              <a:t>Applicable Tracks: [CF][SF][AF][DSC][MC][PC][K12C]</a:t>
            </a:r>
          </a:p>
          <a:p>
            <a:pPr marL="0" marR="0" indent="0" algn="l">
              <a:lnSpc>
                <a:spcPct val="114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3F3F3F"/>
                </a:solidFill>
                <a:effectLst/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  <a:sym typeface="+mn-ea"/>
              </a:rPr>
              <a:t>Submission Requirements</a:t>
            </a:r>
          </a:p>
          <a:p>
            <a:pPr marL="285750" marR="0" indent="-285750" algn="l">
              <a:lnSpc>
                <a:spcPct val="114000"/>
              </a:lnSpc>
              <a:spcBef>
                <a:spcPts val="600"/>
              </a:spcBef>
              <a:buFont typeface="Wingdings" panose="05000000000000000000" charset="0"/>
              <a:buChar char="l"/>
            </a:pPr>
            <a:r>
              <a:rPr lang="en-US" altLang="zh-CN" dirty="0">
                <a:solidFill>
                  <a:srgbClr val="3F3F3F"/>
                </a:solidFill>
                <a:effectLst/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  <a:sym typeface="+mn-ea"/>
              </a:rPr>
              <a:t>All submissions must include:</a:t>
            </a:r>
          </a:p>
          <a:p>
            <a:pPr marL="285750" marR="0" indent="-285750" algn="l">
              <a:lnSpc>
                <a:spcPct val="114000"/>
              </a:lnSpc>
              <a:spcBef>
                <a:spcPts val="600"/>
              </a:spcBef>
              <a:buFont typeface="Wingdings" panose="05000000000000000000" charset="0"/>
              <a:buChar char="l"/>
            </a:pPr>
            <a:r>
              <a:rPr lang="en-US" altLang="zh-CN" dirty="0">
                <a:solidFill>
                  <a:srgbClr val="3F3F3F"/>
                </a:solidFill>
                <a:effectLst/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  <a:sym typeface="+mn-ea"/>
              </a:rPr>
              <a:t>An abstract (100–300 words)</a:t>
            </a:r>
          </a:p>
          <a:p>
            <a:pPr marL="285750" marR="0" indent="-285750" algn="l">
              <a:lnSpc>
                <a:spcPct val="114000"/>
              </a:lnSpc>
              <a:spcBef>
                <a:spcPts val="600"/>
              </a:spcBef>
              <a:buFont typeface="Wingdings" panose="05000000000000000000" charset="0"/>
              <a:buChar char="l"/>
            </a:pPr>
            <a:r>
              <a:rPr lang="en-US" altLang="zh-CN" dirty="0">
                <a:solidFill>
                  <a:srgbClr val="3F3F3F"/>
                </a:solidFill>
                <a:effectLst/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  <a:sym typeface="+mn-ea"/>
              </a:rPr>
              <a:t>Presentation slides (5–20 pages, PDF or PowerPoint)</a:t>
            </a:r>
          </a:p>
          <a:p>
            <a:pPr marL="0" marR="0" indent="0" algn="l">
              <a:lnSpc>
                <a:spcPct val="114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3F3F3F"/>
                </a:solidFill>
                <a:effectLst/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  <a:sym typeface="+mn-ea"/>
              </a:rPr>
              <a:t>Additional Requirements (Competitions Only)</a:t>
            </a:r>
          </a:p>
          <a:p>
            <a:pPr marL="0" marR="0" indent="0" algn="l">
              <a:lnSpc>
                <a:spcPct val="114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zh-CN" dirty="0">
                <a:solidFill>
                  <a:srgbClr val="3F3F3F"/>
                </a:solidFill>
                <a:effectLst/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  <a:sym typeface="+mn-ea"/>
              </a:rPr>
              <a:t>For Data Science Competition (DSC) and Modeling Competition (MC):</a:t>
            </a:r>
          </a:p>
          <a:p>
            <a:pPr marL="285750" marR="0" indent="-285750" algn="l">
              <a:lnSpc>
                <a:spcPct val="114000"/>
              </a:lnSpc>
              <a:spcBef>
                <a:spcPts val="600"/>
              </a:spcBef>
              <a:buFont typeface="Wingdings" panose="05000000000000000000" charset="0"/>
              <a:buChar char="l"/>
            </a:pPr>
            <a:r>
              <a:rPr lang="en-US" altLang="zh-CN" dirty="0">
                <a:solidFill>
                  <a:srgbClr val="3F3F3F"/>
                </a:solidFill>
                <a:effectLst/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  <a:sym typeface="+mn-ea"/>
              </a:rPr>
              <a:t>A full paper</a:t>
            </a:r>
          </a:p>
          <a:p>
            <a:pPr marL="285750" marR="0" indent="-285750" algn="l">
              <a:lnSpc>
                <a:spcPct val="114000"/>
              </a:lnSpc>
              <a:spcBef>
                <a:spcPts val="600"/>
              </a:spcBef>
              <a:buFont typeface="Wingdings" panose="05000000000000000000" charset="0"/>
              <a:buChar char="l"/>
            </a:pPr>
            <a:r>
              <a:rPr lang="en-US" altLang="zh-CN" dirty="0">
                <a:solidFill>
                  <a:srgbClr val="3F3F3F"/>
                </a:solidFill>
                <a:effectLst/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  <a:sym typeface="+mn-ea"/>
              </a:rPr>
              <a:t>Supporting materials (e.g. code, video demonstrations)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4572000" y="1140690"/>
            <a:ext cx="4008120" cy="2720109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marR="0" indent="0" algn="l">
              <a:lnSpc>
                <a:spcPct val="114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3F3F3F"/>
                </a:solidFill>
                <a:effectLst/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  <a:sym typeface="+mn-ea"/>
              </a:rPr>
              <a:t>Acceptance Policy</a:t>
            </a:r>
          </a:p>
          <a:p>
            <a:pPr marL="0" marR="0" indent="0" algn="l">
              <a:lnSpc>
                <a:spcPct val="114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zh-CN" dirty="0">
                <a:solidFill>
                  <a:srgbClr val="3F3F3F"/>
                </a:solidFill>
                <a:effectLst/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  <a:sym typeface="+mn-ea"/>
              </a:rPr>
              <a:t>For accepted submissions:</a:t>
            </a:r>
          </a:p>
          <a:p>
            <a:pPr marL="285750" marR="0" indent="-285750" algn="l">
              <a:lnSpc>
                <a:spcPct val="114000"/>
              </a:lnSpc>
              <a:spcBef>
                <a:spcPts val="600"/>
              </a:spcBef>
              <a:buFont typeface="Wingdings" panose="05000000000000000000" charset="0"/>
              <a:buChar char="l"/>
            </a:pPr>
            <a:r>
              <a:rPr lang="en-US" altLang="zh-CN" dirty="0">
                <a:solidFill>
                  <a:srgbClr val="3F3F3F"/>
                </a:solidFill>
                <a:effectLst/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  <a:sym typeface="+mn-ea"/>
              </a:rPr>
              <a:t>At least one author must register for IEEE UV2026</a:t>
            </a:r>
          </a:p>
          <a:p>
            <a:pPr marL="285750" marR="0" indent="-285750" algn="l">
              <a:lnSpc>
                <a:spcPct val="114000"/>
              </a:lnSpc>
              <a:spcBef>
                <a:spcPts val="600"/>
              </a:spcBef>
              <a:buFont typeface="Wingdings" panose="05000000000000000000" charset="0"/>
              <a:buChar char="l"/>
            </a:pPr>
            <a:r>
              <a:rPr lang="en-US" altLang="zh-CN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Authors must submit presentation slides (PDF/PPT)</a:t>
            </a:r>
            <a:endParaRPr lang="en-US" altLang="zh-CN" dirty="0">
              <a:solidFill>
                <a:srgbClr val="3F3F3F"/>
              </a:solidFill>
              <a:effectLst/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marL="285750" marR="0" indent="-285750" algn="l">
              <a:lnSpc>
                <a:spcPct val="114000"/>
              </a:lnSpc>
              <a:spcBef>
                <a:spcPts val="600"/>
              </a:spcBef>
              <a:buFont typeface="Wingdings" panose="05000000000000000000" charset="0"/>
              <a:buChar char="l"/>
            </a:pPr>
            <a:r>
              <a:rPr lang="en-US" altLang="zh-CN" dirty="0">
                <a:solidFill>
                  <a:srgbClr val="3F3F3F"/>
                </a:solidFill>
                <a:effectLst/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  <a:sym typeface="+mn-ea"/>
              </a:rPr>
              <a:t>The work must be presented at the conference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4294967295"/>
          </p:nvPr>
        </p:nvSpPr>
        <p:spPr>
          <a:xfrm>
            <a:off x="-635" y="0"/>
            <a:ext cx="9144635" cy="5143500"/>
          </a:xfrm>
        </p:spPr>
        <p:txBody>
          <a:bodyPr anchor="ctr" anchorCtr="0"/>
          <a:lstStyle/>
          <a:p>
            <a:pPr marL="114300" indent="0" algn="ctr">
              <a:buNone/>
            </a:pPr>
            <a:r>
              <a:rPr lang="en-US" altLang="zh-CN" sz="3200" b="1" dirty="0">
                <a:latin typeface="Times New Roman" panose="02020603050405020304" charset="0"/>
                <a:cs typeface="Times New Roman" panose="02020603050405020304" charset="0"/>
              </a:rPr>
              <a:t>For any submission-related inquiries:</a:t>
            </a:r>
          </a:p>
          <a:p>
            <a:pPr marL="114300" indent="0" algn="ctr">
              <a:buNone/>
            </a:pPr>
            <a:r>
              <a:rPr lang="en-US" altLang="zh-CN" sz="3200" b="1" u="sng" dirty="0">
                <a:latin typeface="Times New Roman" panose="02020603050405020304" charset="0"/>
                <a:cs typeface="Times New Roman" panose="02020603050405020304" charset="0"/>
                <a:hlinkClick r:id="rId2"/>
              </a:rPr>
              <a:t>uv2026.conf@universal-village.org</a:t>
            </a:r>
            <a:endParaRPr lang="en-US" altLang="zh-CN" sz="3200" b="1" u="sng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114300" indent="0" algn="ctr">
              <a:buNone/>
            </a:pPr>
            <a:endParaRPr lang="en-US" altLang="zh-CN" sz="3200" b="1" u="sng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5" name="Google Shape;195;p33"/>
          <p:cNvSpPr txBox="1"/>
          <p:nvPr/>
        </p:nvSpPr>
        <p:spPr>
          <a:xfrm>
            <a:off x="311700" y="581891"/>
            <a:ext cx="8520600" cy="512617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GB" sz="24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9</a:t>
            </a:r>
            <a:r>
              <a:rPr lang="en-GB" sz="24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. </a:t>
            </a:r>
            <a:r>
              <a:rPr lang="en-US" altLang="zh-CN" sz="2400" b="1" dirty="0">
                <a:solidFill>
                  <a:srgbClr val="009242"/>
                </a:solidFill>
                <a:latin typeface="Times New Roman" panose="02020603050405020304" charset="0"/>
                <a:cs typeface="Times New Roman" panose="02020603050405020304" charset="0"/>
              </a:rPr>
              <a:t>Contact Information Account Creation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8578</TotalTime>
  <Words>1246</Words>
  <Application>Microsoft Office PowerPoint</Application>
  <PresentationFormat>全屏显示(16:9)</PresentationFormat>
  <Paragraphs>150</Paragraphs>
  <Slides>27</Slides>
  <Notes>25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1" baseType="lpstr">
      <vt:lpstr>Arial</vt:lpstr>
      <vt:lpstr>Times New Roman</vt:lpstr>
      <vt:lpstr>Wingdings</vt:lpstr>
      <vt:lpstr>Simple Light</vt:lpstr>
      <vt:lpstr>PowerPoint 演示文稿</vt:lpstr>
      <vt:lpstr>Outline</vt:lpstr>
      <vt:lpstr>1. Create an EasyChair Account-1</vt:lpstr>
      <vt:lpstr>PowerPoint 演示文稿</vt:lpstr>
      <vt:lpstr>1. Create an EasyChair Account-3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2. Submit a New Paper-1</vt:lpstr>
      <vt:lpstr>PowerPoint 演示文稿</vt:lpstr>
      <vt:lpstr>2. Submit a New Paper-3</vt:lpstr>
      <vt:lpstr>2. Submit a New Paper-4</vt:lpstr>
      <vt:lpstr>3.   Update an Existing Submission-1</vt:lpstr>
      <vt:lpstr>3.   Update an Existing Submission-2</vt:lpstr>
      <vt:lpstr>3.   Update an Existing Submission-2</vt:lpstr>
      <vt:lpstr>3.   Update an Existing Submission-3</vt:lpstr>
      <vt:lpstr>4. Check Review Results-1</vt:lpstr>
      <vt:lpstr>PowerPoint 演示文稿</vt:lpstr>
      <vt:lpstr>4. Check Review Results-3</vt:lpstr>
      <vt:lpstr>PowerPoint 演示文稿</vt:lpstr>
      <vt:lpstr>5. Paper Submission Requirements</vt:lpstr>
      <vt:lpstr>6. Paper Template </vt:lpstr>
      <vt:lpstr>7. Formatting Requirements &amp; Checklist</vt:lpstr>
      <vt:lpstr>8. Forum &amp; Competition Submissions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Instructions for IEEE UV2026 Paper Submission</dc:title>
  <dc:creator/>
  <cp:lastModifiedBy>Kou, Jieren</cp:lastModifiedBy>
  <cp:revision>43</cp:revision>
  <dcterms:created xsi:type="dcterms:W3CDTF">2026-03-07T16:37:00Z</dcterms:created>
  <dcterms:modified xsi:type="dcterms:W3CDTF">2026-06-07T03:53:01Z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2BE4E4AFEB974AD684A89225A88FE9A1_13</vt:lpwstr>
  </property>
</Properties>
</file>
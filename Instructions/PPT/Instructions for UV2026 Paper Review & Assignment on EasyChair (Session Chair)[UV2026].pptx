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4"/>
  </p:notesMasterIdLst>
  <p:sldIdLst>
    <p:sldId id="280" r:id="rId2"/>
    <p:sldId id="257" r:id="rId3"/>
    <p:sldId id="258" r:id="rId4"/>
    <p:sldId id="278" r:id="rId5"/>
    <p:sldId id="279"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7" r:id="rId21"/>
    <p:sldId id="273" r:id="rId22"/>
    <p:sldId id="276"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F776D-74E1-CC4A-B0F7-E4149D30AC59}" v="14" dt="2026-05-31T05:18:48.9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96"/>
    <p:restoredTop sz="94399"/>
  </p:normalViewPr>
  <p:slideViewPr>
    <p:cSldViewPr snapToGrid="0" showGuides="1">
      <p:cViewPr varScale="1">
        <p:scale>
          <a:sx n="131" d="100"/>
          <a:sy n="131" d="100"/>
        </p:scale>
        <p:origin x="92" y="180"/>
      </p:cViewPr>
      <p:guideLst>
        <p:guide orient="horz" pos="1656"/>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3a1d08044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3a1d08044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a1d08044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3a1d08044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a1d08044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3a1d08044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3a1d08044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3a1d08044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3a1d080442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3a1d080442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13a1d080442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13a1d080442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a1d080442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a1d080442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3a1d080442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3a1d080442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3a1d080442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3a1d080442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3a1d080442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3a1d080442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838a199af7_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838a199af7_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PC Member?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838a199af7_7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838a199af7_7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838a199af7_7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838a199af7_7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838a199af7_7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838a199af7_7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838a199af7_7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838a199af7_7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838a199af7_7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838a199af7_7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f7f525a68c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f7f525a68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f7f525a68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f7f525a68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f7f525a68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f7f525a68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f7f525a68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f7f525a68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spTree>
      <p:nvGrpSpPr>
        <p:cNvPr id="1" name="Shape 13"/>
        <p:cNvGrpSpPr/>
        <p:nvPr/>
      </p:nvGrpSpPr>
      <p:grpSpPr>
        <a:xfrm>
          <a:off x="0" y="0"/>
          <a:ext cx="0" cy="0"/>
          <a:chOff x="0" y="0"/>
          <a:chExt cx="0" cy="0"/>
        </a:xfrm>
      </p:grpSpPr>
      <p:sp>
        <p:nvSpPr>
          <p:cNvPr id="2" name="矩形 7">
            <a:extLst>
              <a:ext uri="{FF2B5EF4-FFF2-40B4-BE49-F238E27FC236}">
                <a16:creationId xmlns:a16="http://schemas.microsoft.com/office/drawing/2014/main" id="{9DB3C2E1-DEA9-5DAD-7FA9-70CDE39D2932}"/>
              </a:ext>
            </a:extLst>
          </p:cNvPr>
          <p:cNvSpPr/>
          <p:nvPr userDrawn="1"/>
        </p:nvSpPr>
        <p:spPr>
          <a:xfrm flipH="1">
            <a:off x="0" y="4778374"/>
            <a:ext cx="9144000" cy="388032"/>
          </a:xfrm>
          <a:custGeom>
            <a:avLst/>
            <a:gdLst>
              <a:gd name="connsiteX0" fmla="*/ 0 w 12192000"/>
              <a:gd name="connsiteY0" fmla="*/ 0 h 609599"/>
              <a:gd name="connsiteX1" fmla="*/ 12192000 w 12192000"/>
              <a:gd name="connsiteY1" fmla="*/ 0 h 609599"/>
              <a:gd name="connsiteX2" fmla="*/ 12192000 w 12192000"/>
              <a:gd name="connsiteY2" fmla="*/ 609599 h 609599"/>
              <a:gd name="connsiteX3" fmla="*/ 0 w 12192000"/>
              <a:gd name="connsiteY3" fmla="*/ 609599 h 609599"/>
              <a:gd name="connsiteX4" fmla="*/ 0 w 12192000"/>
              <a:gd name="connsiteY4" fmla="*/ 0 h 609599"/>
              <a:gd name="connsiteX0" fmla="*/ 0 w 12192000"/>
              <a:gd name="connsiteY0" fmla="*/ 548640 h 1158239"/>
              <a:gd name="connsiteX1" fmla="*/ 12192000 w 12192000"/>
              <a:gd name="connsiteY1" fmla="*/ 548640 h 1158239"/>
              <a:gd name="connsiteX2" fmla="*/ 12192000 w 12192000"/>
              <a:gd name="connsiteY2" fmla="*/ 1158239 h 1158239"/>
              <a:gd name="connsiteX3" fmla="*/ 0 w 12192000"/>
              <a:gd name="connsiteY3" fmla="*/ 1158239 h 1158239"/>
              <a:gd name="connsiteX4" fmla="*/ 0 w 12192000"/>
              <a:gd name="connsiteY4" fmla="*/ 548640 h 1158239"/>
              <a:gd name="connsiteX0" fmla="*/ 0 w 12192000"/>
              <a:gd name="connsiteY0" fmla="*/ 376700 h 986299"/>
              <a:gd name="connsiteX1" fmla="*/ 12192000 w 12192000"/>
              <a:gd name="connsiteY1" fmla="*/ 376700 h 986299"/>
              <a:gd name="connsiteX2" fmla="*/ 12192000 w 12192000"/>
              <a:gd name="connsiteY2" fmla="*/ 986299 h 986299"/>
              <a:gd name="connsiteX3" fmla="*/ 0 w 12192000"/>
              <a:gd name="connsiteY3" fmla="*/ 986299 h 986299"/>
              <a:gd name="connsiteX4" fmla="*/ 0 w 12192000"/>
              <a:gd name="connsiteY4" fmla="*/ 376700 h 986299"/>
              <a:gd name="connsiteX0" fmla="*/ 0 w 12192000"/>
              <a:gd name="connsiteY0" fmla="*/ 438928 h 1048527"/>
              <a:gd name="connsiteX1" fmla="*/ 12192000 w 12192000"/>
              <a:gd name="connsiteY1" fmla="*/ 438928 h 1048527"/>
              <a:gd name="connsiteX2" fmla="*/ 12192000 w 12192000"/>
              <a:gd name="connsiteY2" fmla="*/ 1048527 h 1048527"/>
              <a:gd name="connsiteX3" fmla="*/ 0 w 12192000"/>
              <a:gd name="connsiteY3" fmla="*/ 1048527 h 1048527"/>
              <a:gd name="connsiteX4" fmla="*/ 0 w 12192000"/>
              <a:gd name="connsiteY4" fmla="*/ 438928 h 1048527"/>
              <a:gd name="connsiteX0" fmla="*/ 0 w 12192000"/>
              <a:gd name="connsiteY0" fmla="*/ 181799 h 791398"/>
              <a:gd name="connsiteX1" fmla="*/ 12192000 w 12192000"/>
              <a:gd name="connsiteY1" fmla="*/ 181799 h 791398"/>
              <a:gd name="connsiteX2" fmla="*/ 12192000 w 12192000"/>
              <a:gd name="connsiteY2" fmla="*/ 791398 h 791398"/>
              <a:gd name="connsiteX3" fmla="*/ 0 w 12192000"/>
              <a:gd name="connsiteY3" fmla="*/ 791398 h 791398"/>
              <a:gd name="connsiteX4" fmla="*/ 0 w 12192000"/>
              <a:gd name="connsiteY4" fmla="*/ 181799 h 791398"/>
              <a:gd name="connsiteX0" fmla="*/ 0 w 12192000"/>
              <a:gd name="connsiteY0" fmla="*/ 187345 h 796944"/>
              <a:gd name="connsiteX1" fmla="*/ 12192000 w 12192000"/>
              <a:gd name="connsiteY1" fmla="*/ 187345 h 796944"/>
              <a:gd name="connsiteX2" fmla="*/ 12192000 w 12192000"/>
              <a:gd name="connsiteY2" fmla="*/ 796944 h 796944"/>
              <a:gd name="connsiteX3" fmla="*/ 0 w 12192000"/>
              <a:gd name="connsiteY3" fmla="*/ 796944 h 796944"/>
              <a:gd name="connsiteX4" fmla="*/ 0 w 12192000"/>
              <a:gd name="connsiteY4" fmla="*/ 187345 h 796944"/>
              <a:gd name="connsiteX0" fmla="*/ 0 w 12192000"/>
              <a:gd name="connsiteY0" fmla="*/ 154569 h 764168"/>
              <a:gd name="connsiteX1" fmla="*/ 12192000 w 12192000"/>
              <a:gd name="connsiteY1" fmla="*/ 154569 h 764168"/>
              <a:gd name="connsiteX2" fmla="*/ 12192000 w 12192000"/>
              <a:gd name="connsiteY2" fmla="*/ 764168 h 764168"/>
              <a:gd name="connsiteX3" fmla="*/ 0 w 12192000"/>
              <a:gd name="connsiteY3" fmla="*/ 764168 h 764168"/>
              <a:gd name="connsiteX4" fmla="*/ 0 w 12192000"/>
              <a:gd name="connsiteY4" fmla="*/ 154569 h 764168"/>
              <a:gd name="connsiteX0" fmla="*/ 0 w 12192000"/>
              <a:gd name="connsiteY0" fmla="*/ 165354 h 774953"/>
              <a:gd name="connsiteX1" fmla="*/ 12192000 w 12192000"/>
              <a:gd name="connsiteY1" fmla="*/ 165354 h 774953"/>
              <a:gd name="connsiteX2" fmla="*/ 12192000 w 12192000"/>
              <a:gd name="connsiteY2" fmla="*/ 774953 h 774953"/>
              <a:gd name="connsiteX3" fmla="*/ 0 w 12192000"/>
              <a:gd name="connsiteY3" fmla="*/ 774953 h 774953"/>
              <a:gd name="connsiteX4" fmla="*/ 0 w 12192000"/>
              <a:gd name="connsiteY4" fmla="*/ 165354 h 774953"/>
              <a:gd name="connsiteX0" fmla="*/ 0 w 12192000"/>
              <a:gd name="connsiteY0" fmla="*/ 181798 h 791397"/>
              <a:gd name="connsiteX1" fmla="*/ 12192000 w 12192000"/>
              <a:gd name="connsiteY1" fmla="*/ 181798 h 791397"/>
              <a:gd name="connsiteX2" fmla="*/ 12192000 w 12192000"/>
              <a:gd name="connsiteY2" fmla="*/ 791397 h 791397"/>
              <a:gd name="connsiteX3" fmla="*/ 0 w 12192000"/>
              <a:gd name="connsiteY3" fmla="*/ 791397 h 791397"/>
              <a:gd name="connsiteX4" fmla="*/ 0 w 12192000"/>
              <a:gd name="connsiteY4" fmla="*/ 181798 h 791397"/>
              <a:gd name="connsiteX0" fmla="*/ 0 w 12192000"/>
              <a:gd name="connsiteY0" fmla="*/ 88858 h 698457"/>
              <a:gd name="connsiteX1" fmla="*/ 12192000 w 12192000"/>
              <a:gd name="connsiteY1" fmla="*/ 88858 h 698457"/>
              <a:gd name="connsiteX2" fmla="*/ 12192000 w 12192000"/>
              <a:gd name="connsiteY2" fmla="*/ 698457 h 698457"/>
              <a:gd name="connsiteX3" fmla="*/ 0 w 12192000"/>
              <a:gd name="connsiteY3" fmla="*/ 698457 h 698457"/>
              <a:gd name="connsiteX4" fmla="*/ 0 w 12192000"/>
              <a:gd name="connsiteY4" fmla="*/ 88858 h 698457"/>
              <a:gd name="connsiteX0" fmla="*/ 10160 w 12192000"/>
              <a:gd name="connsiteY0" fmla="*/ 93903 h 612062"/>
              <a:gd name="connsiteX1" fmla="*/ 12192000 w 12192000"/>
              <a:gd name="connsiteY1" fmla="*/ 2463 h 612062"/>
              <a:gd name="connsiteX2" fmla="*/ 12192000 w 12192000"/>
              <a:gd name="connsiteY2" fmla="*/ 612062 h 612062"/>
              <a:gd name="connsiteX3" fmla="*/ 0 w 12192000"/>
              <a:gd name="connsiteY3" fmla="*/ 612062 h 612062"/>
              <a:gd name="connsiteX4" fmla="*/ 10160 w 12192000"/>
              <a:gd name="connsiteY4" fmla="*/ 93903 h 612062"/>
              <a:gd name="connsiteX0" fmla="*/ 0 w 12181840"/>
              <a:gd name="connsiteY0" fmla="*/ 93903 h 612062"/>
              <a:gd name="connsiteX1" fmla="*/ 12181840 w 12181840"/>
              <a:gd name="connsiteY1" fmla="*/ 2463 h 612062"/>
              <a:gd name="connsiteX2" fmla="*/ 12181840 w 12181840"/>
              <a:gd name="connsiteY2" fmla="*/ 612062 h 612062"/>
              <a:gd name="connsiteX3" fmla="*/ 12700 w 12181840"/>
              <a:gd name="connsiteY3" fmla="*/ 612062 h 612062"/>
              <a:gd name="connsiteX4" fmla="*/ 0 w 12181840"/>
              <a:gd name="connsiteY4" fmla="*/ 93903 h 612062"/>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97080"/>
              <a:gd name="connsiteY0" fmla="*/ 93459 h 619238"/>
              <a:gd name="connsiteX1" fmla="*/ 12197080 w 12197080"/>
              <a:gd name="connsiteY1" fmla="*/ 9639 h 619238"/>
              <a:gd name="connsiteX2" fmla="*/ 12197080 w 12197080"/>
              <a:gd name="connsiteY2" fmla="*/ 619238 h 619238"/>
              <a:gd name="connsiteX3" fmla="*/ 27940 w 12197080"/>
              <a:gd name="connsiteY3" fmla="*/ 619238 h 619238"/>
              <a:gd name="connsiteX4" fmla="*/ 0 w 12197080"/>
              <a:gd name="connsiteY4" fmla="*/ 93459 h 619238"/>
              <a:gd name="connsiteX0" fmla="*/ 2540 w 12199620"/>
              <a:gd name="connsiteY0" fmla="*/ 93459 h 619238"/>
              <a:gd name="connsiteX1" fmla="*/ 12199620 w 12199620"/>
              <a:gd name="connsiteY1" fmla="*/ 9639 h 619238"/>
              <a:gd name="connsiteX2" fmla="*/ 12199620 w 12199620"/>
              <a:gd name="connsiteY2" fmla="*/ 619238 h 619238"/>
              <a:gd name="connsiteX3" fmla="*/ 0 w 12199620"/>
              <a:gd name="connsiteY3" fmla="*/ 611618 h 619238"/>
              <a:gd name="connsiteX4" fmla="*/ 2540 w 12199620"/>
              <a:gd name="connsiteY4" fmla="*/ 93459 h 619238"/>
              <a:gd name="connsiteX0" fmla="*/ 153 w 12201043"/>
              <a:gd name="connsiteY0" fmla="*/ 152400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52400 h 609599"/>
              <a:gd name="connsiteX0" fmla="*/ 153 w 12201043"/>
              <a:gd name="connsiteY0" fmla="*/ 184785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84785 h 60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043" h="609599">
                <a:moveTo>
                  <a:pt x="153" y="184785"/>
                </a:moveTo>
                <a:cubicBezTo>
                  <a:pt x="6075833" y="-272415"/>
                  <a:pt x="8457083" y="1051560"/>
                  <a:pt x="12201043" y="0"/>
                </a:cubicBezTo>
                <a:lnTo>
                  <a:pt x="12201043" y="609599"/>
                </a:lnTo>
                <a:lnTo>
                  <a:pt x="1423" y="601979"/>
                </a:lnTo>
                <a:cubicBezTo>
                  <a:pt x="2270" y="429259"/>
                  <a:pt x="-694" y="357505"/>
                  <a:pt x="153" y="184785"/>
                </a:cubicBezTo>
                <a:close/>
              </a:path>
            </a:pathLst>
          </a:custGeom>
          <a:gradFill flip="none" rotWithShape="1">
            <a:gsLst>
              <a:gs pos="60000">
                <a:srgbClr val="008A41">
                  <a:alpha val="49804"/>
                </a:srgbClr>
              </a:gs>
              <a:gs pos="0">
                <a:srgbClr val="008A41">
                  <a:alpha val="70000"/>
                </a:srgbClr>
              </a:gs>
              <a:gs pos="100000">
                <a:srgbClr val="A0D2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a:extLst>
              <a:ext uri="{FF2B5EF4-FFF2-40B4-BE49-F238E27FC236}">
                <a16:creationId xmlns:a16="http://schemas.microsoft.com/office/drawing/2014/main" id="{6CB6E9FA-E797-3B39-E5CC-41391CC80361}"/>
              </a:ext>
            </a:extLst>
          </p:cNvPr>
          <p:cNvSpPr/>
          <p:nvPr userDrawn="1"/>
        </p:nvSpPr>
        <p:spPr>
          <a:xfrm flipH="1" flipV="1">
            <a:off x="-6103" y="-10167"/>
            <a:ext cx="9143999" cy="388031"/>
          </a:xfrm>
          <a:custGeom>
            <a:avLst/>
            <a:gdLst>
              <a:gd name="connsiteX0" fmla="*/ 12192000 w 12192000"/>
              <a:gd name="connsiteY0" fmla="*/ 0 h 2039768"/>
              <a:gd name="connsiteX1" fmla="*/ 12192000 w 12192000"/>
              <a:gd name="connsiteY1" fmla="*/ 2039768 h 2039768"/>
              <a:gd name="connsiteX2" fmla="*/ 0 w 12192000"/>
              <a:gd name="connsiteY2" fmla="*/ 2039768 h 2039768"/>
              <a:gd name="connsiteX3" fmla="*/ 0 w 12192000"/>
              <a:gd name="connsiteY3" fmla="*/ 819391 h 2039768"/>
              <a:gd name="connsiteX4" fmla="*/ 37309 w 12192000"/>
              <a:gd name="connsiteY4" fmla="*/ 834936 h 2039768"/>
              <a:gd name="connsiteX5" fmla="*/ 5319640 w 12192000"/>
              <a:gd name="connsiteY5" fmla="*/ 1747868 h 2039768"/>
              <a:gd name="connsiteX6" fmla="*/ 11971651 w 12192000"/>
              <a:gd name="connsiteY6" fmla="*/ 149892 h 2039768"/>
              <a:gd name="connsiteX0" fmla="*/ 12192000 w 12192000"/>
              <a:gd name="connsiteY0" fmla="*/ 373966 h 1893600"/>
              <a:gd name="connsiteX1" fmla="*/ 12192000 w 12192000"/>
              <a:gd name="connsiteY1" fmla="*/ 1893600 h 1893600"/>
              <a:gd name="connsiteX2" fmla="*/ 0 w 12192000"/>
              <a:gd name="connsiteY2" fmla="*/ 1893600 h 1893600"/>
              <a:gd name="connsiteX3" fmla="*/ 0 w 12192000"/>
              <a:gd name="connsiteY3" fmla="*/ 673223 h 1893600"/>
              <a:gd name="connsiteX4" fmla="*/ 37309 w 12192000"/>
              <a:gd name="connsiteY4" fmla="*/ 688768 h 1893600"/>
              <a:gd name="connsiteX5" fmla="*/ 5319640 w 12192000"/>
              <a:gd name="connsiteY5" fmla="*/ 1601700 h 1893600"/>
              <a:gd name="connsiteX6" fmla="*/ 11971651 w 12192000"/>
              <a:gd name="connsiteY6" fmla="*/ 3724 h 1893600"/>
              <a:gd name="connsiteX7" fmla="*/ 12192000 w 12192000"/>
              <a:gd name="connsiteY7" fmla="*/ 373966 h 1893600"/>
              <a:gd name="connsiteX0" fmla="*/ 12192000 w 12192000"/>
              <a:gd name="connsiteY0" fmla="*/ 1413 h 1521047"/>
              <a:gd name="connsiteX1" fmla="*/ 12192000 w 12192000"/>
              <a:gd name="connsiteY1" fmla="*/ 1521047 h 1521047"/>
              <a:gd name="connsiteX2" fmla="*/ 0 w 12192000"/>
              <a:gd name="connsiteY2" fmla="*/ 1521047 h 1521047"/>
              <a:gd name="connsiteX3" fmla="*/ 0 w 12192000"/>
              <a:gd name="connsiteY3" fmla="*/ 300670 h 1521047"/>
              <a:gd name="connsiteX4" fmla="*/ 37309 w 12192000"/>
              <a:gd name="connsiteY4" fmla="*/ 316215 h 1521047"/>
              <a:gd name="connsiteX5" fmla="*/ 5319640 w 12192000"/>
              <a:gd name="connsiteY5" fmla="*/ 1229147 h 1521047"/>
              <a:gd name="connsiteX6" fmla="*/ 12192000 w 12192000"/>
              <a:gd name="connsiteY6" fmla="*/ 1413 h 1521047"/>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37309 w 12192000"/>
              <a:gd name="connsiteY4" fmla="*/ 314802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140179 w 12192000"/>
              <a:gd name="connsiteY4" fmla="*/ 401490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19640 w 12198096"/>
              <a:gd name="connsiteY4" fmla="*/ 1033551 h 1325451"/>
              <a:gd name="connsiteX5" fmla="*/ 12198096 w 12198096"/>
              <a:gd name="connsiteY5" fmla="*/ 0 h 1325451"/>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25736 w 12198096"/>
              <a:gd name="connsiteY4" fmla="*/ 978070 h 1325451"/>
              <a:gd name="connsiteX5" fmla="*/ 12198096 w 12198096"/>
              <a:gd name="connsiteY5" fmla="*/ 0 h 132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096" h="1325451">
                <a:moveTo>
                  <a:pt x="12198096" y="0"/>
                </a:moveTo>
                <a:lnTo>
                  <a:pt x="12192000" y="1325451"/>
                </a:lnTo>
                <a:lnTo>
                  <a:pt x="0" y="1325451"/>
                </a:lnTo>
                <a:lnTo>
                  <a:pt x="3810" y="434491"/>
                </a:lnTo>
                <a:cubicBezTo>
                  <a:pt x="1718603" y="876908"/>
                  <a:pt x="3533473" y="963319"/>
                  <a:pt x="5325736" y="978070"/>
                </a:cubicBezTo>
                <a:cubicBezTo>
                  <a:pt x="7351518" y="925603"/>
                  <a:pt x="10633603" y="731550"/>
                  <a:pt x="12198096" y="0"/>
                </a:cubicBezTo>
                <a:close/>
              </a:path>
            </a:pathLst>
          </a:custGeom>
          <a:gradFill flip="none" rotWithShape="1">
            <a:gsLst>
              <a:gs pos="60000">
                <a:srgbClr val="A0D2B4">
                  <a:alpha val="50000"/>
                </a:srgbClr>
              </a:gs>
              <a:gs pos="0">
                <a:srgbClr val="008A41">
                  <a:alpha val="70000"/>
                </a:srgbClr>
              </a:gs>
              <a:gs pos="100000">
                <a:srgbClr val="A0D2B4">
                  <a:alpha val="5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pic>
        <p:nvPicPr>
          <p:cNvPr id="4" name="图片 3">
            <a:extLst>
              <a:ext uri="{FF2B5EF4-FFF2-40B4-BE49-F238E27FC236}">
                <a16:creationId xmlns:a16="http://schemas.microsoft.com/office/drawing/2014/main" id="{42ED355D-D84E-BF64-77C2-BA96CDD45BA5}"/>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ackgroundRemoval t="3090" b="89888" l="2563" r="97313">
                        <a14:foregroundMark x1="7187" y1="50562" x2="61563" y2="38764"/>
                        <a14:foregroundMark x1="61563" y1="38764" x2="63438" y2="41292"/>
                        <a14:foregroundMark x1="29875" y1="86798" x2="41313" y2="84551"/>
                        <a14:foregroundMark x1="41313" y1="84551" x2="57375" y2="89607"/>
                        <a14:foregroundMark x1="57375" y1="89607" x2="63438" y2="85112"/>
                        <a14:foregroundMark x1="63438" y1="85112" x2="64063" y2="85112"/>
                        <a14:foregroundMark x1="22250" y1="25843" x2="23375" y2="34831"/>
                        <a14:foregroundMark x1="22375" y1="26124" x2="26438" y2="23876"/>
                        <a14:foregroundMark x1="26438" y1="23876" x2="28688" y2="24438"/>
                        <a14:foregroundMark x1="22313" y1="23315" x2="28750" y2="25562"/>
                        <a14:foregroundMark x1="68313" y1="24157" x2="68313" y2="24157"/>
                        <a14:foregroundMark x1="68375" y1="70506" x2="68375" y2="70506"/>
                        <a14:foregroundMark x1="68063" y1="61236" x2="68063" y2="61236"/>
                        <a14:foregroundMark x1="83438" y1="31180" x2="87688" y2="19382"/>
                        <a14:foregroundMark x1="87688" y1="19382" x2="91813" y2="23315"/>
                        <a14:foregroundMark x1="91813" y1="23315" x2="95063" y2="37079"/>
                        <a14:foregroundMark x1="95063" y1="37079" x2="95188" y2="56461"/>
                        <a14:foregroundMark x1="95188" y1="56461" x2="91188" y2="72753"/>
                        <a14:foregroundMark x1="91188" y1="72753" x2="86438" y2="75562"/>
                        <a14:foregroundMark x1="86438" y1="75562" x2="82438" y2="60393"/>
                        <a14:foregroundMark x1="82438" y1="60393" x2="82125" y2="40449"/>
                        <a14:foregroundMark x1="82125" y1="40449" x2="83813" y2="29213"/>
                        <a14:foregroundMark x1="85688" y1="46910" x2="91313" y2="42416"/>
                        <a14:foregroundMark x1="84500" y1="41854" x2="89125" y2="45506"/>
                        <a14:foregroundMark x1="89125" y1="45506" x2="89313" y2="66573"/>
                        <a14:foregroundMark x1="89313" y1="66573" x2="85375" y2="56742"/>
                        <a14:foregroundMark x1="85375" y1="56742" x2="86188" y2="33427"/>
                        <a14:foregroundMark x1="86188" y1="33427" x2="89625" y2="23315"/>
                        <a14:foregroundMark x1="89625" y1="23315" x2="93063" y2="58146"/>
                        <a14:foregroundMark x1="93063" y1="58146" x2="92625" y2="60955"/>
                        <a14:foregroundMark x1="83250" y1="28933" x2="87125" y2="18539"/>
                        <a14:foregroundMark x1="87125" y1="18539" x2="92063" y2="21629"/>
                        <a14:foregroundMark x1="92063" y1="21629" x2="95063" y2="33989"/>
                        <a14:foregroundMark x1="95063" y1="33989" x2="95875" y2="52247"/>
                        <a14:foregroundMark x1="95875" y1="52247" x2="92688" y2="71910"/>
                        <a14:foregroundMark x1="92688" y1="71910" x2="89188" y2="80337"/>
                        <a14:foregroundMark x1="89188" y1="80337" x2="84125" y2="70787"/>
                        <a14:foregroundMark x1="84125" y1="70787" x2="81313" y2="53371"/>
                        <a14:foregroundMark x1="81313" y1="53371" x2="81875" y2="39607"/>
                        <a14:foregroundMark x1="60250" y1="39888" x2="58125" y2="37079"/>
                        <a14:foregroundMark x1="67625" y1="32022" x2="69313" y2="53090"/>
                        <a14:foregroundMark x1="69313" y1="53090" x2="75000" y2="35674"/>
                        <a14:foregroundMark x1="75000" y1="35674" x2="68813" y2="40449"/>
                        <a14:foregroundMark x1="68813" y1="40449" x2="69000" y2="21629"/>
                        <a14:foregroundMark x1="69000" y1="21629" x2="74250" y2="16292"/>
                        <a14:foregroundMark x1="74250" y1="16292" x2="78563" y2="24719"/>
                        <a14:foregroundMark x1="78563" y1="24719" x2="80063" y2="46348"/>
                        <a14:foregroundMark x1="80063" y1="46348" x2="75813" y2="71067"/>
                        <a14:foregroundMark x1="75813" y1="71067" x2="70438" y2="74719"/>
                        <a14:foregroundMark x1="70438" y1="74719" x2="77063" y2="69944"/>
                        <a14:foregroundMark x1="77063" y1="69944" x2="72313" y2="77528"/>
                        <a14:foregroundMark x1="72313" y1="77528" x2="67500" y2="53090"/>
                        <a14:foregroundMark x1="67500" y1="53090" x2="68063" y2="72753"/>
                        <a14:foregroundMark x1="68063" y1="72753" x2="69000" y2="77528"/>
                        <a14:foregroundMark x1="70688" y1="76685" x2="72438" y2="80056"/>
                        <a14:foregroundMark x1="73750" y1="78371" x2="75688" y2="78652"/>
                        <a14:foregroundMark x1="70813" y1="78090" x2="72063" y2="73876"/>
                        <a14:foregroundMark x1="5407" y1="21913" x2="10063" y2="20506"/>
                        <a14:foregroundMark x1="10063" y1="20506" x2="33938" y2="20506"/>
                        <a14:foregroundMark x1="33938" y1="20506" x2="53813" y2="11798"/>
                        <a14:foregroundMark x1="53813" y1="11798" x2="64813" y2="15449"/>
                        <a14:foregroundMark x1="64813" y1="15449" x2="67750" y2="43539"/>
                        <a14:foregroundMark x1="67750" y1="43539" x2="67750" y2="73876"/>
                        <a14:foregroundMark x1="67750" y1="73876" x2="59750" y2="97753"/>
                        <a14:foregroundMark x1="59750" y1="97753" x2="40250" y2="95506"/>
                        <a14:foregroundMark x1="40250" y1="95506" x2="9375" y2="72753"/>
                        <a14:foregroundMark x1="9375" y1="72753" x2="5309" y2="63916"/>
                        <a14:foregroundMark x1="10125" y1="10955" x2="11750" y2="27528"/>
                        <a14:foregroundMark x1="11750" y1="27528" x2="9125" y2="14045"/>
                        <a14:foregroundMark x1="9125" y1="14045" x2="13188" y2="16011"/>
                        <a14:foregroundMark x1="86698" y1="5849" x2="92049" y2="12903"/>
                        <a14:foregroundMark x1="97370" y1="25565" x2="99688" y2="49719"/>
                        <a14:foregroundMark x1="99688" y1="49719" x2="98188" y2="69101"/>
                        <a14:foregroundMark x1="98188" y1="69101" x2="93563" y2="85112"/>
                        <a14:foregroundMark x1="93563" y1="85112" x2="55688" y2="99719"/>
                        <a14:foregroundMark x1="55688" y1="99719" x2="7164" y2="90806"/>
                        <a14:foregroundMark x1="5404" y1="20395" x2="5750" y2="17978"/>
                        <a14:foregroundMark x1="5750" y1="17978" x2="44938" y2="2528"/>
                        <a14:foregroundMark x1="44938" y1="2528" x2="90875" y2="24438"/>
                        <a14:foregroundMark x1="90875" y1="24438" x2="80938" y2="14607"/>
                        <a14:foregroundMark x1="80938" y1="14607" x2="81099" y2="13463"/>
                        <a14:foregroundMark x1="68750" y1="12360" x2="78063" y2="17135"/>
                        <a14:foregroundMark x1="78063" y1="17135" x2="87938" y2="14607"/>
                        <a14:foregroundMark x1="87938" y1="14607" x2="93500" y2="20506"/>
                        <a14:foregroundMark x1="93500" y1="20506" x2="97500" y2="30618"/>
                        <a14:foregroundMark x1="97500" y1="30618" x2="97313" y2="59831"/>
                        <a14:foregroundMark x1="97313" y1="59831" x2="89563" y2="72753"/>
                        <a14:foregroundMark x1="89563" y1="72753" x2="79813" y2="68258"/>
                        <a14:foregroundMark x1="79813" y1="68258" x2="69438" y2="31180"/>
                        <a14:foregroundMark x1="69438" y1="31180" x2="68688" y2="12921"/>
                        <a14:foregroundMark x1="68688" y1="12921" x2="68688" y2="12640"/>
                        <a14:foregroundMark x1="5938" y1="33708" x2="6750" y2="79213"/>
                        <a14:backgroundMark x1="95264" y1="19646" x2="99063" y2="22472"/>
                        <a14:backgroundMark x1="72250" y1="2528" x2="84419" y2="11579"/>
                        <a14:backgroundMark x1="99063" y1="22472" x2="99563" y2="1685"/>
                        <a14:backgroundMark x1="99563" y1="1685" x2="71625" y2="1966"/>
                        <a14:backgroundMark x1="563" y1="11236" x2="6375" y2="95506"/>
                        <a14:backgroundMark x1="3125" y1="64607" x2="4500" y2="85112"/>
                        <a14:backgroundMark x1="2313" y1="66573" x2="3375" y2="64607"/>
                        <a14:backgroundMark x1="313" y1="17416" x2="625" y2="98315"/>
                        <a14:backgroundMark x1="1188" y1="19382" x2="4313" y2="98596"/>
                        <a14:backgroundMark x1="2750" y1="26685" x2="3125" y2="37079"/>
                        <a14:backgroundMark x1="1750" y1="19382" x2="4500" y2="38483"/>
                        <a14:backgroundMark x1="1750" y1="15449" x2="1750" y2="15449"/>
                        <a14:backgroundMark x1="1750" y1="17135" x2="4313" y2="37640"/>
                        <a14:backgroundMark x1="1875" y1="21910" x2="3938" y2="26966"/>
                        <a14:backgroundMark x1="4313" y1="3371" x2="4375" y2="39888"/>
                      </a14:backgroundRemoval>
                    </a14:imgEffect>
                  </a14:imgLayer>
                </a14:imgProps>
              </a:ext>
              <a:ext uri="{28A0092B-C50C-407E-A947-70E740481C1C}">
                <a14:useLocalDpi xmlns:a14="http://schemas.microsoft.com/office/drawing/2010/main" val="0"/>
              </a:ext>
            </a:extLst>
          </a:blip>
          <a:stretch>
            <a:fillRect/>
          </a:stretch>
        </p:blipFill>
        <p:spPr>
          <a:xfrm>
            <a:off x="5914739" y="183848"/>
            <a:ext cx="3223157" cy="71715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6"/>
        <p:cNvGrpSpPr/>
        <p:nvPr/>
      </p:nvGrpSpPr>
      <p:grpSpPr>
        <a:xfrm>
          <a:off x="0" y="0"/>
          <a:ext cx="0" cy="0"/>
          <a:chOff x="0" y="0"/>
          <a:chExt cx="0" cy="0"/>
        </a:xfrm>
      </p:grpSpPr>
      <p:sp>
        <p:nvSpPr>
          <p:cNvPr id="2" name="文本占位符 29">
            <a:extLst>
              <a:ext uri="{FF2B5EF4-FFF2-40B4-BE49-F238E27FC236}">
                <a16:creationId xmlns:a16="http://schemas.microsoft.com/office/drawing/2014/main" id="{3DA11D5C-DF19-84F5-FD44-7DE7A3CA6AA0}"/>
              </a:ext>
            </a:extLst>
          </p:cNvPr>
          <p:cNvSpPr>
            <a:spLocks noGrp="1"/>
          </p:cNvSpPr>
          <p:nvPr>
            <p:ph type="body" sz="quarter" idx="10"/>
          </p:nvPr>
        </p:nvSpPr>
        <p:spPr>
          <a:xfrm>
            <a:off x="558671" y="378407"/>
            <a:ext cx="8370918" cy="727947"/>
          </a:xfrm>
        </p:spPr>
        <p:txBody>
          <a:bodyPr>
            <a:noAutofit/>
          </a:bodyPr>
          <a:lstStyle>
            <a:lvl1pPr marL="0" indent="0">
              <a:lnSpc>
                <a:spcPct val="100000"/>
              </a:lnSpc>
              <a:buNone/>
              <a:defRPr sz="3800" b="1">
                <a:solidFill>
                  <a:srgbClr val="008A41"/>
                </a:solidFill>
                <a:latin typeface="Times New Roman" panose="02020603050405020304" pitchFamily="18" charset="0"/>
                <a:ea typeface="黑体" panose="02010609060101010101" pitchFamily="49" charset="-122"/>
                <a:cs typeface="Times New Roman" panose="02020603050405020304" pitchFamily="18" charset="0"/>
              </a:defRPr>
            </a:lvl1pPr>
            <a:lvl2pPr>
              <a:defRPr sz="4000">
                <a:latin typeface="Times New Roman" panose="02020603050405020304" pitchFamily="18" charset="0"/>
                <a:ea typeface="宋体" panose="02010600030101010101" pitchFamily="2" charset="-122"/>
                <a:cs typeface="Times New Roman" panose="02020603050405020304" pitchFamily="18" charset="0"/>
              </a:defRPr>
            </a:lvl2pPr>
            <a:lvl3pPr>
              <a:defRPr sz="4000">
                <a:latin typeface="Times New Roman" panose="02020603050405020304" pitchFamily="18" charset="0"/>
                <a:ea typeface="宋体" panose="02010600030101010101" pitchFamily="2" charset="-122"/>
                <a:cs typeface="Times New Roman" panose="02020603050405020304" pitchFamily="18" charset="0"/>
              </a:defRPr>
            </a:lvl3pPr>
            <a:lvl4pPr>
              <a:defRPr sz="4000">
                <a:latin typeface="Times New Roman" panose="02020603050405020304" pitchFamily="18" charset="0"/>
                <a:ea typeface="宋体" panose="02010600030101010101" pitchFamily="2" charset="-122"/>
                <a:cs typeface="Times New Roman" panose="02020603050405020304" pitchFamily="18" charset="0"/>
              </a:defRPr>
            </a:lvl4pPr>
            <a:lvl5pPr>
              <a:defRPr sz="4000">
                <a:latin typeface="Times New Roman" panose="02020603050405020304" pitchFamily="18" charset="0"/>
                <a:ea typeface="宋体" panose="02010600030101010101" pitchFamily="2" charset="-122"/>
                <a:cs typeface="Times New Roman" panose="02020603050405020304" pitchFamily="18" charset="0"/>
              </a:defRPr>
            </a:lvl5pPr>
          </a:lstStyle>
          <a:p>
            <a:pPr lvl="0"/>
            <a:endParaRPr lang="zh-CN" altLang="en-US" dirty="0"/>
          </a:p>
        </p:txBody>
      </p:sp>
      <p:cxnSp>
        <p:nvCxnSpPr>
          <p:cNvPr id="3" name="直接连接符 2">
            <a:extLst>
              <a:ext uri="{FF2B5EF4-FFF2-40B4-BE49-F238E27FC236}">
                <a16:creationId xmlns:a16="http://schemas.microsoft.com/office/drawing/2014/main" id="{300FE6B8-6E1D-7404-37AD-B0F57B58E5C4}"/>
              </a:ext>
            </a:extLst>
          </p:cNvPr>
          <p:cNvCxnSpPr>
            <a:cxnSpLocks/>
          </p:cNvCxnSpPr>
          <p:nvPr userDrawn="1"/>
        </p:nvCxnSpPr>
        <p:spPr>
          <a:xfrm flipV="1">
            <a:off x="659760" y="1105817"/>
            <a:ext cx="8269829" cy="1"/>
          </a:xfrm>
          <a:prstGeom prst="line">
            <a:avLst/>
          </a:prstGeom>
          <a:ln w="31750">
            <a:solidFill>
              <a:srgbClr val="008A41"/>
            </a:solidFill>
          </a:ln>
        </p:spPr>
        <p:style>
          <a:lnRef idx="1">
            <a:schemeClr val="accent1"/>
          </a:lnRef>
          <a:fillRef idx="0">
            <a:schemeClr val="accent1"/>
          </a:fillRef>
          <a:effectRef idx="0">
            <a:schemeClr val="accent1"/>
          </a:effectRef>
          <a:fontRef idx="minor">
            <a:schemeClr val="tx1"/>
          </a:fontRef>
        </p:style>
      </p:cxnSp>
      <p:sp>
        <p:nvSpPr>
          <p:cNvPr id="4" name="矩形 7">
            <a:extLst>
              <a:ext uri="{FF2B5EF4-FFF2-40B4-BE49-F238E27FC236}">
                <a16:creationId xmlns:a16="http://schemas.microsoft.com/office/drawing/2014/main" id="{11EB169F-51B8-91FC-6C59-D30767FF4093}"/>
              </a:ext>
            </a:extLst>
          </p:cNvPr>
          <p:cNvSpPr/>
          <p:nvPr userDrawn="1"/>
        </p:nvSpPr>
        <p:spPr>
          <a:xfrm flipH="1">
            <a:off x="0" y="4778374"/>
            <a:ext cx="9144000" cy="388032"/>
          </a:xfrm>
          <a:custGeom>
            <a:avLst/>
            <a:gdLst>
              <a:gd name="connsiteX0" fmla="*/ 0 w 12192000"/>
              <a:gd name="connsiteY0" fmla="*/ 0 h 609599"/>
              <a:gd name="connsiteX1" fmla="*/ 12192000 w 12192000"/>
              <a:gd name="connsiteY1" fmla="*/ 0 h 609599"/>
              <a:gd name="connsiteX2" fmla="*/ 12192000 w 12192000"/>
              <a:gd name="connsiteY2" fmla="*/ 609599 h 609599"/>
              <a:gd name="connsiteX3" fmla="*/ 0 w 12192000"/>
              <a:gd name="connsiteY3" fmla="*/ 609599 h 609599"/>
              <a:gd name="connsiteX4" fmla="*/ 0 w 12192000"/>
              <a:gd name="connsiteY4" fmla="*/ 0 h 609599"/>
              <a:gd name="connsiteX0" fmla="*/ 0 w 12192000"/>
              <a:gd name="connsiteY0" fmla="*/ 548640 h 1158239"/>
              <a:gd name="connsiteX1" fmla="*/ 12192000 w 12192000"/>
              <a:gd name="connsiteY1" fmla="*/ 548640 h 1158239"/>
              <a:gd name="connsiteX2" fmla="*/ 12192000 w 12192000"/>
              <a:gd name="connsiteY2" fmla="*/ 1158239 h 1158239"/>
              <a:gd name="connsiteX3" fmla="*/ 0 w 12192000"/>
              <a:gd name="connsiteY3" fmla="*/ 1158239 h 1158239"/>
              <a:gd name="connsiteX4" fmla="*/ 0 w 12192000"/>
              <a:gd name="connsiteY4" fmla="*/ 548640 h 1158239"/>
              <a:gd name="connsiteX0" fmla="*/ 0 w 12192000"/>
              <a:gd name="connsiteY0" fmla="*/ 376700 h 986299"/>
              <a:gd name="connsiteX1" fmla="*/ 12192000 w 12192000"/>
              <a:gd name="connsiteY1" fmla="*/ 376700 h 986299"/>
              <a:gd name="connsiteX2" fmla="*/ 12192000 w 12192000"/>
              <a:gd name="connsiteY2" fmla="*/ 986299 h 986299"/>
              <a:gd name="connsiteX3" fmla="*/ 0 w 12192000"/>
              <a:gd name="connsiteY3" fmla="*/ 986299 h 986299"/>
              <a:gd name="connsiteX4" fmla="*/ 0 w 12192000"/>
              <a:gd name="connsiteY4" fmla="*/ 376700 h 986299"/>
              <a:gd name="connsiteX0" fmla="*/ 0 w 12192000"/>
              <a:gd name="connsiteY0" fmla="*/ 438928 h 1048527"/>
              <a:gd name="connsiteX1" fmla="*/ 12192000 w 12192000"/>
              <a:gd name="connsiteY1" fmla="*/ 438928 h 1048527"/>
              <a:gd name="connsiteX2" fmla="*/ 12192000 w 12192000"/>
              <a:gd name="connsiteY2" fmla="*/ 1048527 h 1048527"/>
              <a:gd name="connsiteX3" fmla="*/ 0 w 12192000"/>
              <a:gd name="connsiteY3" fmla="*/ 1048527 h 1048527"/>
              <a:gd name="connsiteX4" fmla="*/ 0 w 12192000"/>
              <a:gd name="connsiteY4" fmla="*/ 438928 h 1048527"/>
              <a:gd name="connsiteX0" fmla="*/ 0 w 12192000"/>
              <a:gd name="connsiteY0" fmla="*/ 181799 h 791398"/>
              <a:gd name="connsiteX1" fmla="*/ 12192000 w 12192000"/>
              <a:gd name="connsiteY1" fmla="*/ 181799 h 791398"/>
              <a:gd name="connsiteX2" fmla="*/ 12192000 w 12192000"/>
              <a:gd name="connsiteY2" fmla="*/ 791398 h 791398"/>
              <a:gd name="connsiteX3" fmla="*/ 0 w 12192000"/>
              <a:gd name="connsiteY3" fmla="*/ 791398 h 791398"/>
              <a:gd name="connsiteX4" fmla="*/ 0 w 12192000"/>
              <a:gd name="connsiteY4" fmla="*/ 181799 h 791398"/>
              <a:gd name="connsiteX0" fmla="*/ 0 w 12192000"/>
              <a:gd name="connsiteY0" fmla="*/ 187345 h 796944"/>
              <a:gd name="connsiteX1" fmla="*/ 12192000 w 12192000"/>
              <a:gd name="connsiteY1" fmla="*/ 187345 h 796944"/>
              <a:gd name="connsiteX2" fmla="*/ 12192000 w 12192000"/>
              <a:gd name="connsiteY2" fmla="*/ 796944 h 796944"/>
              <a:gd name="connsiteX3" fmla="*/ 0 w 12192000"/>
              <a:gd name="connsiteY3" fmla="*/ 796944 h 796944"/>
              <a:gd name="connsiteX4" fmla="*/ 0 w 12192000"/>
              <a:gd name="connsiteY4" fmla="*/ 187345 h 796944"/>
              <a:gd name="connsiteX0" fmla="*/ 0 w 12192000"/>
              <a:gd name="connsiteY0" fmla="*/ 154569 h 764168"/>
              <a:gd name="connsiteX1" fmla="*/ 12192000 w 12192000"/>
              <a:gd name="connsiteY1" fmla="*/ 154569 h 764168"/>
              <a:gd name="connsiteX2" fmla="*/ 12192000 w 12192000"/>
              <a:gd name="connsiteY2" fmla="*/ 764168 h 764168"/>
              <a:gd name="connsiteX3" fmla="*/ 0 w 12192000"/>
              <a:gd name="connsiteY3" fmla="*/ 764168 h 764168"/>
              <a:gd name="connsiteX4" fmla="*/ 0 w 12192000"/>
              <a:gd name="connsiteY4" fmla="*/ 154569 h 764168"/>
              <a:gd name="connsiteX0" fmla="*/ 0 w 12192000"/>
              <a:gd name="connsiteY0" fmla="*/ 165354 h 774953"/>
              <a:gd name="connsiteX1" fmla="*/ 12192000 w 12192000"/>
              <a:gd name="connsiteY1" fmla="*/ 165354 h 774953"/>
              <a:gd name="connsiteX2" fmla="*/ 12192000 w 12192000"/>
              <a:gd name="connsiteY2" fmla="*/ 774953 h 774953"/>
              <a:gd name="connsiteX3" fmla="*/ 0 w 12192000"/>
              <a:gd name="connsiteY3" fmla="*/ 774953 h 774953"/>
              <a:gd name="connsiteX4" fmla="*/ 0 w 12192000"/>
              <a:gd name="connsiteY4" fmla="*/ 165354 h 774953"/>
              <a:gd name="connsiteX0" fmla="*/ 0 w 12192000"/>
              <a:gd name="connsiteY0" fmla="*/ 181798 h 791397"/>
              <a:gd name="connsiteX1" fmla="*/ 12192000 w 12192000"/>
              <a:gd name="connsiteY1" fmla="*/ 181798 h 791397"/>
              <a:gd name="connsiteX2" fmla="*/ 12192000 w 12192000"/>
              <a:gd name="connsiteY2" fmla="*/ 791397 h 791397"/>
              <a:gd name="connsiteX3" fmla="*/ 0 w 12192000"/>
              <a:gd name="connsiteY3" fmla="*/ 791397 h 791397"/>
              <a:gd name="connsiteX4" fmla="*/ 0 w 12192000"/>
              <a:gd name="connsiteY4" fmla="*/ 181798 h 791397"/>
              <a:gd name="connsiteX0" fmla="*/ 0 w 12192000"/>
              <a:gd name="connsiteY0" fmla="*/ 88858 h 698457"/>
              <a:gd name="connsiteX1" fmla="*/ 12192000 w 12192000"/>
              <a:gd name="connsiteY1" fmla="*/ 88858 h 698457"/>
              <a:gd name="connsiteX2" fmla="*/ 12192000 w 12192000"/>
              <a:gd name="connsiteY2" fmla="*/ 698457 h 698457"/>
              <a:gd name="connsiteX3" fmla="*/ 0 w 12192000"/>
              <a:gd name="connsiteY3" fmla="*/ 698457 h 698457"/>
              <a:gd name="connsiteX4" fmla="*/ 0 w 12192000"/>
              <a:gd name="connsiteY4" fmla="*/ 88858 h 698457"/>
              <a:gd name="connsiteX0" fmla="*/ 10160 w 12192000"/>
              <a:gd name="connsiteY0" fmla="*/ 93903 h 612062"/>
              <a:gd name="connsiteX1" fmla="*/ 12192000 w 12192000"/>
              <a:gd name="connsiteY1" fmla="*/ 2463 h 612062"/>
              <a:gd name="connsiteX2" fmla="*/ 12192000 w 12192000"/>
              <a:gd name="connsiteY2" fmla="*/ 612062 h 612062"/>
              <a:gd name="connsiteX3" fmla="*/ 0 w 12192000"/>
              <a:gd name="connsiteY3" fmla="*/ 612062 h 612062"/>
              <a:gd name="connsiteX4" fmla="*/ 10160 w 12192000"/>
              <a:gd name="connsiteY4" fmla="*/ 93903 h 612062"/>
              <a:gd name="connsiteX0" fmla="*/ 0 w 12181840"/>
              <a:gd name="connsiteY0" fmla="*/ 93903 h 612062"/>
              <a:gd name="connsiteX1" fmla="*/ 12181840 w 12181840"/>
              <a:gd name="connsiteY1" fmla="*/ 2463 h 612062"/>
              <a:gd name="connsiteX2" fmla="*/ 12181840 w 12181840"/>
              <a:gd name="connsiteY2" fmla="*/ 612062 h 612062"/>
              <a:gd name="connsiteX3" fmla="*/ 12700 w 12181840"/>
              <a:gd name="connsiteY3" fmla="*/ 612062 h 612062"/>
              <a:gd name="connsiteX4" fmla="*/ 0 w 12181840"/>
              <a:gd name="connsiteY4" fmla="*/ 93903 h 612062"/>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81840"/>
              <a:gd name="connsiteY0" fmla="*/ 93459 h 619238"/>
              <a:gd name="connsiteX1" fmla="*/ 12181840 w 12181840"/>
              <a:gd name="connsiteY1" fmla="*/ 9639 h 619238"/>
              <a:gd name="connsiteX2" fmla="*/ 12181840 w 12181840"/>
              <a:gd name="connsiteY2" fmla="*/ 619238 h 619238"/>
              <a:gd name="connsiteX3" fmla="*/ 12700 w 12181840"/>
              <a:gd name="connsiteY3" fmla="*/ 619238 h 619238"/>
              <a:gd name="connsiteX4" fmla="*/ 0 w 12181840"/>
              <a:gd name="connsiteY4" fmla="*/ 93459 h 619238"/>
              <a:gd name="connsiteX0" fmla="*/ 0 w 12197080"/>
              <a:gd name="connsiteY0" fmla="*/ 93459 h 619238"/>
              <a:gd name="connsiteX1" fmla="*/ 12197080 w 12197080"/>
              <a:gd name="connsiteY1" fmla="*/ 9639 h 619238"/>
              <a:gd name="connsiteX2" fmla="*/ 12197080 w 12197080"/>
              <a:gd name="connsiteY2" fmla="*/ 619238 h 619238"/>
              <a:gd name="connsiteX3" fmla="*/ 27940 w 12197080"/>
              <a:gd name="connsiteY3" fmla="*/ 619238 h 619238"/>
              <a:gd name="connsiteX4" fmla="*/ 0 w 12197080"/>
              <a:gd name="connsiteY4" fmla="*/ 93459 h 619238"/>
              <a:gd name="connsiteX0" fmla="*/ 2540 w 12199620"/>
              <a:gd name="connsiteY0" fmla="*/ 93459 h 619238"/>
              <a:gd name="connsiteX1" fmla="*/ 12199620 w 12199620"/>
              <a:gd name="connsiteY1" fmla="*/ 9639 h 619238"/>
              <a:gd name="connsiteX2" fmla="*/ 12199620 w 12199620"/>
              <a:gd name="connsiteY2" fmla="*/ 619238 h 619238"/>
              <a:gd name="connsiteX3" fmla="*/ 0 w 12199620"/>
              <a:gd name="connsiteY3" fmla="*/ 611618 h 619238"/>
              <a:gd name="connsiteX4" fmla="*/ 2540 w 12199620"/>
              <a:gd name="connsiteY4" fmla="*/ 93459 h 619238"/>
              <a:gd name="connsiteX0" fmla="*/ 153 w 12201043"/>
              <a:gd name="connsiteY0" fmla="*/ 152400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52400 h 609599"/>
              <a:gd name="connsiteX0" fmla="*/ 153 w 12201043"/>
              <a:gd name="connsiteY0" fmla="*/ 184785 h 609599"/>
              <a:gd name="connsiteX1" fmla="*/ 12201043 w 12201043"/>
              <a:gd name="connsiteY1" fmla="*/ 0 h 609599"/>
              <a:gd name="connsiteX2" fmla="*/ 12201043 w 12201043"/>
              <a:gd name="connsiteY2" fmla="*/ 609599 h 609599"/>
              <a:gd name="connsiteX3" fmla="*/ 1423 w 12201043"/>
              <a:gd name="connsiteY3" fmla="*/ 601979 h 609599"/>
              <a:gd name="connsiteX4" fmla="*/ 153 w 12201043"/>
              <a:gd name="connsiteY4" fmla="*/ 184785 h 60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043" h="609599">
                <a:moveTo>
                  <a:pt x="153" y="184785"/>
                </a:moveTo>
                <a:cubicBezTo>
                  <a:pt x="6075833" y="-272415"/>
                  <a:pt x="8457083" y="1051560"/>
                  <a:pt x="12201043" y="0"/>
                </a:cubicBezTo>
                <a:lnTo>
                  <a:pt x="12201043" y="609599"/>
                </a:lnTo>
                <a:lnTo>
                  <a:pt x="1423" y="601979"/>
                </a:lnTo>
                <a:cubicBezTo>
                  <a:pt x="2270" y="429259"/>
                  <a:pt x="-694" y="357505"/>
                  <a:pt x="153" y="184785"/>
                </a:cubicBezTo>
                <a:close/>
              </a:path>
            </a:pathLst>
          </a:custGeom>
          <a:gradFill flip="none" rotWithShape="1">
            <a:gsLst>
              <a:gs pos="60000">
                <a:srgbClr val="008A41">
                  <a:alpha val="49804"/>
                </a:srgbClr>
              </a:gs>
              <a:gs pos="0">
                <a:srgbClr val="008A41">
                  <a:alpha val="70000"/>
                </a:srgbClr>
              </a:gs>
              <a:gs pos="100000">
                <a:srgbClr val="A0D2B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a:extLst>
              <a:ext uri="{FF2B5EF4-FFF2-40B4-BE49-F238E27FC236}">
                <a16:creationId xmlns:a16="http://schemas.microsoft.com/office/drawing/2014/main" id="{9F1663DC-7750-B097-C83F-6ED8C7AAFD45}"/>
              </a:ext>
            </a:extLst>
          </p:cNvPr>
          <p:cNvSpPr/>
          <p:nvPr userDrawn="1"/>
        </p:nvSpPr>
        <p:spPr>
          <a:xfrm flipH="1" flipV="1">
            <a:off x="-6103" y="-10167"/>
            <a:ext cx="9143999" cy="388031"/>
          </a:xfrm>
          <a:custGeom>
            <a:avLst/>
            <a:gdLst>
              <a:gd name="connsiteX0" fmla="*/ 12192000 w 12192000"/>
              <a:gd name="connsiteY0" fmla="*/ 0 h 2039768"/>
              <a:gd name="connsiteX1" fmla="*/ 12192000 w 12192000"/>
              <a:gd name="connsiteY1" fmla="*/ 2039768 h 2039768"/>
              <a:gd name="connsiteX2" fmla="*/ 0 w 12192000"/>
              <a:gd name="connsiteY2" fmla="*/ 2039768 h 2039768"/>
              <a:gd name="connsiteX3" fmla="*/ 0 w 12192000"/>
              <a:gd name="connsiteY3" fmla="*/ 819391 h 2039768"/>
              <a:gd name="connsiteX4" fmla="*/ 37309 w 12192000"/>
              <a:gd name="connsiteY4" fmla="*/ 834936 h 2039768"/>
              <a:gd name="connsiteX5" fmla="*/ 5319640 w 12192000"/>
              <a:gd name="connsiteY5" fmla="*/ 1747868 h 2039768"/>
              <a:gd name="connsiteX6" fmla="*/ 11971651 w 12192000"/>
              <a:gd name="connsiteY6" fmla="*/ 149892 h 2039768"/>
              <a:gd name="connsiteX0" fmla="*/ 12192000 w 12192000"/>
              <a:gd name="connsiteY0" fmla="*/ 373966 h 1893600"/>
              <a:gd name="connsiteX1" fmla="*/ 12192000 w 12192000"/>
              <a:gd name="connsiteY1" fmla="*/ 1893600 h 1893600"/>
              <a:gd name="connsiteX2" fmla="*/ 0 w 12192000"/>
              <a:gd name="connsiteY2" fmla="*/ 1893600 h 1893600"/>
              <a:gd name="connsiteX3" fmla="*/ 0 w 12192000"/>
              <a:gd name="connsiteY3" fmla="*/ 673223 h 1893600"/>
              <a:gd name="connsiteX4" fmla="*/ 37309 w 12192000"/>
              <a:gd name="connsiteY4" fmla="*/ 688768 h 1893600"/>
              <a:gd name="connsiteX5" fmla="*/ 5319640 w 12192000"/>
              <a:gd name="connsiteY5" fmla="*/ 1601700 h 1893600"/>
              <a:gd name="connsiteX6" fmla="*/ 11971651 w 12192000"/>
              <a:gd name="connsiteY6" fmla="*/ 3724 h 1893600"/>
              <a:gd name="connsiteX7" fmla="*/ 12192000 w 12192000"/>
              <a:gd name="connsiteY7" fmla="*/ 373966 h 1893600"/>
              <a:gd name="connsiteX0" fmla="*/ 12192000 w 12192000"/>
              <a:gd name="connsiteY0" fmla="*/ 1413 h 1521047"/>
              <a:gd name="connsiteX1" fmla="*/ 12192000 w 12192000"/>
              <a:gd name="connsiteY1" fmla="*/ 1521047 h 1521047"/>
              <a:gd name="connsiteX2" fmla="*/ 0 w 12192000"/>
              <a:gd name="connsiteY2" fmla="*/ 1521047 h 1521047"/>
              <a:gd name="connsiteX3" fmla="*/ 0 w 12192000"/>
              <a:gd name="connsiteY3" fmla="*/ 300670 h 1521047"/>
              <a:gd name="connsiteX4" fmla="*/ 37309 w 12192000"/>
              <a:gd name="connsiteY4" fmla="*/ 316215 h 1521047"/>
              <a:gd name="connsiteX5" fmla="*/ 5319640 w 12192000"/>
              <a:gd name="connsiteY5" fmla="*/ 1229147 h 1521047"/>
              <a:gd name="connsiteX6" fmla="*/ 12192000 w 12192000"/>
              <a:gd name="connsiteY6" fmla="*/ 1413 h 1521047"/>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37309 w 12192000"/>
              <a:gd name="connsiteY4" fmla="*/ 314802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140179 w 12192000"/>
              <a:gd name="connsiteY4" fmla="*/ 401490 h 1519634"/>
              <a:gd name="connsiteX5" fmla="*/ 5319640 w 12192000"/>
              <a:gd name="connsiteY5" fmla="*/ 1227734 h 1519634"/>
              <a:gd name="connsiteX6" fmla="*/ 12192000 w 12192000"/>
              <a:gd name="connsiteY6"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0 w 12192000"/>
              <a:gd name="connsiteY3" fmla="*/ 299257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2000 w 12192000"/>
              <a:gd name="connsiteY0" fmla="*/ 0 h 1519634"/>
              <a:gd name="connsiteX1" fmla="*/ 12192000 w 12192000"/>
              <a:gd name="connsiteY1" fmla="*/ 1519634 h 1519634"/>
              <a:gd name="connsiteX2" fmla="*/ 0 w 12192000"/>
              <a:gd name="connsiteY2" fmla="*/ 1519634 h 1519634"/>
              <a:gd name="connsiteX3" fmla="*/ 3810 w 12192000"/>
              <a:gd name="connsiteY3" fmla="*/ 628674 h 1519634"/>
              <a:gd name="connsiteX4" fmla="*/ 5319640 w 12192000"/>
              <a:gd name="connsiteY4" fmla="*/ 1227734 h 1519634"/>
              <a:gd name="connsiteX5" fmla="*/ 12192000 w 12192000"/>
              <a:gd name="connsiteY5" fmla="*/ 0 h 1519634"/>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19640 w 12198096"/>
              <a:gd name="connsiteY4" fmla="*/ 1033551 h 1325451"/>
              <a:gd name="connsiteX5" fmla="*/ 12198096 w 12198096"/>
              <a:gd name="connsiteY5" fmla="*/ 0 h 1325451"/>
              <a:gd name="connsiteX0" fmla="*/ 12198096 w 12198096"/>
              <a:gd name="connsiteY0" fmla="*/ 0 h 1325451"/>
              <a:gd name="connsiteX1" fmla="*/ 12192000 w 12198096"/>
              <a:gd name="connsiteY1" fmla="*/ 1325451 h 1325451"/>
              <a:gd name="connsiteX2" fmla="*/ 0 w 12198096"/>
              <a:gd name="connsiteY2" fmla="*/ 1325451 h 1325451"/>
              <a:gd name="connsiteX3" fmla="*/ 3810 w 12198096"/>
              <a:gd name="connsiteY3" fmla="*/ 434491 h 1325451"/>
              <a:gd name="connsiteX4" fmla="*/ 5325736 w 12198096"/>
              <a:gd name="connsiteY4" fmla="*/ 978070 h 1325451"/>
              <a:gd name="connsiteX5" fmla="*/ 12198096 w 12198096"/>
              <a:gd name="connsiteY5" fmla="*/ 0 h 132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8096" h="1325451">
                <a:moveTo>
                  <a:pt x="12198096" y="0"/>
                </a:moveTo>
                <a:lnTo>
                  <a:pt x="12192000" y="1325451"/>
                </a:lnTo>
                <a:lnTo>
                  <a:pt x="0" y="1325451"/>
                </a:lnTo>
                <a:lnTo>
                  <a:pt x="3810" y="434491"/>
                </a:lnTo>
                <a:cubicBezTo>
                  <a:pt x="1718603" y="876908"/>
                  <a:pt x="3533473" y="963319"/>
                  <a:pt x="5325736" y="978070"/>
                </a:cubicBezTo>
                <a:cubicBezTo>
                  <a:pt x="7351518" y="925603"/>
                  <a:pt x="10633603" y="731550"/>
                  <a:pt x="12198096" y="0"/>
                </a:cubicBezTo>
                <a:close/>
              </a:path>
            </a:pathLst>
          </a:custGeom>
          <a:gradFill flip="none" rotWithShape="1">
            <a:gsLst>
              <a:gs pos="60000">
                <a:srgbClr val="A0D2B4">
                  <a:alpha val="50000"/>
                </a:srgbClr>
              </a:gs>
              <a:gs pos="0">
                <a:srgbClr val="008A41">
                  <a:alpha val="70000"/>
                </a:srgbClr>
              </a:gs>
              <a:gs pos="100000">
                <a:srgbClr val="A0D2B4">
                  <a:alpha val="5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pic>
        <p:nvPicPr>
          <p:cNvPr id="6" name="图片 5">
            <a:extLst>
              <a:ext uri="{FF2B5EF4-FFF2-40B4-BE49-F238E27FC236}">
                <a16:creationId xmlns:a16="http://schemas.microsoft.com/office/drawing/2014/main" id="{73C530A9-FA1E-3C75-BFBA-98ED2CEBE187}"/>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ackgroundRemoval t="3090" b="89888" l="2563" r="97313">
                        <a14:foregroundMark x1="7187" y1="50562" x2="61563" y2="38764"/>
                        <a14:foregroundMark x1="61563" y1="38764" x2="63438" y2="41292"/>
                        <a14:foregroundMark x1="29875" y1="86798" x2="41313" y2="84551"/>
                        <a14:foregroundMark x1="41313" y1="84551" x2="57375" y2="89607"/>
                        <a14:foregroundMark x1="57375" y1="89607" x2="63438" y2="85112"/>
                        <a14:foregroundMark x1="63438" y1="85112" x2="64063" y2="85112"/>
                        <a14:foregroundMark x1="22250" y1="25843" x2="23375" y2="34831"/>
                        <a14:foregroundMark x1="22375" y1="26124" x2="26438" y2="23876"/>
                        <a14:foregroundMark x1="26438" y1="23876" x2="28688" y2="24438"/>
                        <a14:foregroundMark x1="22313" y1="23315" x2="28750" y2="25562"/>
                        <a14:foregroundMark x1="68313" y1="24157" x2="68313" y2="24157"/>
                        <a14:foregroundMark x1="68375" y1="70506" x2="68375" y2="70506"/>
                        <a14:foregroundMark x1="68063" y1="61236" x2="68063" y2="61236"/>
                        <a14:foregroundMark x1="83438" y1="31180" x2="87688" y2="19382"/>
                        <a14:foregroundMark x1="87688" y1="19382" x2="91813" y2="23315"/>
                        <a14:foregroundMark x1="91813" y1="23315" x2="95063" y2="37079"/>
                        <a14:foregroundMark x1="95063" y1="37079" x2="95188" y2="56461"/>
                        <a14:foregroundMark x1="95188" y1="56461" x2="91188" y2="72753"/>
                        <a14:foregroundMark x1="91188" y1="72753" x2="86438" y2="75562"/>
                        <a14:foregroundMark x1="86438" y1="75562" x2="82438" y2="60393"/>
                        <a14:foregroundMark x1="82438" y1="60393" x2="82125" y2="40449"/>
                        <a14:foregroundMark x1="82125" y1="40449" x2="83813" y2="29213"/>
                        <a14:foregroundMark x1="85688" y1="46910" x2="91313" y2="42416"/>
                        <a14:foregroundMark x1="84500" y1="41854" x2="89125" y2="45506"/>
                        <a14:foregroundMark x1="89125" y1="45506" x2="89313" y2="66573"/>
                        <a14:foregroundMark x1="89313" y1="66573" x2="85375" y2="56742"/>
                        <a14:foregroundMark x1="85375" y1="56742" x2="86188" y2="33427"/>
                        <a14:foregroundMark x1="86188" y1="33427" x2="89625" y2="23315"/>
                        <a14:foregroundMark x1="89625" y1="23315" x2="93063" y2="58146"/>
                        <a14:foregroundMark x1="93063" y1="58146" x2="92625" y2="60955"/>
                        <a14:foregroundMark x1="83250" y1="28933" x2="87125" y2="18539"/>
                        <a14:foregroundMark x1="87125" y1="18539" x2="92063" y2="21629"/>
                        <a14:foregroundMark x1="92063" y1="21629" x2="95063" y2="33989"/>
                        <a14:foregroundMark x1="95063" y1="33989" x2="95875" y2="52247"/>
                        <a14:foregroundMark x1="95875" y1="52247" x2="92688" y2="71910"/>
                        <a14:foregroundMark x1="92688" y1="71910" x2="89188" y2="80337"/>
                        <a14:foregroundMark x1="89188" y1="80337" x2="84125" y2="70787"/>
                        <a14:foregroundMark x1="84125" y1="70787" x2="81313" y2="53371"/>
                        <a14:foregroundMark x1="81313" y1="53371" x2="81875" y2="39607"/>
                        <a14:foregroundMark x1="60250" y1="39888" x2="58125" y2="37079"/>
                        <a14:foregroundMark x1="67625" y1="32022" x2="69313" y2="53090"/>
                        <a14:foregroundMark x1="69313" y1="53090" x2="75000" y2="35674"/>
                        <a14:foregroundMark x1="75000" y1="35674" x2="68813" y2="40449"/>
                        <a14:foregroundMark x1="68813" y1="40449" x2="69000" y2="21629"/>
                        <a14:foregroundMark x1="69000" y1="21629" x2="74250" y2="16292"/>
                        <a14:foregroundMark x1="74250" y1="16292" x2="78563" y2="24719"/>
                        <a14:foregroundMark x1="78563" y1="24719" x2="80063" y2="46348"/>
                        <a14:foregroundMark x1="80063" y1="46348" x2="75813" y2="71067"/>
                        <a14:foregroundMark x1="75813" y1="71067" x2="70438" y2="74719"/>
                        <a14:foregroundMark x1="70438" y1="74719" x2="77063" y2="69944"/>
                        <a14:foregroundMark x1="77063" y1="69944" x2="72313" y2="77528"/>
                        <a14:foregroundMark x1="72313" y1="77528" x2="67500" y2="53090"/>
                        <a14:foregroundMark x1="67500" y1="53090" x2="68063" y2="72753"/>
                        <a14:foregroundMark x1="68063" y1="72753" x2="69000" y2="77528"/>
                        <a14:foregroundMark x1="70688" y1="76685" x2="72438" y2="80056"/>
                        <a14:foregroundMark x1="73750" y1="78371" x2="75688" y2="78652"/>
                        <a14:foregroundMark x1="70813" y1="78090" x2="72063" y2="73876"/>
                        <a14:foregroundMark x1="5407" y1="21913" x2="10063" y2="20506"/>
                        <a14:foregroundMark x1="10063" y1="20506" x2="33938" y2="20506"/>
                        <a14:foregroundMark x1="33938" y1="20506" x2="53813" y2="11798"/>
                        <a14:foregroundMark x1="53813" y1="11798" x2="64813" y2="15449"/>
                        <a14:foregroundMark x1="64813" y1="15449" x2="67750" y2="43539"/>
                        <a14:foregroundMark x1="67750" y1="43539" x2="67750" y2="73876"/>
                        <a14:foregroundMark x1="67750" y1="73876" x2="59750" y2="97753"/>
                        <a14:foregroundMark x1="59750" y1="97753" x2="40250" y2="95506"/>
                        <a14:foregroundMark x1="40250" y1="95506" x2="9375" y2="72753"/>
                        <a14:foregroundMark x1="9375" y1="72753" x2="5309" y2="63916"/>
                        <a14:foregroundMark x1="10125" y1="10955" x2="11750" y2="27528"/>
                        <a14:foregroundMark x1="11750" y1="27528" x2="9125" y2="14045"/>
                        <a14:foregroundMark x1="9125" y1="14045" x2="13188" y2="16011"/>
                        <a14:foregroundMark x1="86698" y1="5849" x2="92049" y2="12903"/>
                        <a14:foregroundMark x1="97370" y1="25565" x2="99688" y2="49719"/>
                        <a14:foregroundMark x1="99688" y1="49719" x2="98188" y2="69101"/>
                        <a14:foregroundMark x1="98188" y1="69101" x2="93563" y2="85112"/>
                        <a14:foregroundMark x1="93563" y1="85112" x2="55688" y2="99719"/>
                        <a14:foregroundMark x1="55688" y1="99719" x2="7164" y2="90806"/>
                        <a14:foregroundMark x1="5404" y1="20395" x2="5750" y2="17978"/>
                        <a14:foregroundMark x1="5750" y1="17978" x2="44938" y2="2528"/>
                        <a14:foregroundMark x1="44938" y1="2528" x2="90875" y2="24438"/>
                        <a14:foregroundMark x1="90875" y1="24438" x2="80938" y2="14607"/>
                        <a14:foregroundMark x1="80938" y1="14607" x2="81099" y2="13463"/>
                        <a14:foregroundMark x1="68750" y1="12360" x2="78063" y2="17135"/>
                        <a14:foregroundMark x1="78063" y1="17135" x2="87938" y2="14607"/>
                        <a14:foregroundMark x1="87938" y1="14607" x2="93500" y2="20506"/>
                        <a14:foregroundMark x1="93500" y1="20506" x2="97500" y2="30618"/>
                        <a14:foregroundMark x1="97500" y1="30618" x2="97313" y2="59831"/>
                        <a14:foregroundMark x1="97313" y1="59831" x2="89563" y2="72753"/>
                        <a14:foregroundMark x1="89563" y1="72753" x2="79813" y2="68258"/>
                        <a14:foregroundMark x1="79813" y1="68258" x2="69438" y2="31180"/>
                        <a14:foregroundMark x1="69438" y1="31180" x2="68688" y2="12921"/>
                        <a14:foregroundMark x1="68688" y1="12921" x2="68688" y2="12640"/>
                        <a14:foregroundMark x1="5938" y1="33708" x2="6750" y2="79213"/>
                        <a14:backgroundMark x1="95264" y1="19646" x2="99063" y2="22472"/>
                        <a14:backgroundMark x1="72250" y1="2528" x2="84419" y2="11579"/>
                        <a14:backgroundMark x1="99063" y1="22472" x2="99563" y2="1685"/>
                        <a14:backgroundMark x1="99563" y1="1685" x2="71625" y2="1966"/>
                        <a14:backgroundMark x1="563" y1="11236" x2="6375" y2="95506"/>
                        <a14:backgroundMark x1="3125" y1="64607" x2="4500" y2="85112"/>
                        <a14:backgroundMark x1="2313" y1="66573" x2="3375" y2="64607"/>
                        <a14:backgroundMark x1="313" y1="17416" x2="625" y2="98315"/>
                        <a14:backgroundMark x1="1188" y1="19382" x2="4313" y2="98596"/>
                        <a14:backgroundMark x1="2750" y1="26685" x2="3125" y2="37079"/>
                        <a14:backgroundMark x1="1750" y1="19382" x2="4500" y2="38483"/>
                        <a14:backgroundMark x1="1750" y1="15449" x2="1750" y2="15449"/>
                        <a14:backgroundMark x1="1750" y1="17135" x2="4313" y2="37640"/>
                        <a14:backgroundMark x1="1875" y1="21910" x2="3938" y2="26966"/>
                        <a14:backgroundMark x1="4313" y1="3371" x2="4375" y2="39888"/>
                      </a14:backgroundRemoval>
                    </a14:imgEffect>
                  </a14:imgLayer>
                </a14:imgProps>
              </a:ext>
              <a:ext uri="{28A0092B-C50C-407E-A947-70E740481C1C}">
                <a14:useLocalDpi xmlns:a14="http://schemas.microsoft.com/office/drawing/2010/main" val="0"/>
              </a:ext>
            </a:extLst>
          </a:blip>
          <a:stretch>
            <a:fillRect/>
          </a:stretch>
        </p:blipFill>
        <p:spPr>
          <a:xfrm>
            <a:off x="5914739" y="183848"/>
            <a:ext cx="3223157" cy="71715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slide" Target="slide12.xml"/><Relationship Id="rId4" Type="http://schemas.openxmlformats.org/officeDocument/2006/relationships/slide" Target="slide6.xml"/></Relationships>
</file>

<file path=ppt/slides/_rels/slide3.xml.rels><?xml version="1.0" encoding="UTF-8" standalone="yes"?>
<Relationships xmlns="http://schemas.openxmlformats.org/package/2006/relationships"><Relationship Id="rId3" Type="http://schemas.openxmlformats.org/officeDocument/2006/relationships/hyperlink" Target="https://www.easychair.org/account/sign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hyperlink" Target="https://easychair.org/my/conference?conf=ieeeuv2026"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easychair.org/conferences/?conf=ieeeUV2026"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presentation/d/1iRxcQvHMDWy1JPsIKlvU-GQZu6z5CVDB/edit?slide=id.g3da02449663_2_45#slide=id.g3da02449663_2_45"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asychair.org/conferences/?conf=ieeeUV2026"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10.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asychair.org/conferences/?conf=ieeeUV2026"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easychair.org/conferences/?conf=ieeeUV2026"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4;p13">
            <a:extLst>
              <a:ext uri="{FF2B5EF4-FFF2-40B4-BE49-F238E27FC236}">
                <a16:creationId xmlns:a16="http://schemas.microsoft.com/office/drawing/2014/main" id="{AA153D18-EC9E-CEF3-7FDD-B26DFC4E7D43}"/>
              </a:ext>
            </a:extLst>
          </p:cNvPr>
          <p:cNvSpPr txBox="1">
            <a:spLocks/>
          </p:cNvSpPr>
          <p:nvPr/>
        </p:nvSpPr>
        <p:spPr>
          <a:xfrm>
            <a:off x="311708" y="1143000"/>
            <a:ext cx="8520600" cy="2208213"/>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sz="4800" dirty="0">
                <a:solidFill>
                  <a:srgbClr val="009242"/>
                </a:solidFill>
              </a:rPr>
              <a:t>Instructions for UV2026 Paper Review &amp; Assignment on </a:t>
            </a:r>
            <a:r>
              <a:rPr lang="en-US" sz="4800" dirty="0" err="1">
                <a:solidFill>
                  <a:srgbClr val="009242"/>
                </a:solidFill>
              </a:rPr>
              <a:t>EasyChair</a:t>
            </a:r>
            <a:endParaRPr lang="en-US" sz="4800" dirty="0">
              <a:solidFill>
                <a:srgbClr val="009242"/>
              </a:solidFill>
            </a:endParaRPr>
          </a:p>
        </p:txBody>
      </p:sp>
      <p:sp>
        <p:nvSpPr>
          <p:cNvPr id="5" name="Google Shape;55;p13">
            <a:extLst>
              <a:ext uri="{FF2B5EF4-FFF2-40B4-BE49-F238E27FC236}">
                <a16:creationId xmlns:a16="http://schemas.microsoft.com/office/drawing/2014/main" id="{8287EBBD-8FED-09AC-C132-FB3E5CC0376B}"/>
              </a:ext>
            </a:extLst>
          </p:cNvPr>
          <p:cNvSpPr txBox="1">
            <a:spLocks/>
          </p:cNvSpPr>
          <p:nvPr/>
        </p:nvSpPr>
        <p:spPr>
          <a:xfrm>
            <a:off x="311700" y="3296189"/>
            <a:ext cx="85206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GB" sz="2800" dirty="0"/>
              <a:t>- Session Chair</a:t>
            </a:r>
          </a:p>
        </p:txBody>
      </p:sp>
    </p:spTree>
    <p:extLst>
      <p:ext uri="{BB962C8B-B14F-4D97-AF65-F5344CB8AC3E}">
        <p14:creationId xmlns:p14="http://schemas.microsoft.com/office/powerpoint/2010/main" val="118850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b="1" dirty="0">
                <a:solidFill>
                  <a:srgbClr val="009242"/>
                </a:solidFill>
              </a:rPr>
              <a:t>Outline</a:t>
            </a:r>
            <a:endParaRPr b="1" dirty="0">
              <a:solidFill>
                <a:srgbClr val="009242"/>
              </a:solidFill>
            </a:endParaRPr>
          </a:p>
        </p:txBody>
      </p:sp>
      <p:sp>
        <p:nvSpPr>
          <p:cNvPr id="61" name="Google Shape;61;p14"/>
          <p:cNvSpPr txBox="1">
            <a:spLocks noGrp="1"/>
          </p:cNvSpPr>
          <p:nvPr>
            <p:ph type="body" idx="4294967295"/>
          </p:nvPr>
        </p:nvSpPr>
        <p:spPr>
          <a:xfrm>
            <a:off x="311700" y="1087775"/>
            <a:ext cx="8520600" cy="34164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AutoNum type="arabicPeriod"/>
            </a:pPr>
            <a:r>
              <a:rPr lang="en-GB" sz="2000" dirty="0"/>
              <a:t>Account login                                                                        </a:t>
            </a:r>
            <a:r>
              <a:rPr lang="en-GB" sz="2000" dirty="0">
                <a:hlinkClick r:id="rId3" action="ppaction://hlinksldjump"/>
              </a:rPr>
              <a:t>[Slide 3]</a:t>
            </a:r>
            <a:r>
              <a:rPr lang="en-GB" sz="2000" dirty="0"/>
              <a:t>            </a:t>
            </a:r>
          </a:p>
          <a:p>
            <a:pPr marL="457200" marR="0" lvl="0" indent="-355600" algn="l" rtl="0">
              <a:lnSpc>
                <a:spcPct val="115000"/>
              </a:lnSpc>
              <a:spcBef>
                <a:spcPts val="0"/>
              </a:spcBef>
              <a:spcAft>
                <a:spcPts val="0"/>
              </a:spcAft>
              <a:buSzPts val="2000"/>
              <a:buAutoNum type="arabicPeriod"/>
            </a:pPr>
            <a:r>
              <a:rPr lang="en-GB" sz="2000" dirty="0"/>
              <a:t>Assign papers to reviewers as a session chair                    </a:t>
            </a:r>
            <a:r>
              <a:rPr lang="en-GB" sz="2000" dirty="0">
                <a:hlinkClick r:id="rId4" action="ppaction://hlinksldjump"/>
              </a:rPr>
              <a:t>[Slide </a:t>
            </a:r>
            <a:r>
              <a:rPr lang="en-US" altLang="zh-CN" sz="2000" dirty="0">
                <a:hlinkClick r:id="rId4" action="ppaction://hlinksldjump"/>
              </a:rPr>
              <a:t>6</a:t>
            </a:r>
            <a:r>
              <a:rPr lang="en-GB" sz="2000" dirty="0">
                <a:hlinkClick r:id="rId4" action="ppaction://hlinksldjump"/>
              </a:rPr>
              <a:t>]</a:t>
            </a:r>
            <a:endParaRPr lang="en-GB" sz="2000" dirty="0"/>
          </a:p>
          <a:p>
            <a:pPr marL="457200" marR="0" lvl="0" indent="-355600" algn="l" rtl="0">
              <a:lnSpc>
                <a:spcPct val="115000"/>
              </a:lnSpc>
              <a:spcBef>
                <a:spcPts val="0"/>
              </a:spcBef>
              <a:spcAft>
                <a:spcPts val="0"/>
              </a:spcAft>
              <a:buSzPts val="2000"/>
              <a:buAutoNum type="arabicPeriod"/>
            </a:pPr>
            <a:r>
              <a:rPr lang="en-GB" sz="2000" dirty="0"/>
              <a:t>Review papers as a session chair                                      </a:t>
            </a:r>
            <a:r>
              <a:rPr lang="en-GB" sz="2000" dirty="0">
                <a:hlinkClick r:id="rId5" action="ppaction://hlinksldjump"/>
              </a:rPr>
              <a:t>[Slide 1</a:t>
            </a:r>
            <a:r>
              <a:rPr lang="en-US" altLang="zh-CN" sz="2000" dirty="0">
                <a:hlinkClick r:id="rId5" action="ppaction://hlinksldjump"/>
              </a:rPr>
              <a:t>2</a:t>
            </a:r>
            <a:r>
              <a:rPr lang="en-GB" sz="2000" dirty="0">
                <a:hlinkClick r:id="rId5" action="ppaction://hlinksldjump"/>
              </a:rPr>
              <a:t>]</a:t>
            </a:r>
            <a:endParaRPr sz="2000" dirty="0"/>
          </a:p>
          <a:p>
            <a:pPr marL="457200" marR="0" lvl="0" indent="-355600" algn="l" rtl="0">
              <a:lnSpc>
                <a:spcPct val="115000"/>
              </a:lnSpc>
              <a:spcBef>
                <a:spcPts val="0"/>
              </a:spcBef>
              <a:spcAft>
                <a:spcPts val="0"/>
              </a:spcAft>
              <a:buSzPts val="2000"/>
              <a:buAutoNum type="arabicPeriod"/>
            </a:pPr>
            <a:r>
              <a:rPr lang="en-GB" sz="2000" dirty="0"/>
              <a:t>Check the review result as a session chair                        </a:t>
            </a:r>
            <a:r>
              <a:rPr lang="en-GB" sz="2000" dirty="0">
                <a:hlinkClick r:id="rId6" action="ppaction://hlinksldjump"/>
              </a:rPr>
              <a:t>[Slide 1</a:t>
            </a:r>
            <a:r>
              <a:rPr lang="en-US" altLang="zh-CN" sz="2000" dirty="0">
                <a:hlinkClick r:id="rId6" action="ppaction://hlinksldjump"/>
              </a:rPr>
              <a:t>8</a:t>
            </a:r>
            <a:r>
              <a:rPr lang="en-GB" sz="2000" dirty="0">
                <a:hlinkClick r:id="rId6" action="ppaction://hlinksldjump"/>
              </a:rPr>
              <a:t>]</a:t>
            </a:r>
            <a:endParaRPr sz="2000" dirty="0">
              <a:highlight>
                <a:srgbClr val="00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76200" lvl="0" algn="l" rtl="0">
              <a:lnSpc>
                <a:spcPct val="115000"/>
              </a:lnSpc>
              <a:spcBef>
                <a:spcPts val="0"/>
              </a:spcBef>
              <a:spcAft>
                <a:spcPts val="0"/>
              </a:spcAft>
              <a:buClr>
                <a:srgbClr val="980000"/>
              </a:buClr>
              <a:buSzPts val="2400"/>
            </a:pPr>
            <a:r>
              <a:rPr lang="en-GB" sz="2400" b="1" dirty="0">
                <a:solidFill>
                  <a:srgbClr val="009242"/>
                </a:solidFill>
              </a:rPr>
              <a:t>1. Account login (A)</a:t>
            </a:r>
            <a:endParaRPr sz="2400" b="1" dirty="0">
              <a:solidFill>
                <a:srgbClr val="009242"/>
              </a:solidFill>
            </a:endParaRPr>
          </a:p>
        </p:txBody>
      </p:sp>
      <p:sp>
        <p:nvSpPr>
          <p:cNvPr id="67" name="Google Shape;67;p15"/>
          <p:cNvSpPr txBox="1">
            <a:spLocks noGrp="1"/>
          </p:cNvSpPr>
          <p:nvPr>
            <p:ph type="body" idx="4294967295"/>
          </p:nvPr>
        </p:nvSpPr>
        <p:spPr>
          <a:xfrm>
            <a:off x="311699" y="1104088"/>
            <a:ext cx="8520600" cy="3055491"/>
          </a:xfrm>
          <a:prstGeom prst="rect">
            <a:avLst/>
          </a:prstGeom>
        </p:spPr>
        <p:txBody>
          <a:bodyPr spcFirstLastPara="1" wrap="square" lIns="91425" tIns="91425" rIns="91425" bIns="91425" anchor="t" anchorCtr="0">
            <a:normAutofit/>
          </a:bodyPr>
          <a:lstStyle/>
          <a:p>
            <a:pPr marL="914400" lvl="1" indent="-355600" algn="l" rtl="0">
              <a:spcBef>
                <a:spcPts val="0"/>
              </a:spcBef>
              <a:spcAft>
                <a:spcPts val="0"/>
              </a:spcAft>
              <a:buClr>
                <a:schemeClr val="dk1"/>
              </a:buClr>
              <a:buSzPts val="2000"/>
              <a:buAutoNum type="alphaLcParenR"/>
            </a:pPr>
            <a:r>
              <a:rPr lang="en-US" altLang="en-GB" sz="2000" dirty="0">
                <a:solidFill>
                  <a:schemeClr val="dk1"/>
                </a:solidFill>
              </a:rPr>
              <a:t>Visit </a:t>
            </a:r>
            <a:r>
              <a:rPr lang="en-US" altLang="en-US" sz="2000" dirty="0">
                <a:solidFill>
                  <a:schemeClr val="dk1"/>
                </a:solidFill>
                <a:hlinkClick r:id="rId3"/>
              </a:rPr>
              <a:t>https://www.easychair.org/account/signin</a:t>
            </a:r>
            <a:r>
              <a:rPr lang="en-US" altLang="en-US" sz="2000" dirty="0">
                <a:solidFill>
                  <a:schemeClr val="dk1"/>
                </a:solidFill>
              </a:rPr>
              <a:t> </a:t>
            </a:r>
            <a:endParaRPr lang="en-GB" sz="2000" dirty="0">
              <a:solidFill>
                <a:schemeClr val="dk1"/>
              </a:solidFill>
            </a:endParaRPr>
          </a:p>
          <a:p>
            <a:pPr marL="914400" lvl="1" indent="-355600" algn="l" rtl="0">
              <a:spcBef>
                <a:spcPts val="0"/>
              </a:spcBef>
              <a:spcAft>
                <a:spcPts val="0"/>
              </a:spcAft>
              <a:buClr>
                <a:schemeClr val="dk1"/>
              </a:buClr>
              <a:buSzPts val="2000"/>
              <a:buAutoNum type="alphaLcParenR"/>
            </a:pPr>
            <a:r>
              <a:rPr lang="en-GB" sz="2000" dirty="0">
                <a:solidFill>
                  <a:schemeClr val="dk1"/>
                </a:solidFill>
              </a:rPr>
              <a:t>Enter your session chair account and password. Click on the button “</a:t>
            </a:r>
            <a:r>
              <a:rPr lang="en-GB" sz="2000" b="1" dirty="0">
                <a:solidFill>
                  <a:srgbClr val="1155CC"/>
                </a:solidFill>
              </a:rPr>
              <a:t>Log in</a:t>
            </a:r>
            <a:r>
              <a:rPr lang="en-GB" sz="2000" dirty="0">
                <a:solidFill>
                  <a:schemeClr val="dk1"/>
                </a:solidFill>
              </a:rPr>
              <a:t>” </a:t>
            </a:r>
          </a:p>
          <a:p>
            <a:pPr marL="914400" lvl="1" indent="-355600" algn="l" rtl="0">
              <a:spcBef>
                <a:spcPts val="0"/>
              </a:spcBef>
              <a:spcAft>
                <a:spcPts val="0"/>
              </a:spcAft>
              <a:buClr>
                <a:schemeClr val="dk1"/>
              </a:buClr>
              <a:buSzPts val="2000"/>
              <a:buAutoNum type="alphaLcParenR"/>
            </a:pPr>
            <a:r>
              <a:rPr lang="en-US" sz="2000" dirty="0">
                <a:solidFill>
                  <a:schemeClr val="dk1"/>
                </a:solidFill>
              </a:rPr>
              <a:t>Then you can </a:t>
            </a:r>
            <a:r>
              <a:rPr lang="en-US" sz="2000" dirty="0">
                <a:solidFill>
                  <a:schemeClr val="dk1"/>
                </a:solidFill>
                <a:hlinkClick r:id="rId4"/>
              </a:rPr>
              <a:t>Access UV2026 Publication System</a:t>
            </a:r>
            <a:r>
              <a:rPr lang="en-US" sz="2000" dirty="0">
                <a:solidFill>
                  <a:schemeClr val="dk1"/>
                </a:solidFill>
              </a:rPr>
              <a:t> (</a:t>
            </a:r>
            <a:r>
              <a:rPr lang="en-US" altLang="en-US" sz="2000" dirty="0">
                <a:solidFill>
                  <a:schemeClr val="dk1"/>
                </a:solidFill>
              </a:rPr>
              <a:t>https://easychair.org/conferences/?conf=ieeeUV2026</a:t>
            </a:r>
            <a:r>
              <a:rPr lang="en-US" sz="2000" dirty="0">
                <a:solidFill>
                  <a:schemeClr val="dk1"/>
                </a:solidFill>
              </a:rPr>
              <a:t>)</a:t>
            </a:r>
            <a:endParaRPr sz="2000" dirty="0">
              <a:solidFill>
                <a:schemeClr val="dk1"/>
              </a:solidFill>
            </a:endParaRPr>
          </a:p>
          <a:p>
            <a:pPr marL="0" lvl="0" indent="0" algn="l" rtl="0">
              <a:spcBef>
                <a:spcPts val="0"/>
              </a:spcBef>
              <a:spcAft>
                <a:spcPts val="0"/>
              </a:spcAft>
              <a:buNone/>
            </a:pPr>
            <a:endParaRPr sz="2000" dirty="0"/>
          </a:p>
          <a:p>
            <a:pPr marL="0" lvl="0" indent="0" algn="l" rtl="0">
              <a:spcBef>
                <a:spcPts val="1200"/>
              </a:spcBef>
              <a:spcAft>
                <a:spcPts val="0"/>
              </a:spcAft>
              <a:buNone/>
            </a:pPr>
            <a:endParaRPr sz="2000" dirty="0"/>
          </a:p>
          <a:p>
            <a:pPr marL="0" lvl="0" indent="0" algn="l" rtl="0">
              <a:spcBef>
                <a:spcPts val="1200"/>
              </a:spcBef>
              <a:spcAft>
                <a:spcPts val="0"/>
              </a:spcAft>
              <a:buNone/>
            </a:pPr>
            <a:endParaRPr sz="2000" dirty="0"/>
          </a:p>
          <a:p>
            <a:pPr marL="0" lvl="0" indent="0" algn="l" rtl="0">
              <a:spcBef>
                <a:spcPts val="1200"/>
              </a:spcBef>
              <a:spcAft>
                <a:spcPts val="1200"/>
              </a:spcAft>
              <a:buNone/>
            </a:pPr>
            <a:endParaRPr sz="2000" dirty="0"/>
          </a:p>
        </p:txBody>
      </p:sp>
      <p:pic>
        <p:nvPicPr>
          <p:cNvPr id="68" name="Google Shape;68;p15"/>
          <p:cNvPicPr preferRelativeResize="0"/>
          <p:nvPr/>
        </p:nvPicPr>
        <p:blipFill>
          <a:blip r:embed="rId5"/>
          <a:stretch>
            <a:fillRect/>
          </a:stretch>
        </p:blipFill>
        <p:spPr>
          <a:xfrm>
            <a:off x="311785" y="3005847"/>
            <a:ext cx="4112895" cy="2079233"/>
          </a:xfrm>
          <a:prstGeom prst="rect">
            <a:avLst/>
          </a:prstGeom>
          <a:noFill/>
          <a:ln w="28575" cap="flat" cmpd="sng">
            <a:solidFill>
              <a:schemeClr val="tx1"/>
            </a:solidFill>
            <a:prstDash val="solid"/>
            <a:round/>
            <a:headEnd type="none" w="sm" len="sm"/>
            <a:tailEnd type="none" w="sm" len="sm"/>
          </a:ln>
        </p:spPr>
      </p:pic>
      <p:pic>
        <p:nvPicPr>
          <p:cNvPr id="2" name="Picture 1"/>
          <p:cNvPicPr>
            <a:picLocks noChangeAspect="1"/>
          </p:cNvPicPr>
          <p:nvPr/>
        </p:nvPicPr>
        <p:blipFill>
          <a:blip r:embed="rId6"/>
          <a:stretch>
            <a:fillRect/>
          </a:stretch>
        </p:blipFill>
        <p:spPr>
          <a:xfrm>
            <a:off x="4645660" y="3224530"/>
            <a:ext cx="4186555" cy="935355"/>
          </a:xfrm>
          <a:prstGeom prst="rect">
            <a:avLst/>
          </a:prstGeom>
          <a:ln w="28575">
            <a:solidFill>
              <a:schemeClr val="tx1"/>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7" name="Google Shape;67;p15"/>
          <p:cNvSpPr txBox="1">
            <a:spLocks noGrp="1"/>
          </p:cNvSpPr>
          <p:nvPr>
            <p:ph type="body" idx="4294967295"/>
          </p:nvPr>
        </p:nvSpPr>
        <p:spPr>
          <a:xfrm>
            <a:off x="156124" y="1128409"/>
            <a:ext cx="8520600" cy="3895186"/>
          </a:xfrm>
          <a:prstGeom prst="rect">
            <a:avLst/>
          </a:prstGeom>
        </p:spPr>
        <p:txBody>
          <a:bodyPr spcFirstLastPara="1" wrap="square" lIns="91425" tIns="91425" rIns="91425" bIns="91425" anchor="t" anchorCtr="0">
            <a:normAutofit/>
          </a:bodyPr>
          <a:lstStyle/>
          <a:p>
            <a:pPr marL="558800" lvl="1" indent="0">
              <a:buClr>
                <a:schemeClr val="dk1"/>
              </a:buClr>
              <a:buSzPts val="2000"/>
              <a:buNone/>
            </a:pPr>
            <a:r>
              <a:rPr lang="en-US" sz="1800" dirty="0">
                <a:solidFill>
                  <a:schemeClr val="tx1"/>
                </a:solidFill>
              </a:rPr>
              <a:t>Please make sure that you are logged in to </a:t>
            </a:r>
            <a:r>
              <a:rPr lang="en-US" sz="1800" dirty="0" err="1">
                <a:solidFill>
                  <a:schemeClr val="tx1"/>
                </a:solidFill>
              </a:rPr>
              <a:t>EasyChair</a:t>
            </a:r>
            <a:r>
              <a:rPr lang="en-US" sz="1800" dirty="0">
                <a:solidFill>
                  <a:schemeClr val="tx1"/>
                </a:solidFill>
              </a:rPr>
              <a:t> before accessing the IEEE UV2026 conference page</a:t>
            </a:r>
            <a:r>
              <a:rPr lang="en-US" sz="1800" i="1" dirty="0">
                <a:solidFill>
                  <a:schemeClr val="tx1"/>
                </a:solidFill>
              </a:rPr>
              <a:t> </a:t>
            </a:r>
            <a:r>
              <a:rPr lang="en-US" sz="1300" i="1" dirty="0">
                <a:solidFill>
                  <a:schemeClr val="tx1"/>
                </a:solidFill>
              </a:rPr>
              <a:t>(</a:t>
            </a:r>
            <a:r>
              <a:rPr lang="en-US" sz="1300" i="1" dirty="0">
                <a:solidFill>
                  <a:schemeClr val="tx1"/>
                </a:solidFill>
                <a:hlinkClick r:id="rId3">
                  <a:extLst>
                    <a:ext uri="{A12FA001-AC4F-418D-AE19-62706E023703}">
                      <ahyp:hlinkClr xmlns:ahyp="http://schemas.microsoft.com/office/drawing/2018/hyperlinkcolor" val="tx"/>
                    </a:ext>
                  </a:extLst>
                </a:hlinkClick>
              </a:rPr>
              <a:t>https://easychair.org/conferences/?conf=ieeeUV2026</a:t>
            </a:r>
            <a:r>
              <a:rPr lang="en-US" sz="1300" i="1" dirty="0">
                <a:solidFill>
                  <a:schemeClr val="tx1"/>
                </a:solidFill>
              </a:rPr>
              <a:t>)</a:t>
            </a:r>
            <a:r>
              <a:rPr lang="en-US" sz="2100" dirty="0">
                <a:solidFill>
                  <a:schemeClr val="tx1"/>
                </a:solidFill>
              </a:rPr>
              <a:t>.</a:t>
            </a:r>
            <a:r>
              <a:rPr lang="en-US" sz="1800" i="1" dirty="0">
                <a:solidFill>
                  <a:schemeClr val="tx1"/>
                </a:solidFill>
              </a:rPr>
              <a:t> </a:t>
            </a:r>
          </a:p>
          <a:p>
            <a:pPr marL="558800" lvl="1" indent="0">
              <a:buClr>
                <a:schemeClr val="dk1"/>
              </a:buClr>
              <a:buSzPts val="2000"/>
              <a:buNone/>
            </a:pPr>
            <a:r>
              <a:rPr lang="en-US" sz="1800" i="1" dirty="0">
                <a:solidFill>
                  <a:schemeClr val="tx1"/>
                </a:solidFill>
              </a:rPr>
              <a:t>Otherwise, you may encounter the following error message.</a:t>
            </a:r>
            <a:endParaRPr lang="en-US" sz="2000" i="1" dirty="0">
              <a:solidFill>
                <a:schemeClr val="tx1"/>
              </a:solidFill>
            </a:endParaRPr>
          </a:p>
          <a:p>
            <a:pPr marL="914400" lvl="1" indent="-355600" algn="l" rtl="0">
              <a:spcBef>
                <a:spcPts val="0"/>
              </a:spcBef>
              <a:spcAft>
                <a:spcPts val="0"/>
              </a:spcAft>
              <a:buClr>
                <a:schemeClr val="dk1"/>
              </a:buClr>
              <a:buSzPts val="2000"/>
              <a:buAutoNum type="alphaLcParenR"/>
            </a:pPr>
            <a:endParaRPr lang="en-US" sz="2000" dirty="0">
              <a:solidFill>
                <a:schemeClr val="tx1"/>
              </a:solidFill>
            </a:endParaRPr>
          </a:p>
          <a:p>
            <a:pPr marL="914400" lvl="1" indent="-355600" algn="l" rtl="0">
              <a:spcBef>
                <a:spcPts val="0"/>
              </a:spcBef>
              <a:spcAft>
                <a:spcPts val="0"/>
              </a:spcAft>
              <a:buClr>
                <a:schemeClr val="dk1"/>
              </a:buClr>
              <a:buSzPts val="2000"/>
              <a:buAutoNum type="alphaLcParenR"/>
            </a:pPr>
            <a:endParaRPr lang="en-US" sz="2000" dirty="0">
              <a:solidFill>
                <a:schemeClr val="tx1"/>
              </a:solidFill>
            </a:endParaRPr>
          </a:p>
          <a:p>
            <a:pPr marL="914400" lvl="1" indent="-355600" algn="l" rtl="0">
              <a:spcBef>
                <a:spcPts val="0"/>
              </a:spcBef>
              <a:spcAft>
                <a:spcPts val="0"/>
              </a:spcAft>
              <a:buClr>
                <a:schemeClr val="dk1"/>
              </a:buClr>
              <a:buSzPts val="2000"/>
              <a:buAutoNum type="alphaLcParenR"/>
            </a:pPr>
            <a:endParaRPr lang="en-US" sz="2000" dirty="0">
              <a:solidFill>
                <a:schemeClr val="tx1"/>
              </a:solidFill>
            </a:endParaRPr>
          </a:p>
          <a:p>
            <a:pPr marL="558800" lvl="1" indent="0" algn="l" rtl="0">
              <a:spcBef>
                <a:spcPts val="0"/>
              </a:spcBef>
              <a:spcAft>
                <a:spcPts val="0"/>
              </a:spcAft>
              <a:buClr>
                <a:schemeClr val="dk1"/>
              </a:buClr>
              <a:buSzPts val="2000"/>
              <a:buNone/>
            </a:pPr>
            <a:endParaRPr lang="en-US" sz="2000" dirty="0">
              <a:solidFill>
                <a:schemeClr val="tx1"/>
              </a:solidFill>
            </a:endParaRPr>
          </a:p>
          <a:p>
            <a:pPr marL="914400" lvl="1" indent="-355600" algn="l" rtl="0">
              <a:spcBef>
                <a:spcPts val="0"/>
              </a:spcBef>
              <a:spcAft>
                <a:spcPts val="0"/>
              </a:spcAft>
              <a:buClr>
                <a:schemeClr val="dk1"/>
              </a:buClr>
              <a:buSzPts val="2000"/>
              <a:buAutoNum type="alphaLcParenR"/>
            </a:pPr>
            <a:endParaRPr lang="en-US" sz="2000" dirty="0">
              <a:solidFill>
                <a:schemeClr val="tx1"/>
              </a:solidFill>
            </a:endParaRPr>
          </a:p>
          <a:p>
            <a:pPr marL="914400" lvl="1" indent="-355600" algn="l" rtl="0">
              <a:spcBef>
                <a:spcPts val="0"/>
              </a:spcBef>
              <a:spcAft>
                <a:spcPts val="0"/>
              </a:spcAft>
              <a:buClr>
                <a:schemeClr val="dk1"/>
              </a:buClr>
              <a:buSzPts val="2000"/>
              <a:buAutoNum type="alphaLcParenR"/>
            </a:pPr>
            <a:r>
              <a:rPr lang="en-US" sz="2000" dirty="0">
                <a:solidFill>
                  <a:schemeClr val="tx1"/>
                </a:solidFill>
              </a:rPr>
              <a:t>Please click the </a:t>
            </a:r>
            <a:r>
              <a:rPr lang="en-US" sz="2000" dirty="0">
                <a:solidFill>
                  <a:schemeClr val="tx1"/>
                </a:solidFill>
                <a:sym typeface="+mn-ea"/>
              </a:rPr>
              <a:t>“</a:t>
            </a:r>
            <a:r>
              <a:rPr lang="en-US" sz="2000" b="1" dirty="0">
                <a:solidFill>
                  <a:schemeClr val="tx1"/>
                </a:solidFill>
                <a:sym typeface="+mn-ea"/>
              </a:rPr>
              <a:t>Log in</a:t>
            </a:r>
            <a:r>
              <a:rPr lang="en-US" sz="2000" dirty="0">
                <a:solidFill>
                  <a:schemeClr val="tx1"/>
                </a:solidFill>
                <a:sym typeface="+mn-ea"/>
              </a:rPr>
              <a:t>”</a:t>
            </a:r>
            <a:r>
              <a:rPr lang="en-US" altLang="en-GB" sz="2000" dirty="0">
                <a:solidFill>
                  <a:schemeClr val="tx1"/>
                </a:solidFill>
                <a:sym typeface="+mn-ea"/>
              </a:rPr>
              <a:t> on the top right corner AND enter your </a:t>
            </a:r>
            <a:r>
              <a:rPr lang="en-US" sz="2000" dirty="0">
                <a:solidFill>
                  <a:schemeClr val="tx1"/>
                </a:solidFill>
                <a:sym typeface="+mn-ea"/>
              </a:rPr>
              <a:t>account and password</a:t>
            </a:r>
            <a:r>
              <a:rPr lang="en-US" altLang="en-GB" sz="2000" dirty="0">
                <a:solidFill>
                  <a:schemeClr val="tx1"/>
                </a:solidFill>
                <a:sym typeface="+mn-ea"/>
              </a:rPr>
              <a:t> to log in. </a:t>
            </a:r>
            <a:endParaRPr sz="2000" dirty="0">
              <a:solidFill>
                <a:schemeClr val="tx1"/>
              </a:solidFill>
            </a:endParaRPr>
          </a:p>
          <a:p>
            <a:pPr marL="0" lvl="0" indent="0" algn="l" rtl="0">
              <a:spcBef>
                <a:spcPts val="1200"/>
              </a:spcBef>
              <a:spcAft>
                <a:spcPts val="1200"/>
              </a:spcAft>
              <a:buNone/>
            </a:pPr>
            <a:endParaRPr sz="2000" dirty="0"/>
          </a:p>
        </p:txBody>
      </p:sp>
      <p:grpSp>
        <p:nvGrpSpPr>
          <p:cNvPr id="9" name="Group 8">
            <a:extLst>
              <a:ext uri="{FF2B5EF4-FFF2-40B4-BE49-F238E27FC236}">
                <a16:creationId xmlns:a16="http://schemas.microsoft.com/office/drawing/2014/main" id="{787AB93D-052F-1BBE-52ED-8E62A5EB1B0A}"/>
              </a:ext>
            </a:extLst>
          </p:cNvPr>
          <p:cNvGrpSpPr/>
          <p:nvPr/>
        </p:nvGrpSpPr>
        <p:grpSpPr>
          <a:xfrm>
            <a:off x="282583" y="1909044"/>
            <a:ext cx="8977800" cy="1633855"/>
            <a:chOff x="156124" y="1526222"/>
            <a:chExt cx="8977800" cy="1633855"/>
          </a:xfrm>
        </p:grpSpPr>
        <p:pic>
          <p:nvPicPr>
            <p:cNvPr id="4" name="Picture 3"/>
            <p:cNvPicPr>
              <a:picLocks noChangeAspect="1"/>
            </p:cNvPicPr>
            <p:nvPr/>
          </p:nvPicPr>
          <p:blipFill>
            <a:blip r:embed="rId4"/>
            <a:stretch>
              <a:fillRect/>
            </a:stretch>
          </p:blipFill>
          <p:spPr>
            <a:xfrm>
              <a:off x="156124" y="1983422"/>
              <a:ext cx="8830945" cy="1176655"/>
            </a:xfrm>
            <a:prstGeom prst="rect">
              <a:avLst/>
            </a:prstGeom>
            <a:ln w="28575">
              <a:solidFill>
                <a:schemeClr val="tx1"/>
              </a:solidFill>
            </a:ln>
          </p:spPr>
        </p:pic>
        <p:sp>
          <p:nvSpPr>
            <p:cNvPr id="2" name="Rectangle 1">
              <a:extLst>
                <a:ext uri="{FF2B5EF4-FFF2-40B4-BE49-F238E27FC236}">
                  <a16:creationId xmlns:a16="http://schemas.microsoft.com/office/drawing/2014/main" id="{B266DC23-A4F1-F040-396A-A311956140BA}"/>
                </a:ext>
              </a:extLst>
            </p:cNvPr>
            <p:cNvSpPr/>
            <p:nvPr/>
          </p:nvSpPr>
          <p:spPr>
            <a:xfrm>
              <a:off x="250854" y="2774909"/>
              <a:ext cx="995320" cy="3641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Arrow: Rotate right with solid fill">
              <a:extLst>
                <a:ext uri="{FF2B5EF4-FFF2-40B4-BE49-F238E27FC236}">
                  <a16:creationId xmlns:a16="http://schemas.microsoft.com/office/drawing/2014/main" id="{81A23FB1-43C6-E41C-6B2D-70E34C242BD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19524" y="1526222"/>
              <a:ext cx="914400" cy="914400"/>
            </a:xfrm>
            <a:prstGeom prst="rect">
              <a:avLst/>
            </a:prstGeom>
          </p:spPr>
        </p:pic>
      </p:grpSp>
      <p:sp>
        <p:nvSpPr>
          <p:cNvPr id="3" name="Google Shape;66;p15">
            <a:extLst>
              <a:ext uri="{FF2B5EF4-FFF2-40B4-BE49-F238E27FC236}">
                <a16:creationId xmlns:a16="http://schemas.microsoft.com/office/drawing/2014/main" id="{70F8F577-643F-7C34-BF57-2B0BF81D32D9}"/>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76200">
              <a:lnSpc>
                <a:spcPct val="115000"/>
              </a:lnSpc>
              <a:buClr>
                <a:srgbClr val="980000"/>
              </a:buClr>
              <a:buSzPts val="2400"/>
            </a:pPr>
            <a:r>
              <a:rPr lang="en-GB" sz="2400" b="1" dirty="0">
                <a:solidFill>
                  <a:srgbClr val="009242"/>
                </a:solidFill>
              </a:rPr>
              <a:t>1. Account login (B)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7" name="Google Shape;67;p15"/>
          <p:cNvSpPr txBox="1">
            <a:spLocks noGrp="1"/>
          </p:cNvSpPr>
          <p:nvPr>
            <p:ph type="body" idx="4294967295"/>
          </p:nvPr>
        </p:nvSpPr>
        <p:spPr>
          <a:xfrm>
            <a:off x="156124" y="1113817"/>
            <a:ext cx="8520600" cy="3944566"/>
          </a:xfrm>
          <a:prstGeom prst="rect">
            <a:avLst/>
          </a:prstGeom>
        </p:spPr>
        <p:txBody>
          <a:bodyPr spcFirstLastPara="1" wrap="square" lIns="91425" tIns="91425" rIns="91425" bIns="91425" anchor="t" anchorCtr="0">
            <a:normAutofit/>
          </a:bodyPr>
          <a:lstStyle/>
          <a:p>
            <a:pPr marL="558800" lvl="1" indent="0" algn="l" rtl="0">
              <a:spcBef>
                <a:spcPts val="0"/>
              </a:spcBef>
              <a:spcAft>
                <a:spcPts val="0"/>
              </a:spcAft>
              <a:buClr>
                <a:schemeClr val="dk1"/>
              </a:buClr>
              <a:buSzPts val="2000"/>
              <a:buNone/>
            </a:pPr>
            <a:r>
              <a:rPr lang="en-US" sz="2000" dirty="0">
                <a:solidFill>
                  <a:schemeClr val="dk1"/>
                </a:solidFill>
              </a:rPr>
              <a:t>b) After logging in, click on “Conferences” and then “IEEE UV2026” to access UV2026 Publication System</a:t>
            </a:r>
            <a:endParaRPr sz="2000" dirty="0"/>
          </a:p>
          <a:p>
            <a:pPr marL="0" lvl="0" indent="0" algn="l" rtl="0">
              <a:spcBef>
                <a:spcPts val="1200"/>
              </a:spcBef>
              <a:spcAft>
                <a:spcPts val="0"/>
              </a:spcAft>
              <a:buNone/>
            </a:pPr>
            <a:endParaRPr sz="2000" dirty="0"/>
          </a:p>
          <a:p>
            <a:pPr marL="0" lvl="0" indent="0" algn="l" rtl="0">
              <a:spcBef>
                <a:spcPts val="1200"/>
              </a:spcBef>
              <a:spcAft>
                <a:spcPts val="1200"/>
              </a:spcAft>
              <a:buNone/>
            </a:pPr>
            <a:endParaRPr sz="2000" dirty="0"/>
          </a:p>
        </p:txBody>
      </p:sp>
      <p:grpSp>
        <p:nvGrpSpPr>
          <p:cNvPr id="7" name="Group 6">
            <a:extLst>
              <a:ext uri="{FF2B5EF4-FFF2-40B4-BE49-F238E27FC236}">
                <a16:creationId xmlns:a16="http://schemas.microsoft.com/office/drawing/2014/main" id="{255F295C-6102-6298-206F-28756DF691B3}"/>
              </a:ext>
            </a:extLst>
          </p:cNvPr>
          <p:cNvGrpSpPr/>
          <p:nvPr/>
        </p:nvGrpSpPr>
        <p:grpSpPr>
          <a:xfrm>
            <a:off x="156124" y="1706162"/>
            <a:ext cx="8660766" cy="3437338"/>
            <a:chOff x="241299" y="1348277"/>
            <a:chExt cx="8660766" cy="3437338"/>
          </a:xfrm>
        </p:grpSpPr>
        <p:pic>
          <p:nvPicPr>
            <p:cNvPr id="5" name="Picture 4"/>
            <p:cNvPicPr>
              <a:picLocks noChangeAspect="1"/>
            </p:cNvPicPr>
            <p:nvPr/>
          </p:nvPicPr>
          <p:blipFill>
            <a:blip r:embed="rId3"/>
            <a:stretch>
              <a:fillRect/>
            </a:stretch>
          </p:blipFill>
          <p:spPr>
            <a:xfrm>
              <a:off x="241300" y="1705610"/>
              <a:ext cx="8660765" cy="2561590"/>
            </a:xfrm>
            <a:prstGeom prst="rect">
              <a:avLst/>
            </a:prstGeom>
            <a:ln w="28575">
              <a:solidFill>
                <a:schemeClr val="tx1"/>
              </a:solidFill>
            </a:ln>
          </p:spPr>
        </p:pic>
        <p:pic>
          <p:nvPicPr>
            <p:cNvPr id="3" name="Graphic 2" descr="Arrow: Rotate right with solid fill">
              <a:extLst>
                <a:ext uri="{FF2B5EF4-FFF2-40B4-BE49-F238E27FC236}">
                  <a16:creationId xmlns:a16="http://schemas.microsoft.com/office/drawing/2014/main" id="{39F080AF-0E52-E317-2F74-78703B4147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241299" y="1348277"/>
              <a:ext cx="751160" cy="714665"/>
            </a:xfrm>
            <a:prstGeom prst="rect">
              <a:avLst/>
            </a:prstGeom>
          </p:spPr>
        </p:pic>
        <p:pic>
          <p:nvPicPr>
            <p:cNvPr id="6" name="Graphic 5" descr="Arrow: Clockwise curve with solid fill">
              <a:extLst>
                <a:ext uri="{FF2B5EF4-FFF2-40B4-BE49-F238E27FC236}">
                  <a16:creationId xmlns:a16="http://schemas.microsoft.com/office/drawing/2014/main" id="{F492BFEE-F265-11FE-987C-CDBD30136E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0761" y="4193379"/>
              <a:ext cx="592236" cy="592236"/>
            </a:xfrm>
            <a:prstGeom prst="rect">
              <a:avLst/>
            </a:prstGeom>
          </p:spPr>
        </p:pic>
      </p:grpSp>
      <p:sp>
        <p:nvSpPr>
          <p:cNvPr id="2" name="Google Shape;66;p15">
            <a:extLst>
              <a:ext uri="{FF2B5EF4-FFF2-40B4-BE49-F238E27FC236}">
                <a16:creationId xmlns:a16="http://schemas.microsoft.com/office/drawing/2014/main" id="{1B697C1F-A9B8-6E72-EE25-438A2043FC09}"/>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76200">
              <a:lnSpc>
                <a:spcPct val="115000"/>
              </a:lnSpc>
              <a:buClr>
                <a:srgbClr val="980000"/>
              </a:buClr>
              <a:buSzPts val="2400"/>
            </a:pPr>
            <a:r>
              <a:rPr lang="en-GB" sz="2400" b="1" dirty="0">
                <a:solidFill>
                  <a:srgbClr val="009242"/>
                </a:solidFill>
              </a:rPr>
              <a:t>1. Account login (C)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009242"/>
                </a:solidFill>
              </a:rPr>
              <a:t>2.  Assign papers to reviewers (A)</a:t>
            </a:r>
            <a:endParaRPr sz="2400" b="1" dirty="0">
              <a:solidFill>
                <a:srgbClr val="009242"/>
              </a:solidFill>
            </a:endParaRPr>
          </a:p>
        </p:txBody>
      </p:sp>
      <p:sp>
        <p:nvSpPr>
          <p:cNvPr id="74" name="Google Shape;74;p16"/>
          <p:cNvSpPr txBox="1">
            <a:spLocks noGrp="1"/>
          </p:cNvSpPr>
          <p:nvPr>
            <p:ph type="body" idx="4294967295"/>
          </p:nvPr>
        </p:nvSpPr>
        <p:spPr>
          <a:xfrm>
            <a:off x="311700" y="1152475"/>
            <a:ext cx="8520600" cy="3416400"/>
          </a:xfrm>
          <a:prstGeom prst="rect">
            <a:avLst/>
          </a:prstGeom>
        </p:spPr>
        <p:txBody>
          <a:bodyPr spcFirstLastPara="1" wrap="square" lIns="91425" tIns="91425" rIns="91425" bIns="91425" anchor="t" anchorCtr="0">
            <a:normAutofit/>
          </a:bodyPr>
          <a:lstStyle/>
          <a:p>
            <a:pPr marL="342900">
              <a:buFont typeface="Arial" panose="020B0604020202020204" pitchFamily="34" charset="0"/>
              <a:buChar char="•"/>
            </a:pPr>
            <a:r>
              <a:rPr lang="en-GB" sz="2000" dirty="0">
                <a:solidFill>
                  <a:schemeClr val="dk1"/>
                </a:solidFill>
              </a:rPr>
              <a:t>Please ask your reviewers to follow</a:t>
            </a:r>
            <a:r>
              <a:rPr lang="en-US" altLang="en-GB" sz="2000" dirty="0">
                <a:solidFill>
                  <a:schemeClr val="dk1"/>
                </a:solidFill>
              </a:rPr>
              <a:t> instructions from </a:t>
            </a:r>
            <a:r>
              <a:rPr lang="en-GB" sz="2000" dirty="0">
                <a:solidFill>
                  <a:schemeClr val="dk1"/>
                </a:solidFill>
                <a:sym typeface="+mn-ea"/>
                <a:hlinkClick r:id="rId3" action="ppaction://hlinkfile"/>
              </a:rPr>
              <a:t>IEEE UV2026 Paper Review Instructions on EasyChair</a:t>
            </a:r>
            <a:r>
              <a:rPr lang="en-GB" sz="2000" dirty="0">
                <a:solidFill>
                  <a:schemeClr val="dk1"/>
                </a:solidFill>
                <a:sym typeface="+mn-ea"/>
              </a:rPr>
              <a:t> </a:t>
            </a:r>
            <a:r>
              <a:rPr lang="en-GB" sz="2000" dirty="0">
                <a:solidFill>
                  <a:schemeClr val="dk1"/>
                </a:solidFill>
              </a:rPr>
              <a:t>to create an </a:t>
            </a:r>
            <a:r>
              <a:rPr lang="en-GB" sz="2000" dirty="0" err="1">
                <a:solidFill>
                  <a:schemeClr val="dk1"/>
                </a:solidFill>
              </a:rPr>
              <a:t>EasyChair</a:t>
            </a:r>
            <a:r>
              <a:rPr lang="en-GB" sz="2000" dirty="0">
                <a:solidFill>
                  <a:schemeClr val="dk1"/>
                </a:solidFill>
              </a:rPr>
              <a:t> account of their own</a:t>
            </a:r>
            <a:r>
              <a:rPr lang="en-US" altLang="en-GB" sz="2000" dirty="0">
                <a:solidFill>
                  <a:schemeClr val="dk1"/>
                </a:solidFill>
              </a:rPr>
              <a:t>.</a:t>
            </a:r>
          </a:p>
          <a:p>
            <a:pPr marL="342900">
              <a:buFont typeface="Arial" panose="020B0604020202020204" pitchFamily="34" charset="0"/>
              <a:buChar char="•"/>
            </a:pPr>
            <a:endParaRPr lang="en-US" altLang="en-GB" sz="2000" dirty="0">
              <a:solidFill>
                <a:schemeClr val="dk1"/>
              </a:solidFill>
            </a:endParaRPr>
          </a:p>
          <a:p>
            <a:pPr marL="342900">
              <a:buFont typeface="Arial" panose="020B0604020202020204" pitchFamily="34" charset="0"/>
              <a:buChar char="•"/>
            </a:pPr>
            <a:r>
              <a:rPr lang="en-US" sz="2000" dirty="0">
                <a:solidFill>
                  <a:schemeClr val="dk1"/>
                </a:solidFill>
              </a:rPr>
              <a:t>If your reviewers don’t have access to the </a:t>
            </a:r>
            <a:r>
              <a:rPr lang="en-US" sz="2000" dirty="0" err="1">
                <a:solidFill>
                  <a:schemeClr val="dk1"/>
                </a:solidFill>
              </a:rPr>
              <a:t>EasyChair</a:t>
            </a:r>
            <a:r>
              <a:rPr lang="en-US" sz="2000" dirty="0">
                <a:solidFill>
                  <a:schemeClr val="dk1"/>
                </a:solidFill>
              </a:rPr>
              <a:t> platform, please ask your session assistants to send an electronic copy of the paper and an offline review form to your reviewers. In this way, your reviewers will still be able to submit their comments through the form.</a:t>
            </a:r>
          </a:p>
          <a:p>
            <a:pPr marL="0" lvl="0" indent="0" algn="l" rtl="0">
              <a:spcBef>
                <a:spcPts val="1200"/>
              </a:spcBef>
              <a:spcAft>
                <a:spcPts val="12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0" name="Google Shape;80;p17"/>
          <p:cNvSpPr txBox="1">
            <a:spLocks noGrp="1"/>
          </p:cNvSpPr>
          <p:nvPr>
            <p:ph type="body" idx="4294967295"/>
          </p:nvPr>
        </p:nvSpPr>
        <p:spPr>
          <a:xfrm>
            <a:off x="311700" y="998075"/>
            <a:ext cx="8520600" cy="3416400"/>
          </a:xfrm>
          <a:prstGeom prst="rect">
            <a:avLst/>
          </a:prstGeom>
        </p:spPr>
        <p:txBody>
          <a:bodyPr spcFirstLastPara="1" wrap="square" lIns="91425" tIns="91425" rIns="91425" bIns="91425" anchor="t" anchorCtr="0">
            <a:normAutofit/>
          </a:bodyPr>
          <a:lstStyle/>
          <a:p>
            <a:pPr marL="914400" lvl="0" indent="0">
              <a:buNone/>
            </a:pPr>
            <a:r>
              <a:rPr lang="en-US" sz="1600" dirty="0">
                <a:solidFill>
                  <a:schemeClr val="tx1"/>
                </a:solidFill>
              </a:rPr>
              <a:t>After logging into </a:t>
            </a:r>
            <a:r>
              <a:rPr lang="en-US" sz="1600" dirty="0" err="1">
                <a:solidFill>
                  <a:schemeClr val="tx1"/>
                </a:solidFill>
              </a:rPr>
              <a:t>EasyChair</a:t>
            </a:r>
            <a:r>
              <a:rPr lang="en-US" sz="1600" dirty="0">
                <a:solidFill>
                  <a:schemeClr val="tx1"/>
                </a:solidFill>
              </a:rPr>
              <a:t> using your session chair account through </a:t>
            </a:r>
            <a:r>
              <a:rPr lang="en-US" sz="1600" u="sng" dirty="0">
                <a:solidFill>
                  <a:schemeClr val="accent1"/>
                </a:solidFill>
                <a:hlinkClick r:id="rId3" action="ppaction://hlinkfile">
                  <a:extLst>
                    <a:ext uri="{A12FA001-AC4F-418D-AE19-62706E023703}">
                      <ahyp:hlinkClr xmlns:ahyp="http://schemas.microsoft.com/office/drawing/2018/hyperlinkcolor" val="tx"/>
                    </a:ext>
                  </a:extLst>
                </a:hlinkClick>
              </a:rPr>
              <a:t>Log in</a:t>
            </a:r>
            <a:endParaRPr lang="en-GB" sz="1600" dirty="0">
              <a:solidFill>
                <a:schemeClr val="accent1"/>
              </a:solidFill>
            </a:endParaRPr>
          </a:p>
          <a:p>
            <a:pPr marL="914400" lvl="0" indent="0" algn="l" rtl="0">
              <a:spcBef>
                <a:spcPts val="0"/>
              </a:spcBef>
              <a:spcAft>
                <a:spcPts val="0"/>
              </a:spcAft>
              <a:buNone/>
            </a:pPr>
            <a:r>
              <a:rPr lang="en-GB" sz="1600" dirty="0">
                <a:solidFill>
                  <a:schemeClr val="tx1"/>
                </a:solidFill>
              </a:rPr>
              <a:t>You will see the interface below; Now click “</a:t>
            </a:r>
            <a:r>
              <a:rPr lang="en-GB" sz="1600" b="1" dirty="0">
                <a:solidFill>
                  <a:schemeClr val="tx1"/>
                </a:solidFill>
              </a:rPr>
              <a:t>PC (Program Committee) member</a:t>
            </a:r>
            <a:r>
              <a:rPr lang="en-GB" sz="1600" dirty="0">
                <a:solidFill>
                  <a:schemeClr val="tx1"/>
                </a:solidFill>
              </a:rPr>
              <a:t>”</a:t>
            </a:r>
          </a:p>
          <a:p>
            <a:pPr marL="914400" lvl="0" indent="0" algn="l" rtl="0">
              <a:spcBef>
                <a:spcPts val="0"/>
              </a:spcBef>
              <a:spcAft>
                <a:spcPts val="0"/>
              </a:spcAft>
              <a:buNone/>
            </a:pPr>
            <a:r>
              <a:rPr lang="en-GB" sz="1600" dirty="0">
                <a:solidFill>
                  <a:schemeClr val="tx1"/>
                </a:solidFill>
              </a:rPr>
              <a:t>Please ensure that your display name matches the Session you are responsible for.</a:t>
            </a:r>
            <a:endParaRPr sz="1600" dirty="0">
              <a:solidFill>
                <a:schemeClr val="tx1"/>
              </a:solidFill>
            </a:endParaRPr>
          </a:p>
          <a:p>
            <a:pPr marL="0" lvl="0" indent="0" algn="l" rtl="0">
              <a:spcBef>
                <a:spcPts val="0"/>
              </a:spcBef>
              <a:spcAft>
                <a:spcPts val="1200"/>
              </a:spcAft>
              <a:buNone/>
            </a:pPr>
            <a:endParaRPr dirty="0">
              <a:solidFill>
                <a:schemeClr val="tx1"/>
              </a:solidFill>
            </a:endParaRPr>
          </a:p>
        </p:txBody>
      </p:sp>
      <p:grpSp>
        <p:nvGrpSpPr>
          <p:cNvPr id="10" name="Group 9">
            <a:extLst>
              <a:ext uri="{FF2B5EF4-FFF2-40B4-BE49-F238E27FC236}">
                <a16:creationId xmlns:a16="http://schemas.microsoft.com/office/drawing/2014/main" id="{69E05F90-74F1-0BE1-B057-1A68A8840A49}"/>
              </a:ext>
            </a:extLst>
          </p:cNvPr>
          <p:cNvGrpSpPr/>
          <p:nvPr/>
        </p:nvGrpSpPr>
        <p:grpSpPr>
          <a:xfrm>
            <a:off x="2194361" y="2055986"/>
            <a:ext cx="4512345" cy="3027514"/>
            <a:chOff x="2179769" y="1985168"/>
            <a:chExt cx="4512345" cy="3027514"/>
          </a:xfrm>
        </p:grpSpPr>
        <p:grpSp>
          <p:nvGrpSpPr>
            <p:cNvPr id="2" name="Group 1"/>
            <p:cNvGrpSpPr/>
            <p:nvPr/>
          </p:nvGrpSpPr>
          <p:grpSpPr>
            <a:xfrm>
              <a:off x="2179769" y="1985168"/>
              <a:ext cx="4512345" cy="3027514"/>
              <a:chOff x="2026020" y="1517209"/>
              <a:chExt cx="5091959" cy="3416400"/>
            </a:xfrm>
          </p:grpSpPr>
          <p:pic>
            <p:nvPicPr>
              <p:cNvPr id="3" name="Picture 2" descr="A screenshot of a computer&#10;&#10;Description automatically generated"/>
              <p:cNvPicPr>
                <a:picLocks noChangeAspect="1"/>
              </p:cNvPicPr>
              <p:nvPr/>
            </p:nvPicPr>
            <p:blipFill>
              <a:blip r:embed="rId4"/>
              <a:stretch>
                <a:fillRect/>
              </a:stretch>
            </p:blipFill>
            <p:spPr>
              <a:xfrm>
                <a:off x="2026020" y="1517209"/>
                <a:ext cx="5091959" cy="3416400"/>
              </a:xfrm>
              <a:prstGeom prst="rect">
                <a:avLst/>
              </a:prstGeom>
              <a:ln w="28575">
                <a:solidFill>
                  <a:schemeClr val="tx1"/>
                </a:solidFill>
              </a:ln>
            </p:spPr>
          </p:pic>
          <p:sp>
            <p:nvSpPr>
              <p:cNvPr id="4" name="Rectangle 3"/>
              <p:cNvSpPr/>
              <p:nvPr/>
            </p:nvSpPr>
            <p:spPr>
              <a:xfrm>
                <a:off x="2930665" y="4146673"/>
                <a:ext cx="675389" cy="2103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Arrow: Slight curve with solid fill"/>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3782901" y="3942392"/>
                <a:ext cx="669855" cy="618930"/>
              </a:xfrm>
              <a:prstGeom prst="rect">
                <a:avLst/>
              </a:prstGeom>
            </p:spPr>
          </p:pic>
        </p:grpSp>
        <p:sp>
          <p:nvSpPr>
            <p:cNvPr id="5" name="Rectangle 4">
              <a:extLst>
                <a:ext uri="{FF2B5EF4-FFF2-40B4-BE49-F238E27FC236}">
                  <a16:creationId xmlns:a16="http://schemas.microsoft.com/office/drawing/2014/main" id="{0A6CD312-545D-5A46-B6ED-3F7C1074DAA7}"/>
                </a:ext>
              </a:extLst>
            </p:cNvPr>
            <p:cNvSpPr/>
            <p:nvPr/>
          </p:nvSpPr>
          <p:spPr>
            <a:xfrm>
              <a:off x="2327690" y="3109097"/>
              <a:ext cx="1857269" cy="3083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Arrow: Rotate right with solid fill">
              <a:extLst>
                <a:ext uri="{FF2B5EF4-FFF2-40B4-BE49-F238E27FC236}">
                  <a16:creationId xmlns:a16="http://schemas.microsoft.com/office/drawing/2014/main" id="{41F44D22-D271-F7F6-7D05-DF8DB70C405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99124" y="2194697"/>
              <a:ext cx="914400" cy="914400"/>
            </a:xfrm>
            <a:prstGeom prst="rect">
              <a:avLst/>
            </a:prstGeom>
          </p:spPr>
        </p:pic>
      </p:grpSp>
      <p:sp>
        <p:nvSpPr>
          <p:cNvPr id="7" name="Google Shape;73;p16">
            <a:extLst>
              <a:ext uri="{FF2B5EF4-FFF2-40B4-BE49-F238E27FC236}">
                <a16:creationId xmlns:a16="http://schemas.microsoft.com/office/drawing/2014/main" id="{C5BF2D06-AB5A-484F-F21F-DE8295E47DBD}"/>
              </a:ext>
            </a:extLst>
          </p:cNvPr>
          <p:cNvSpPr txBox="1">
            <a:spLocks/>
          </p:cNvSpPr>
          <p:nvPr/>
        </p:nvSpPr>
        <p:spPr>
          <a:xfrm>
            <a:off x="311699" y="445025"/>
            <a:ext cx="8735023" cy="72786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nSpc>
                <a:spcPct val="115000"/>
              </a:lnSpc>
              <a:spcAft>
                <a:spcPts val="1200"/>
              </a:spcAft>
            </a:pPr>
            <a:r>
              <a:rPr lang="en-US" sz="2200" b="1" dirty="0">
                <a:solidFill>
                  <a:srgbClr val="009242"/>
                </a:solidFill>
              </a:rPr>
              <a:t>2.  Assign papers to reviewers (B)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18"/>
          <p:cNvSpPr txBox="1">
            <a:spLocks noGrp="1"/>
          </p:cNvSpPr>
          <p:nvPr>
            <p:ph type="body" idx="4294967295"/>
          </p:nvPr>
        </p:nvSpPr>
        <p:spPr>
          <a:xfrm>
            <a:off x="0" y="1152475"/>
            <a:ext cx="9046722" cy="3416400"/>
          </a:xfrm>
          <a:prstGeom prst="rect">
            <a:avLst/>
          </a:prstGeom>
        </p:spPr>
        <p:txBody>
          <a:bodyPr spcFirstLastPara="1" wrap="square" lIns="91425" tIns="91425" rIns="91425" bIns="91425" anchor="t" anchorCtr="0">
            <a:normAutofit/>
          </a:bodyPr>
          <a:lstStyle/>
          <a:p>
            <a:pPr marL="914400" lvl="0" indent="0">
              <a:buNone/>
            </a:pPr>
            <a:r>
              <a:rPr lang="en-US" dirty="0">
                <a:solidFill>
                  <a:schemeClr val="dk1"/>
                </a:solidFill>
              </a:rPr>
              <a:t>Access papers in your session</a:t>
            </a:r>
            <a:endParaRPr lang="en-GB" dirty="0">
              <a:solidFill>
                <a:schemeClr val="dk1"/>
              </a:solidFill>
            </a:endParaRPr>
          </a:p>
          <a:p>
            <a:pPr marL="914400" lvl="0" indent="0">
              <a:buNone/>
            </a:pPr>
            <a:r>
              <a:rPr lang="en-GB" dirty="0">
                <a:solidFill>
                  <a:schemeClr val="dk1"/>
                </a:solidFill>
              </a:rPr>
              <a:t>Click </a:t>
            </a:r>
            <a:r>
              <a:rPr lang="en-GB" dirty="0"/>
              <a:t>papers </a:t>
            </a:r>
            <a:r>
              <a:rPr lang="en-GB" dirty="0">
                <a:solidFill>
                  <a:schemeClr val="dk1"/>
                </a:solidFill>
              </a:rPr>
              <a:t>“</a:t>
            </a:r>
            <a:r>
              <a:rPr lang="en-GB" b="1" dirty="0">
                <a:solidFill>
                  <a:srgbClr val="1155CC"/>
                </a:solidFill>
              </a:rPr>
              <a:t>Reviews</a:t>
            </a:r>
            <a:r>
              <a:rPr lang="en-GB" dirty="0">
                <a:solidFill>
                  <a:schemeClr val="dk1"/>
                </a:solidFill>
              </a:rPr>
              <a:t>” -&gt; “</a:t>
            </a:r>
            <a:r>
              <a:rPr lang="en-GB" b="1" dirty="0">
                <a:solidFill>
                  <a:srgbClr val="1155CC"/>
                </a:solidFill>
              </a:rPr>
              <a:t>Assigned to me</a:t>
            </a:r>
            <a:r>
              <a:rPr lang="en-GB" dirty="0">
                <a:solidFill>
                  <a:schemeClr val="dk1"/>
                </a:solidFill>
              </a:rPr>
              <a:t>”; Now, you will be able to </a:t>
            </a:r>
            <a:r>
              <a:rPr lang="en-GB" dirty="0">
                <a:solidFill>
                  <a:srgbClr val="FF0000"/>
                </a:solidFill>
              </a:rPr>
              <a:t>see</a:t>
            </a:r>
            <a:r>
              <a:rPr lang="en-GB" dirty="0">
                <a:solidFill>
                  <a:schemeClr val="dk1"/>
                </a:solidFill>
              </a:rPr>
              <a:t> all the papers in your session</a:t>
            </a:r>
            <a:endParaRPr sz="2500" dirty="0"/>
          </a:p>
        </p:txBody>
      </p:sp>
      <p:grpSp>
        <p:nvGrpSpPr>
          <p:cNvPr id="2" name="Group 1"/>
          <p:cNvGrpSpPr/>
          <p:nvPr/>
        </p:nvGrpSpPr>
        <p:grpSpPr>
          <a:xfrm>
            <a:off x="853089" y="2307401"/>
            <a:ext cx="7437822" cy="2742876"/>
            <a:chOff x="309457" y="1152475"/>
            <a:chExt cx="8522843" cy="3143004"/>
          </a:xfrm>
        </p:grpSpPr>
        <p:pic>
          <p:nvPicPr>
            <p:cNvPr id="5" name="Picture 4" descr="A screenshot of a computer&#10;&#10;Description automatically generated"/>
            <p:cNvPicPr>
              <a:picLocks noChangeAspect="1"/>
            </p:cNvPicPr>
            <p:nvPr/>
          </p:nvPicPr>
          <p:blipFill rotWithShape="1">
            <a:blip r:embed="rId3"/>
            <a:srcRect b="11365"/>
            <a:stretch>
              <a:fillRect/>
            </a:stretch>
          </p:blipFill>
          <p:spPr>
            <a:xfrm>
              <a:off x="309457" y="1152475"/>
              <a:ext cx="8522843" cy="3143004"/>
            </a:xfrm>
            <a:prstGeom prst="rect">
              <a:avLst/>
            </a:prstGeom>
            <a:ln w="28575">
              <a:solidFill>
                <a:schemeClr val="tx1"/>
              </a:solidFill>
            </a:ln>
          </p:spPr>
        </p:pic>
        <p:sp>
          <p:nvSpPr>
            <p:cNvPr id="7" name="Rectangle 6"/>
            <p:cNvSpPr/>
            <p:nvPr/>
          </p:nvSpPr>
          <p:spPr>
            <a:xfrm>
              <a:off x="793020" y="2087745"/>
              <a:ext cx="1173345" cy="1618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Arrow: Straight with solid fill"/>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3313" y="1778730"/>
              <a:ext cx="768743" cy="768743"/>
            </a:xfrm>
            <a:prstGeom prst="rect">
              <a:avLst/>
            </a:prstGeom>
          </p:spPr>
        </p:pic>
      </p:grpSp>
      <p:sp>
        <p:nvSpPr>
          <p:cNvPr id="3" name="Google Shape;73;p16">
            <a:extLst>
              <a:ext uri="{FF2B5EF4-FFF2-40B4-BE49-F238E27FC236}">
                <a16:creationId xmlns:a16="http://schemas.microsoft.com/office/drawing/2014/main" id="{22043048-CBF3-60CF-83D7-7B28E88E3E4D}"/>
              </a:ext>
            </a:extLst>
          </p:cNvPr>
          <p:cNvSpPr txBox="1">
            <a:spLocks/>
          </p:cNvSpPr>
          <p:nvPr/>
        </p:nvSpPr>
        <p:spPr>
          <a:xfrm>
            <a:off x="311699" y="445025"/>
            <a:ext cx="8735023" cy="72786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nSpc>
                <a:spcPct val="115000"/>
              </a:lnSpc>
              <a:spcAft>
                <a:spcPts val="1200"/>
              </a:spcAft>
            </a:pPr>
            <a:r>
              <a:rPr lang="en-US" sz="2200" b="1" dirty="0">
                <a:solidFill>
                  <a:srgbClr val="009242"/>
                </a:solidFill>
              </a:rPr>
              <a:t>2.  Assign papers to reviewers (C)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grpSp>
        <p:nvGrpSpPr>
          <p:cNvPr id="5" name="Group 4"/>
          <p:cNvGrpSpPr/>
          <p:nvPr/>
        </p:nvGrpSpPr>
        <p:grpSpPr>
          <a:xfrm>
            <a:off x="545967" y="1755890"/>
            <a:ext cx="8266485" cy="3147918"/>
            <a:chOff x="565815" y="1598506"/>
            <a:chExt cx="8266485" cy="3147918"/>
          </a:xfrm>
        </p:grpSpPr>
        <p:pic>
          <p:nvPicPr>
            <p:cNvPr id="3" name="Picture 2" descr="A screenshot of a computer&#10;&#10;Description automatically generated"/>
            <p:cNvPicPr>
              <a:picLocks noChangeAspect="1"/>
            </p:cNvPicPr>
            <p:nvPr/>
          </p:nvPicPr>
          <p:blipFill>
            <a:blip r:embed="rId3"/>
            <a:stretch>
              <a:fillRect/>
            </a:stretch>
          </p:blipFill>
          <p:spPr>
            <a:xfrm>
              <a:off x="565815" y="1598506"/>
              <a:ext cx="8266485" cy="3147918"/>
            </a:xfrm>
            <a:prstGeom prst="rect">
              <a:avLst/>
            </a:prstGeom>
            <a:ln w="28575">
              <a:solidFill>
                <a:schemeClr val="bg2"/>
              </a:solidFill>
            </a:ln>
          </p:spPr>
        </p:pic>
        <p:sp>
          <p:nvSpPr>
            <p:cNvPr id="6" name="Rectangle 5"/>
            <p:cNvSpPr/>
            <p:nvPr/>
          </p:nvSpPr>
          <p:spPr>
            <a:xfrm>
              <a:off x="8336178" y="3466356"/>
              <a:ext cx="261257" cy="11957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Arrow: Rotate right with solid fill"/>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1868" y="2790066"/>
              <a:ext cx="668620" cy="668620"/>
            </a:xfrm>
            <a:prstGeom prst="rect">
              <a:avLst/>
            </a:prstGeom>
          </p:spPr>
        </p:pic>
      </p:grpSp>
      <p:sp>
        <p:nvSpPr>
          <p:cNvPr id="94" name="Google Shape;94;p19"/>
          <p:cNvSpPr txBox="1">
            <a:spLocks noGrp="1"/>
          </p:cNvSpPr>
          <p:nvPr>
            <p:ph type="body" idx="4294967295"/>
          </p:nvPr>
        </p:nvSpPr>
        <p:spPr>
          <a:xfrm>
            <a:off x="311700" y="1103997"/>
            <a:ext cx="8520600" cy="3416400"/>
          </a:xfrm>
          <a:prstGeom prst="rect">
            <a:avLst/>
          </a:prstGeom>
        </p:spPr>
        <p:txBody>
          <a:bodyPr spcFirstLastPara="1" wrap="square" lIns="91425" tIns="91425" rIns="91425" bIns="91425" anchor="t" anchorCtr="0">
            <a:normAutofit/>
          </a:bodyPr>
          <a:lstStyle/>
          <a:p>
            <a:pPr marL="914400" lvl="0" indent="0" algn="l" rtl="0">
              <a:spcBef>
                <a:spcPts val="0"/>
              </a:spcBef>
              <a:spcAft>
                <a:spcPts val="0"/>
              </a:spcAft>
              <a:buNone/>
            </a:pPr>
            <a:r>
              <a:rPr lang="en-GB" sz="1100" dirty="0">
                <a:solidFill>
                  <a:schemeClr val="dk1"/>
                </a:solidFill>
              </a:rPr>
              <a:t> </a:t>
            </a:r>
            <a:r>
              <a:rPr lang="en-GB" dirty="0">
                <a:solidFill>
                  <a:schemeClr val="dk1"/>
                </a:solidFill>
              </a:rPr>
              <a:t>Click           to assign the paper to a new reviewer</a:t>
            </a:r>
            <a:endParaRPr dirty="0"/>
          </a:p>
        </p:txBody>
      </p:sp>
      <p:pic>
        <p:nvPicPr>
          <p:cNvPr id="96" name="Google Shape;96;p19"/>
          <p:cNvPicPr preferRelativeResize="0"/>
          <p:nvPr/>
        </p:nvPicPr>
        <p:blipFill>
          <a:blip r:embed="rId5"/>
          <a:stretch>
            <a:fillRect/>
          </a:stretch>
        </p:blipFill>
        <p:spPr>
          <a:xfrm>
            <a:off x="1991702" y="1161663"/>
            <a:ext cx="381925" cy="381925"/>
          </a:xfrm>
          <a:prstGeom prst="rect">
            <a:avLst/>
          </a:prstGeom>
          <a:noFill/>
          <a:ln>
            <a:noFill/>
          </a:ln>
        </p:spPr>
      </p:pic>
      <p:sp>
        <p:nvSpPr>
          <p:cNvPr id="2" name="Google Shape;73;p16">
            <a:extLst>
              <a:ext uri="{FF2B5EF4-FFF2-40B4-BE49-F238E27FC236}">
                <a16:creationId xmlns:a16="http://schemas.microsoft.com/office/drawing/2014/main" id="{A130353B-44E5-BF56-8237-EFB209377BC2}"/>
              </a:ext>
            </a:extLst>
          </p:cNvPr>
          <p:cNvSpPr txBox="1">
            <a:spLocks/>
          </p:cNvSpPr>
          <p:nvPr/>
        </p:nvSpPr>
        <p:spPr>
          <a:xfrm>
            <a:off x="311699" y="445025"/>
            <a:ext cx="8735023" cy="72786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nSpc>
                <a:spcPct val="115000"/>
              </a:lnSpc>
              <a:spcAft>
                <a:spcPts val="1200"/>
              </a:spcAft>
            </a:pPr>
            <a:r>
              <a:rPr lang="en-US" sz="2200" b="1" dirty="0">
                <a:solidFill>
                  <a:srgbClr val="009242"/>
                </a:solidFill>
              </a:rPr>
              <a:t>2.  Assign papers to reviewers (D)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20"/>
          <p:cNvSpPr txBox="1">
            <a:spLocks noGrp="1"/>
          </p:cNvSpPr>
          <p:nvPr>
            <p:ph type="body" idx="4294967295"/>
          </p:nvPr>
        </p:nvSpPr>
        <p:spPr>
          <a:xfrm>
            <a:off x="-102140" y="1123545"/>
            <a:ext cx="3355242" cy="4020080"/>
          </a:xfrm>
          <a:prstGeom prst="rect">
            <a:avLst/>
          </a:prstGeom>
        </p:spPr>
        <p:txBody>
          <a:bodyPr spcFirstLastPara="1" wrap="square" lIns="91425" tIns="91425" rIns="91425" bIns="91425" anchor="t" anchorCtr="0">
            <a:noAutofit/>
          </a:bodyPr>
          <a:lstStyle/>
          <a:p>
            <a:pPr marL="146050" lvl="0" indent="0" algn="ctr" rtl="0">
              <a:spcBef>
                <a:spcPts val="0"/>
              </a:spcBef>
              <a:spcAft>
                <a:spcPts val="0"/>
              </a:spcAft>
              <a:buClr>
                <a:schemeClr val="dk1"/>
              </a:buClr>
              <a:buSzPts val="1300"/>
              <a:buNone/>
            </a:pPr>
            <a:r>
              <a:rPr lang="en-GB" sz="1300" dirty="0">
                <a:solidFill>
                  <a:schemeClr val="dk1"/>
                </a:solidFill>
              </a:rPr>
              <a:t>Assignment using </a:t>
            </a:r>
            <a:r>
              <a:rPr lang="en-GB" sz="1300" dirty="0" err="1">
                <a:solidFill>
                  <a:schemeClr val="dk1"/>
                </a:solidFill>
              </a:rPr>
              <a:t>Easychair</a:t>
            </a:r>
            <a:endParaRPr lang="en-GB" sz="1300" dirty="0">
              <a:solidFill>
                <a:schemeClr val="dk1"/>
              </a:solidFill>
            </a:endParaRPr>
          </a:p>
          <a:p>
            <a:pPr marL="457200" lvl="0" indent="-311150" algn="l" rtl="0">
              <a:spcBef>
                <a:spcPts val="0"/>
              </a:spcBef>
              <a:spcAft>
                <a:spcPts val="0"/>
              </a:spcAft>
              <a:buClr>
                <a:schemeClr val="dk1"/>
              </a:buClr>
              <a:buSzPts val="1300"/>
              <a:buChar char="❖"/>
            </a:pPr>
            <a:r>
              <a:rPr lang="en-GB" sz="1300" dirty="0">
                <a:solidFill>
                  <a:schemeClr val="dk1"/>
                </a:solidFill>
              </a:rPr>
              <a:t>Now, you will see the interface on the </a:t>
            </a:r>
            <a:r>
              <a:rPr lang="en-GB" sz="1300" b="1" dirty="0">
                <a:solidFill>
                  <a:schemeClr val="dk1"/>
                </a:solidFill>
                <a:highlight>
                  <a:srgbClr val="00FF00"/>
                </a:highlight>
              </a:rPr>
              <a:t>left</a:t>
            </a:r>
            <a:r>
              <a:rPr lang="en-GB" sz="1300" dirty="0">
                <a:solidFill>
                  <a:schemeClr val="dk1"/>
                </a:solidFill>
              </a:rPr>
              <a:t>; </a:t>
            </a:r>
            <a:endParaRPr sz="1300" dirty="0">
              <a:solidFill>
                <a:schemeClr val="dk1"/>
              </a:solidFill>
            </a:endParaRPr>
          </a:p>
          <a:p>
            <a:pPr marL="457200" lvl="0" indent="-311150" algn="l" rtl="0">
              <a:spcBef>
                <a:spcPts val="0"/>
              </a:spcBef>
              <a:spcAft>
                <a:spcPts val="0"/>
              </a:spcAft>
              <a:buClr>
                <a:schemeClr val="dk1"/>
              </a:buClr>
              <a:buSzPts val="1300"/>
              <a:buChar char="❖"/>
            </a:pPr>
            <a:r>
              <a:rPr lang="en-GB" sz="1300" dirty="0">
                <a:solidFill>
                  <a:schemeClr val="dk1"/>
                </a:solidFill>
              </a:rPr>
              <a:t>Please fill in your reviewer’s information; </a:t>
            </a:r>
            <a:endParaRPr sz="1300" dirty="0">
              <a:solidFill>
                <a:schemeClr val="dk1"/>
              </a:solidFill>
            </a:endParaRPr>
          </a:p>
          <a:p>
            <a:pPr marL="457200" lvl="0" indent="-311150" algn="l" rtl="0">
              <a:spcBef>
                <a:spcPts val="0"/>
              </a:spcBef>
              <a:spcAft>
                <a:spcPts val="0"/>
              </a:spcAft>
              <a:buClr>
                <a:schemeClr val="dk1"/>
              </a:buClr>
              <a:buSzPts val="1300"/>
              <a:buChar char="❖"/>
            </a:pPr>
            <a:r>
              <a:rPr lang="en-GB" sz="1300" dirty="0">
                <a:solidFill>
                  <a:schemeClr val="dk1"/>
                </a:solidFill>
              </a:rPr>
              <a:t>You can also personalize the subject and the content of the review request message that will be sent to your reviewers;</a:t>
            </a:r>
            <a:endParaRPr sz="1300" dirty="0">
              <a:solidFill>
                <a:schemeClr val="dk1"/>
              </a:solidFill>
            </a:endParaRPr>
          </a:p>
          <a:p>
            <a:pPr marL="457200" lvl="0" indent="-311150" algn="l" rtl="0">
              <a:spcBef>
                <a:spcPts val="0"/>
              </a:spcBef>
              <a:spcAft>
                <a:spcPts val="0"/>
              </a:spcAft>
              <a:buClr>
                <a:schemeClr val="dk1"/>
              </a:buClr>
              <a:buSzPts val="1300"/>
              <a:buChar char="❖"/>
            </a:pPr>
            <a:r>
              <a:rPr lang="en-GB" sz="1300" dirty="0">
                <a:solidFill>
                  <a:schemeClr val="dk1"/>
                </a:solidFill>
              </a:rPr>
              <a:t>After finalizing all the information, please click “Send Request” and you will be led to the interface on the </a:t>
            </a:r>
            <a:r>
              <a:rPr lang="en-GB" sz="1300" b="1" dirty="0">
                <a:solidFill>
                  <a:schemeClr val="dk1"/>
                </a:solidFill>
                <a:highlight>
                  <a:srgbClr val="00FF00"/>
                </a:highlight>
              </a:rPr>
              <a:t>right</a:t>
            </a:r>
            <a:r>
              <a:rPr lang="en-GB" sz="1300" dirty="0">
                <a:solidFill>
                  <a:schemeClr val="dk1"/>
                </a:solidFill>
              </a:rPr>
              <a:t>;</a:t>
            </a:r>
            <a:endParaRPr sz="1300" dirty="0">
              <a:solidFill>
                <a:schemeClr val="dk1"/>
              </a:solidFill>
            </a:endParaRPr>
          </a:p>
          <a:p>
            <a:pPr marL="457200" lvl="0" indent="-311150" algn="l" rtl="0">
              <a:spcBef>
                <a:spcPts val="0"/>
              </a:spcBef>
              <a:spcAft>
                <a:spcPts val="0"/>
              </a:spcAft>
              <a:buClr>
                <a:schemeClr val="dk1"/>
              </a:buClr>
              <a:buSzPts val="1300"/>
              <a:buChar char="❖"/>
            </a:pPr>
            <a:r>
              <a:rPr lang="en-GB" sz="1300" dirty="0">
                <a:solidFill>
                  <a:schemeClr val="dk1"/>
                </a:solidFill>
              </a:rPr>
              <a:t>Now, you can review the message to be sent out; You can click “Send Request” to send the review request message to your reviewer.</a:t>
            </a:r>
            <a:endParaRPr sz="1300" dirty="0">
              <a:solidFill>
                <a:schemeClr val="dk1"/>
              </a:solidFill>
            </a:endParaRPr>
          </a:p>
        </p:txBody>
      </p:sp>
      <p:pic>
        <p:nvPicPr>
          <p:cNvPr id="103" name="Google Shape;103;p20"/>
          <p:cNvPicPr preferRelativeResize="0"/>
          <p:nvPr/>
        </p:nvPicPr>
        <p:blipFill>
          <a:blip r:embed="rId3"/>
          <a:stretch>
            <a:fillRect/>
          </a:stretch>
        </p:blipFill>
        <p:spPr>
          <a:xfrm>
            <a:off x="3224008" y="1595684"/>
            <a:ext cx="2754351" cy="2700676"/>
          </a:xfrm>
          <a:prstGeom prst="rect">
            <a:avLst/>
          </a:prstGeom>
          <a:noFill/>
          <a:ln w="28575" cap="flat" cmpd="sng">
            <a:solidFill>
              <a:schemeClr val="tx1"/>
            </a:solidFill>
            <a:prstDash val="solid"/>
            <a:round/>
            <a:headEnd type="none" w="sm" len="sm"/>
            <a:tailEnd type="none" w="sm" len="sm"/>
          </a:ln>
        </p:spPr>
      </p:pic>
      <p:pic>
        <p:nvPicPr>
          <p:cNvPr id="104" name="Google Shape;104;p20"/>
          <p:cNvPicPr preferRelativeResize="0"/>
          <p:nvPr/>
        </p:nvPicPr>
        <p:blipFill>
          <a:blip r:embed="rId4"/>
          <a:stretch>
            <a:fillRect/>
          </a:stretch>
        </p:blipFill>
        <p:spPr>
          <a:xfrm>
            <a:off x="6060332" y="1478348"/>
            <a:ext cx="3028836" cy="2818012"/>
          </a:xfrm>
          <a:prstGeom prst="rect">
            <a:avLst/>
          </a:prstGeom>
          <a:noFill/>
          <a:ln w="28575" cap="flat" cmpd="sng">
            <a:solidFill>
              <a:schemeClr val="tx1"/>
            </a:solidFill>
            <a:prstDash val="solid"/>
            <a:round/>
            <a:headEnd type="none" w="sm" len="sm"/>
            <a:tailEnd type="none" w="sm" len="sm"/>
          </a:ln>
        </p:spPr>
      </p:pic>
      <p:sp>
        <p:nvSpPr>
          <p:cNvPr id="2" name="Google Shape;73;p16">
            <a:extLst>
              <a:ext uri="{FF2B5EF4-FFF2-40B4-BE49-F238E27FC236}">
                <a16:creationId xmlns:a16="http://schemas.microsoft.com/office/drawing/2014/main" id="{A91D981C-39DD-15FA-0339-EA069D9A20D7}"/>
              </a:ext>
            </a:extLst>
          </p:cNvPr>
          <p:cNvSpPr txBox="1">
            <a:spLocks/>
          </p:cNvSpPr>
          <p:nvPr/>
        </p:nvSpPr>
        <p:spPr>
          <a:xfrm>
            <a:off x="311699" y="445025"/>
            <a:ext cx="8735023" cy="72786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nSpc>
                <a:spcPct val="115000"/>
              </a:lnSpc>
              <a:spcAft>
                <a:spcPts val="1200"/>
              </a:spcAft>
            </a:pPr>
            <a:r>
              <a:rPr lang="en-US" sz="2200" b="1" dirty="0">
                <a:solidFill>
                  <a:srgbClr val="009242"/>
                </a:solidFill>
              </a:rPr>
              <a:t>2.  Assign papers to reviewers (E)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10" name="Google Shape;110;p21"/>
          <p:cNvPicPr preferRelativeResize="0"/>
          <p:nvPr/>
        </p:nvPicPr>
        <p:blipFill>
          <a:blip r:embed="rId3"/>
          <a:stretch>
            <a:fillRect/>
          </a:stretch>
        </p:blipFill>
        <p:spPr>
          <a:xfrm>
            <a:off x="1437255" y="1648620"/>
            <a:ext cx="6173425" cy="3202016"/>
          </a:xfrm>
          <a:prstGeom prst="rect">
            <a:avLst/>
          </a:prstGeom>
          <a:noFill/>
          <a:ln w="28575" cap="flat" cmpd="sng">
            <a:solidFill>
              <a:schemeClr val="tx1"/>
            </a:solidFill>
            <a:prstDash val="solid"/>
            <a:round/>
            <a:headEnd type="none" w="sm" len="sm"/>
            <a:tailEnd type="none" w="sm" len="sm"/>
          </a:ln>
        </p:spPr>
      </p:pic>
      <p:sp>
        <p:nvSpPr>
          <p:cNvPr id="3" name="文本框 2">
            <a:extLst>
              <a:ext uri="{FF2B5EF4-FFF2-40B4-BE49-F238E27FC236}">
                <a16:creationId xmlns:a16="http://schemas.microsoft.com/office/drawing/2014/main" id="{1781E7B8-9F59-F963-7451-EE528F6051F3}"/>
              </a:ext>
            </a:extLst>
          </p:cNvPr>
          <p:cNvSpPr txBox="1"/>
          <p:nvPr/>
        </p:nvSpPr>
        <p:spPr>
          <a:xfrm>
            <a:off x="603722" y="1202402"/>
            <a:ext cx="7936555" cy="307777"/>
          </a:xfrm>
          <a:prstGeom prst="rect">
            <a:avLst/>
          </a:prstGeom>
          <a:noFill/>
        </p:spPr>
        <p:txBody>
          <a:bodyPr wrap="square">
            <a:spAutoFit/>
          </a:bodyPr>
          <a:lstStyle/>
          <a:p>
            <a:r>
              <a:rPr lang="en-US" sz="1400" dirty="0">
                <a:solidFill>
                  <a:schemeClr val="tx1"/>
                </a:solidFill>
              </a:rPr>
              <a:t>You have now successfully sent a review request to your reviewer!</a:t>
            </a:r>
            <a:endParaRPr lang="en-US" dirty="0">
              <a:solidFill>
                <a:schemeClr val="tx1"/>
              </a:solidFill>
            </a:endParaRPr>
          </a:p>
        </p:txBody>
      </p:sp>
      <p:sp>
        <p:nvSpPr>
          <p:cNvPr id="4" name="Google Shape;73;p16">
            <a:extLst>
              <a:ext uri="{FF2B5EF4-FFF2-40B4-BE49-F238E27FC236}">
                <a16:creationId xmlns:a16="http://schemas.microsoft.com/office/drawing/2014/main" id="{C61645C5-4F21-FEFB-F967-9611C3CBAF9A}"/>
              </a:ext>
            </a:extLst>
          </p:cNvPr>
          <p:cNvSpPr txBox="1">
            <a:spLocks/>
          </p:cNvSpPr>
          <p:nvPr/>
        </p:nvSpPr>
        <p:spPr>
          <a:xfrm>
            <a:off x="311699" y="445025"/>
            <a:ext cx="8735023" cy="72786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nSpc>
                <a:spcPct val="115000"/>
              </a:lnSpc>
              <a:spcAft>
                <a:spcPts val="1200"/>
              </a:spcAft>
            </a:pPr>
            <a:r>
              <a:rPr lang="en-US" sz="2200" b="1" dirty="0">
                <a:solidFill>
                  <a:srgbClr val="009242"/>
                </a:solidFill>
              </a:rPr>
              <a:t>2.  Assign papers to reviewers (F)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22"/>
          <p:cNvSpPr txBox="1">
            <a:spLocks noGrp="1"/>
          </p:cNvSpPr>
          <p:nvPr>
            <p:ph type="body" idx="4294967295"/>
          </p:nvPr>
        </p:nvSpPr>
        <p:spPr>
          <a:xfrm>
            <a:off x="311700" y="1008985"/>
            <a:ext cx="8520600" cy="3851400"/>
          </a:xfrm>
          <a:prstGeom prst="rect">
            <a:avLst/>
          </a:prstGeom>
        </p:spPr>
        <p:txBody>
          <a:bodyPr spcFirstLastPara="1" wrap="square" lIns="91425" tIns="91425" rIns="91425" bIns="91425" anchor="t" anchorCtr="0">
            <a:normAutofit/>
          </a:bodyPr>
          <a:lstStyle/>
          <a:p>
            <a:pPr lvl="0" indent="0">
              <a:buNone/>
            </a:pPr>
            <a:r>
              <a:rPr lang="en-GB" dirty="0">
                <a:solidFill>
                  <a:schemeClr val="tx1"/>
                </a:solidFill>
              </a:rPr>
              <a:t>Use the account of your session chair to log into </a:t>
            </a:r>
            <a:r>
              <a:rPr lang="en-GB" dirty="0" err="1">
                <a:solidFill>
                  <a:schemeClr val="tx1"/>
                </a:solidFill>
              </a:rPr>
              <a:t>EasyChair</a:t>
            </a:r>
            <a:r>
              <a:rPr lang="en-GB" dirty="0">
                <a:solidFill>
                  <a:schemeClr val="tx1"/>
                </a:solidFill>
              </a:rPr>
              <a:t> through</a:t>
            </a:r>
            <a:r>
              <a:rPr lang="en-GB" sz="1100" dirty="0">
                <a:solidFill>
                  <a:schemeClr val="tx1"/>
                </a:solidFill>
              </a:rPr>
              <a:t> </a:t>
            </a:r>
            <a:r>
              <a:rPr lang="en-GB" sz="1600" u="sng" dirty="0">
                <a:solidFill>
                  <a:srgbClr val="1155CC"/>
                </a:solidFill>
                <a:hlinkClick r:id="rId3" action="ppaction://hlinkfile"/>
              </a:rPr>
              <a:t>Log in</a:t>
            </a:r>
            <a:r>
              <a:rPr lang="en-GB" sz="1100" dirty="0"/>
              <a:t> </a:t>
            </a:r>
            <a:endParaRPr lang="en-GB" dirty="0">
              <a:solidFill>
                <a:schemeClr val="dk1"/>
              </a:solidFill>
            </a:endParaRPr>
          </a:p>
          <a:p>
            <a:pPr marL="457200" lvl="0" indent="0" algn="l" rtl="0">
              <a:spcBef>
                <a:spcPts val="0"/>
              </a:spcBef>
              <a:spcAft>
                <a:spcPts val="0"/>
              </a:spcAft>
              <a:buNone/>
            </a:pPr>
            <a:r>
              <a:rPr lang="en-GB" dirty="0">
                <a:solidFill>
                  <a:schemeClr val="dk1"/>
                </a:solidFill>
              </a:rPr>
              <a:t>After logging in, you will see the below interface; Now, click “</a:t>
            </a:r>
            <a:r>
              <a:rPr lang="en-GB" b="1" dirty="0">
                <a:solidFill>
                  <a:srgbClr val="1155CC"/>
                </a:solidFill>
              </a:rPr>
              <a:t>PC (program committee) member</a:t>
            </a:r>
            <a:r>
              <a:rPr lang="en-GB" dirty="0">
                <a:solidFill>
                  <a:schemeClr val="dk1"/>
                </a:solidFill>
              </a:rPr>
              <a:t>”</a:t>
            </a:r>
            <a:endParaRPr sz="2500" dirty="0"/>
          </a:p>
        </p:txBody>
      </p:sp>
      <p:grpSp>
        <p:nvGrpSpPr>
          <p:cNvPr id="2" name="Group 1"/>
          <p:cNvGrpSpPr/>
          <p:nvPr/>
        </p:nvGrpSpPr>
        <p:grpSpPr>
          <a:xfrm>
            <a:off x="2403260" y="2115766"/>
            <a:ext cx="4337479" cy="2789868"/>
            <a:chOff x="2026020" y="1517209"/>
            <a:chExt cx="5091959" cy="3416400"/>
          </a:xfrm>
        </p:grpSpPr>
        <p:pic>
          <p:nvPicPr>
            <p:cNvPr id="3" name="Picture 2" descr="A screenshot of a computer&#10;&#10;Description automatically generated"/>
            <p:cNvPicPr>
              <a:picLocks noChangeAspect="1"/>
            </p:cNvPicPr>
            <p:nvPr/>
          </p:nvPicPr>
          <p:blipFill>
            <a:blip r:embed="rId4"/>
            <a:stretch>
              <a:fillRect/>
            </a:stretch>
          </p:blipFill>
          <p:spPr>
            <a:xfrm>
              <a:off x="2026020" y="1517209"/>
              <a:ext cx="5091959" cy="3416400"/>
            </a:xfrm>
            <a:prstGeom prst="rect">
              <a:avLst/>
            </a:prstGeom>
            <a:ln w="28575">
              <a:solidFill>
                <a:schemeClr val="tx1"/>
              </a:solidFill>
            </a:ln>
          </p:spPr>
        </p:pic>
        <p:sp>
          <p:nvSpPr>
            <p:cNvPr id="7" name="Rectangle 6"/>
            <p:cNvSpPr/>
            <p:nvPr/>
          </p:nvSpPr>
          <p:spPr>
            <a:xfrm>
              <a:off x="2930665" y="4146673"/>
              <a:ext cx="675389" cy="2103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Arrow: Slight curve with solid fill"/>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3782901" y="3942392"/>
              <a:ext cx="669855" cy="618930"/>
            </a:xfrm>
            <a:prstGeom prst="rect">
              <a:avLst/>
            </a:prstGeom>
          </p:spPr>
        </p:pic>
      </p:grpSp>
      <p:sp>
        <p:nvSpPr>
          <p:cNvPr id="4" name="Google Shape;136;p25">
            <a:extLst>
              <a:ext uri="{FF2B5EF4-FFF2-40B4-BE49-F238E27FC236}">
                <a16:creationId xmlns:a16="http://schemas.microsoft.com/office/drawing/2014/main" id="{E1172651-07F2-B412-2168-DAE08DDFB154}"/>
              </a:ext>
            </a:extLst>
          </p:cNvPr>
          <p:cNvSpPr txBox="1">
            <a:spLocks/>
          </p:cNvSpPr>
          <p:nvPr/>
        </p:nvSpPr>
        <p:spPr>
          <a:xfrm>
            <a:off x="235500" y="603115"/>
            <a:ext cx="8832300" cy="573973"/>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nSpc>
                <a:spcPct val="115000"/>
              </a:lnSpc>
              <a:buSzPct val="46000"/>
            </a:pPr>
            <a:r>
              <a:rPr lang="en-US" sz="2200" b="1" dirty="0">
                <a:solidFill>
                  <a:srgbClr val="009242"/>
                </a:solidFill>
              </a:rPr>
              <a:t>3. Paper review process (A)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3" name="Google Shape;123;p23"/>
          <p:cNvSpPr txBox="1">
            <a:spLocks noGrp="1"/>
          </p:cNvSpPr>
          <p:nvPr>
            <p:ph type="body" idx="4294967295"/>
          </p:nvPr>
        </p:nvSpPr>
        <p:spPr>
          <a:xfrm>
            <a:off x="311700" y="1089498"/>
            <a:ext cx="8520600" cy="2146013"/>
          </a:xfrm>
          <a:prstGeom prst="rect">
            <a:avLst/>
          </a:prstGeom>
        </p:spPr>
        <p:txBody>
          <a:bodyPr spcFirstLastPara="1" wrap="square" lIns="91425" tIns="91425" rIns="91425" bIns="91425" anchor="t" anchorCtr="0">
            <a:normAutofit/>
          </a:bodyPr>
          <a:lstStyle/>
          <a:p>
            <a:pPr marL="457200" lvl="0" indent="457200" algn="l" rtl="0">
              <a:spcBef>
                <a:spcPts val="0"/>
              </a:spcBef>
              <a:spcAft>
                <a:spcPts val="0"/>
              </a:spcAft>
              <a:buClr>
                <a:schemeClr val="dk1"/>
              </a:buClr>
              <a:buSzPts val="1100"/>
              <a:buFont typeface="Arial" panose="020B0604020202020204"/>
              <a:buNone/>
            </a:pPr>
            <a:r>
              <a:rPr lang="en-GB" dirty="0">
                <a:solidFill>
                  <a:schemeClr val="dk1"/>
                </a:solidFill>
              </a:rPr>
              <a:t>Access reviews</a:t>
            </a:r>
          </a:p>
          <a:p>
            <a:pPr marL="457200" lvl="0" indent="457200" algn="l" rtl="0">
              <a:spcBef>
                <a:spcPts val="0"/>
              </a:spcBef>
              <a:spcAft>
                <a:spcPts val="0"/>
              </a:spcAft>
              <a:buClr>
                <a:schemeClr val="dk1"/>
              </a:buClr>
              <a:buSzPts val="1100"/>
              <a:buFont typeface="Arial" panose="020B0604020202020204"/>
              <a:buNone/>
            </a:pPr>
            <a:r>
              <a:rPr lang="en-GB" dirty="0">
                <a:solidFill>
                  <a:schemeClr val="dk1"/>
                </a:solidFill>
              </a:rPr>
              <a:t>Now, Click Reviews -&gt; </a:t>
            </a:r>
            <a:r>
              <a:rPr lang="en-GB" b="1" dirty="0">
                <a:solidFill>
                  <a:srgbClr val="1155CC"/>
                </a:solidFill>
              </a:rPr>
              <a:t>Assigned to me</a:t>
            </a:r>
            <a:endParaRPr sz="2500" b="1" dirty="0">
              <a:solidFill>
                <a:srgbClr val="1155CC"/>
              </a:solidFill>
            </a:endParaRPr>
          </a:p>
        </p:txBody>
      </p:sp>
      <p:grpSp>
        <p:nvGrpSpPr>
          <p:cNvPr id="2" name="Group 1"/>
          <p:cNvGrpSpPr/>
          <p:nvPr/>
        </p:nvGrpSpPr>
        <p:grpSpPr>
          <a:xfrm>
            <a:off x="853089" y="1990533"/>
            <a:ext cx="7437822" cy="2742876"/>
            <a:chOff x="309457" y="1152475"/>
            <a:chExt cx="8522843" cy="3143004"/>
          </a:xfrm>
        </p:grpSpPr>
        <p:pic>
          <p:nvPicPr>
            <p:cNvPr id="6" name="Picture 5" descr="A screenshot of a computer&#10;&#10;Description automatically generated"/>
            <p:cNvPicPr>
              <a:picLocks noChangeAspect="1"/>
            </p:cNvPicPr>
            <p:nvPr/>
          </p:nvPicPr>
          <p:blipFill rotWithShape="1">
            <a:blip r:embed="rId3"/>
            <a:srcRect b="11365"/>
            <a:stretch>
              <a:fillRect/>
            </a:stretch>
          </p:blipFill>
          <p:spPr>
            <a:xfrm>
              <a:off x="309457" y="1152475"/>
              <a:ext cx="8522843" cy="3143004"/>
            </a:xfrm>
            <a:prstGeom prst="rect">
              <a:avLst/>
            </a:prstGeom>
            <a:ln w="28575">
              <a:solidFill>
                <a:schemeClr val="tx1"/>
              </a:solidFill>
            </a:ln>
          </p:spPr>
        </p:pic>
        <p:sp>
          <p:nvSpPr>
            <p:cNvPr id="8" name="Rectangle 7"/>
            <p:cNvSpPr/>
            <p:nvPr/>
          </p:nvSpPr>
          <p:spPr>
            <a:xfrm>
              <a:off x="793020" y="2087745"/>
              <a:ext cx="1173345" cy="1618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Arrow: Straight with solid fill"/>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3313" y="1778730"/>
              <a:ext cx="768743" cy="768743"/>
            </a:xfrm>
            <a:prstGeom prst="rect">
              <a:avLst/>
            </a:prstGeom>
          </p:spPr>
        </p:pic>
      </p:grpSp>
      <p:sp>
        <p:nvSpPr>
          <p:cNvPr id="3" name="Google Shape;136;p25">
            <a:extLst>
              <a:ext uri="{FF2B5EF4-FFF2-40B4-BE49-F238E27FC236}">
                <a16:creationId xmlns:a16="http://schemas.microsoft.com/office/drawing/2014/main" id="{5BD260DA-8D8F-B83F-AFD3-B0F3EAEB3E08}"/>
              </a:ext>
            </a:extLst>
          </p:cNvPr>
          <p:cNvSpPr txBox="1">
            <a:spLocks/>
          </p:cNvSpPr>
          <p:nvPr/>
        </p:nvSpPr>
        <p:spPr>
          <a:xfrm>
            <a:off x="235500" y="603115"/>
            <a:ext cx="8832300" cy="573973"/>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nSpc>
                <a:spcPct val="115000"/>
              </a:lnSpc>
              <a:buSzPct val="46000"/>
            </a:pPr>
            <a:r>
              <a:rPr lang="en-US" sz="2200" b="1" dirty="0">
                <a:solidFill>
                  <a:srgbClr val="009242"/>
                </a:solidFill>
              </a:rPr>
              <a:t>3. Paper review process (B)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pSp>
        <p:nvGrpSpPr>
          <p:cNvPr id="6" name="Group 5"/>
          <p:cNvGrpSpPr/>
          <p:nvPr/>
        </p:nvGrpSpPr>
        <p:grpSpPr>
          <a:xfrm>
            <a:off x="642026" y="1805830"/>
            <a:ext cx="7772400" cy="3455152"/>
            <a:chOff x="685800" y="1621005"/>
            <a:chExt cx="7772400" cy="3455152"/>
          </a:xfrm>
        </p:grpSpPr>
        <p:pic>
          <p:nvPicPr>
            <p:cNvPr id="3" name="Picture 2" descr="A screenshot of a computer&#10;&#10;Description automatically generated"/>
            <p:cNvPicPr>
              <a:picLocks noChangeAspect="1"/>
            </p:cNvPicPr>
            <p:nvPr/>
          </p:nvPicPr>
          <p:blipFill>
            <a:blip r:embed="rId3"/>
            <a:stretch>
              <a:fillRect/>
            </a:stretch>
          </p:blipFill>
          <p:spPr>
            <a:xfrm>
              <a:off x="685800" y="1621005"/>
              <a:ext cx="7772400" cy="2959768"/>
            </a:xfrm>
            <a:prstGeom prst="rect">
              <a:avLst/>
            </a:prstGeom>
            <a:ln w="28575">
              <a:solidFill>
                <a:schemeClr val="bg2"/>
              </a:solidFill>
            </a:ln>
          </p:spPr>
        </p:pic>
        <p:sp>
          <p:nvSpPr>
            <p:cNvPr id="4" name="Rectangle 3"/>
            <p:cNvSpPr/>
            <p:nvPr/>
          </p:nvSpPr>
          <p:spPr>
            <a:xfrm>
              <a:off x="6040392" y="4239661"/>
              <a:ext cx="268357" cy="2087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Arrow: Clockwise curve with solid fill"/>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4778" y="4484779"/>
              <a:ext cx="591378" cy="591378"/>
            </a:xfrm>
            <a:prstGeom prst="rect">
              <a:avLst/>
            </a:prstGeom>
          </p:spPr>
        </p:pic>
      </p:grpSp>
      <p:pic>
        <p:nvPicPr>
          <p:cNvPr id="131" name="Google Shape;131;p24"/>
          <p:cNvPicPr preferRelativeResize="0"/>
          <p:nvPr/>
        </p:nvPicPr>
        <p:blipFill>
          <a:blip r:embed="rId5"/>
          <a:stretch>
            <a:fillRect/>
          </a:stretch>
        </p:blipFill>
        <p:spPr>
          <a:xfrm>
            <a:off x="3542005" y="1214865"/>
            <a:ext cx="552450" cy="419100"/>
          </a:xfrm>
          <a:prstGeom prst="rect">
            <a:avLst/>
          </a:prstGeom>
          <a:noFill/>
          <a:ln>
            <a:noFill/>
          </a:ln>
        </p:spPr>
      </p:pic>
      <p:sp>
        <p:nvSpPr>
          <p:cNvPr id="5" name="文本框 4">
            <a:extLst>
              <a:ext uri="{FF2B5EF4-FFF2-40B4-BE49-F238E27FC236}">
                <a16:creationId xmlns:a16="http://schemas.microsoft.com/office/drawing/2014/main" id="{15B7B6E4-FEB9-DDC6-587B-69100295DF6B}"/>
              </a:ext>
            </a:extLst>
          </p:cNvPr>
          <p:cNvSpPr txBox="1"/>
          <p:nvPr/>
        </p:nvSpPr>
        <p:spPr>
          <a:xfrm>
            <a:off x="594602" y="1275916"/>
            <a:ext cx="7532857" cy="307777"/>
          </a:xfrm>
          <a:prstGeom prst="rect">
            <a:avLst/>
          </a:prstGeom>
          <a:noFill/>
        </p:spPr>
        <p:txBody>
          <a:bodyPr wrap="square">
            <a:spAutoFit/>
          </a:bodyPr>
          <a:lstStyle/>
          <a:p>
            <a:r>
              <a:rPr lang="en-GB" sz="1400" dirty="0">
                <a:solidFill>
                  <a:schemeClr val="tx1"/>
                </a:solidFill>
              </a:rPr>
              <a:t>Find your assigned papers and click             to download papers</a:t>
            </a:r>
            <a:endParaRPr lang="en-US" dirty="0">
              <a:solidFill>
                <a:schemeClr val="tx1"/>
              </a:solidFill>
            </a:endParaRPr>
          </a:p>
        </p:txBody>
      </p:sp>
      <p:sp>
        <p:nvSpPr>
          <p:cNvPr id="9" name="Google Shape;136;p25">
            <a:extLst>
              <a:ext uri="{FF2B5EF4-FFF2-40B4-BE49-F238E27FC236}">
                <a16:creationId xmlns:a16="http://schemas.microsoft.com/office/drawing/2014/main" id="{E66BE11F-0C55-723A-6E32-42EA913458F0}"/>
              </a:ext>
            </a:extLst>
          </p:cNvPr>
          <p:cNvSpPr txBox="1">
            <a:spLocks/>
          </p:cNvSpPr>
          <p:nvPr/>
        </p:nvSpPr>
        <p:spPr>
          <a:xfrm>
            <a:off x="235500" y="603115"/>
            <a:ext cx="8832300" cy="573973"/>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lnSpc>
                <a:spcPct val="115000"/>
              </a:lnSpc>
              <a:buSzPct val="46000"/>
            </a:pPr>
            <a:r>
              <a:rPr lang="en-US" sz="2200" b="1" dirty="0">
                <a:solidFill>
                  <a:srgbClr val="009242"/>
                </a:solidFill>
              </a:rPr>
              <a:t>3. Paper review process (C)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2" name="Google Shape;144;p26">
            <a:extLst>
              <a:ext uri="{FF2B5EF4-FFF2-40B4-BE49-F238E27FC236}">
                <a16:creationId xmlns:a16="http://schemas.microsoft.com/office/drawing/2014/main" id="{5FD760C7-38BB-F821-2569-4E8B570E7406}"/>
              </a:ext>
            </a:extLst>
          </p:cNvPr>
          <p:cNvSpPr txBox="1">
            <a:spLocks/>
          </p:cNvSpPr>
          <p:nvPr/>
        </p:nvSpPr>
        <p:spPr>
          <a:xfrm>
            <a:off x="270771" y="1135439"/>
            <a:ext cx="7772400" cy="393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indent="457200">
              <a:buClr>
                <a:schemeClr val="dk1"/>
              </a:buClr>
              <a:buSzPts val="1100"/>
              <a:buFont typeface="Arial" panose="020B0604020202020204"/>
              <a:buNone/>
            </a:pPr>
            <a:r>
              <a:rPr lang="en-US" dirty="0">
                <a:solidFill>
                  <a:schemeClr val="dk1"/>
                </a:solidFill>
              </a:rPr>
              <a:t>Click       to start to review papers </a:t>
            </a:r>
            <a:endParaRPr lang="en-US" dirty="0"/>
          </a:p>
        </p:txBody>
      </p:sp>
      <p:grpSp>
        <p:nvGrpSpPr>
          <p:cNvPr id="5" name="Group 4"/>
          <p:cNvGrpSpPr/>
          <p:nvPr/>
        </p:nvGrpSpPr>
        <p:grpSpPr>
          <a:xfrm>
            <a:off x="651753" y="1810177"/>
            <a:ext cx="7772400" cy="3438820"/>
            <a:chOff x="685800" y="1621005"/>
            <a:chExt cx="7772400" cy="3438820"/>
          </a:xfrm>
        </p:grpSpPr>
        <p:pic>
          <p:nvPicPr>
            <p:cNvPr id="3" name="Picture 2" descr="A screenshot of a computer&#10;&#10;Description automatically generated"/>
            <p:cNvPicPr>
              <a:picLocks noChangeAspect="1"/>
            </p:cNvPicPr>
            <p:nvPr/>
          </p:nvPicPr>
          <p:blipFill>
            <a:blip r:embed="rId3"/>
            <a:stretch>
              <a:fillRect/>
            </a:stretch>
          </p:blipFill>
          <p:spPr>
            <a:xfrm>
              <a:off x="685800" y="1621005"/>
              <a:ext cx="7772400" cy="2959768"/>
            </a:xfrm>
            <a:prstGeom prst="rect">
              <a:avLst/>
            </a:prstGeom>
            <a:ln w="28575">
              <a:solidFill>
                <a:schemeClr val="bg2"/>
              </a:solidFill>
            </a:ln>
          </p:spPr>
        </p:pic>
        <p:sp>
          <p:nvSpPr>
            <p:cNvPr id="6" name="Rectangle 5"/>
            <p:cNvSpPr/>
            <p:nvPr/>
          </p:nvSpPr>
          <p:spPr>
            <a:xfrm>
              <a:off x="7815653" y="4223329"/>
              <a:ext cx="196459" cy="2087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Arrow: Clockwise curve with solid fill"/>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28141" y="4468447"/>
              <a:ext cx="591378" cy="591378"/>
            </a:xfrm>
            <a:prstGeom prst="rect">
              <a:avLst/>
            </a:prstGeom>
          </p:spPr>
        </p:pic>
      </p:grpSp>
      <p:sp>
        <p:nvSpPr>
          <p:cNvPr id="136" name="Google Shape;136;p25"/>
          <p:cNvSpPr txBox="1">
            <a:spLocks noGrp="1"/>
          </p:cNvSpPr>
          <p:nvPr>
            <p:ph type="title" idx="4294967295"/>
          </p:nvPr>
        </p:nvSpPr>
        <p:spPr>
          <a:xfrm>
            <a:off x="235500" y="603115"/>
            <a:ext cx="8832300" cy="26421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009242"/>
                </a:solidFill>
              </a:rPr>
              <a:t>3. Paper review process (D) </a:t>
            </a:r>
            <a:endParaRPr sz="2400" b="1" dirty="0">
              <a:solidFill>
                <a:srgbClr val="009242"/>
              </a:solidFill>
            </a:endParaRPr>
          </a:p>
        </p:txBody>
      </p:sp>
      <p:pic>
        <p:nvPicPr>
          <p:cNvPr id="138" name="Google Shape;138;p25"/>
          <p:cNvPicPr preferRelativeResize="0"/>
          <p:nvPr/>
        </p:nvPicPr>
        <p:blipFill>
          <a:blip r:embed="rId5"/>
          <a:stretch>
            <a:fillRect/>
          </a:stretch>
        </p:blipFill>
        <p:spPr>
          <a:xfrm>
            <a:off x="1820803" y="1239581"/>
            <a:ext cx="348466" cy="24295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5" name="Picture 4" descr="A screenshot of a computer&#10;&#10;Description automatically generated"/>
          <p:cNvPicPr>
            <a:picLocks noChangeAspect="1"/>
          </p:cNvPicPr>
          <p:nvPr/>
        </p:nvPicPr>
        <p:blipFill>
          <a:blip r:embed="rId3"/>
          <a:stretch>
            <a:fillRect/>
          </a:stretch>
        </p:blipFill>
        <p:spPr>
          <a:xfrm>
            <a:off x="744166" y="1974715"/>
            <a:ext cx="7602423" cy="3022366"/>
          </a:xfrm>
          <a:prstGeom prst="rect">
            <a:avLst/>
          </a:prstGeom>
          <a:ln w="28575">
            <a:solidFill>
              <a:schemeClr val="tx1"/>
            </a:solidFill>
          </a:ln>
        </p:spPr>
      </p:pic>
      <p:sp>
        <p:nvSpPr>
          <p:cNvPr id="143" name="Google Shape;143;p26"/>
          <p:cNvSpPr txBox="1">
            <a:spLocks noGrp="1"/>
          </p:cNvSpPr>
          <p:nvPr>
            <p:ph type="title" idx="4294967295"/>
          </p:nvPr>
        </p:nvSpPr>
        <p:spPr>
          <a:xfrm>
            <a:off x="311700" y="607979"/>
            <a:ext cx="8832300" cy="510702"/>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009242"/>
                </a:solidFill>
              </a:rPr>
              <a:t>3. Paper review process (E) </a:t>
            </a:r>
            <a:endParaRPr sz="2400" dirty="0">
              <a:solidFill>
                <a:srgbClr val="009242"/>
              </a:solidFill>
            </a:endParaRPr>
          </a:p>
        </p:txBody>
      </p:sp>
      <p:sp>
        <p:nvSpPr>
          <p:cNvPr id="144" name="Google Shape;144;p26"/>
          <p:cNvSpPr txBox="1">
            <a:spLocks noGrp="1"/>
          </p:cNvSpPr>
          <p:nvPr>
            <p:ph type="body" idx="4294967295"/>
          </p:nvPr>
        </p:nvSpPr>
        <p:spPr>
          <a:xfrm>
            <a:off x="118700" y="1212600"/>
            <a:ext cx="8520600" cy="3930900"/>
          </a:xfrm>
          <a:prstGeom prst="rect">
            <a:avLst/>
          </a:prstGeom>
        </p:spPr>
        <p:txBody>
          <a:bodyPr spcFirstLastPara="1" wrap="square" lIns="91425" tIns="91425" rIns="91425" bIns="91425" anchor="t" anchorCtr="0">
            <a:normAutofit/>
          </a:bodyPr>
          <a:lstStyle/>
          <a:p>
            <a:pPr marL="457200" lvl="0" indent="457200" algn="l" rtl="0">
              <a:spcBef>
                <a:spcPts val="0"/>
              </a:spcBef>
              <a:spcAft>
                <a:spcPts val="0"/>
              </a:spcAft>
              <a:buClr>
                <a:schemeClr val="dk1"/>
              </a:buClr>
              <a:buSzPts val="1100"/>
              <a:buFont typeface="Arial" panose="020B0604020202020204"/>
              <a:buNone/>
            </a:pPr>
            <a:r>
              <a:rPr lang="en-US" dirty="0">
                <a:solidFill>
                  <a:schemeClr val="dk1"/>
                </a:solidFill>
              </a:rPr>
              <a:t>Now, you will see the following interface</a:t>
            </a:r>
            <a:endParaRPr lang="en-GB" dirty="0">
              <a:solidFill>
                <a:schemeClr val="dk1"/>
              </a:solidFill>
            </a:endParaRPr>
          </a:p>
          <a:p>
            <a:pPr marL="457200" lvl="0" indent="457200" algn="l" rtl="0">
              <a:spcBef>
                <a:spcPts val="0"/>
              </a:spcBef>
              <a:spcAft>
                <a:spcPts val="0"/>
              </a:spcAft>
              <a:buClr>
                <a:schemeClr val="dk1"/>
              </a:buClr>
              <a:buSzPts val="1100"/>
              <a:buFont typeface="Arial" panose="020B0604020202020204"/>
              <a:buNone/>
            </a:pPr>
            <a:r>
              <a:rPr lang="en-GB" dirty="0">
                <a:solidFill>
                  <a:schemeClr val="dk1"/>
                </a:solidFill>
              </a:rPr>
              <a:t>Please go ahead and fill in your information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7"/>
          <p:cNvSpPr txBox="1">
            <a:spLocks noGrp="1"/>
          </p:cNvSpPr>
          <p:nvPr>
            <p:ph type="title" idx="4294967295"/>
          </p:nvPr>
        </p:nvSpPr>
        <p:spPr>
          <a:xfrm>
            <a:off x="311700" y="583659"/>
            <a:ext cx="8776500" cy="283665"/>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ct val="46000"/>
              <a:buFont typeface="Arial" panose="020B0604020202020204"/>
              <a:buNone/>
            </a:pPr>
            <a:r>
              <a:rPr lang="en-GB" sz="2400" b="1" dirty="0">
                <a:solidFill>
                  <a:srgbClr val="009242"/>
                </a:solidFill>
              </a:rPr>
              <a:t>3. Paper review process (F) </a:t>
            </a:r>
            <a:endParaRPr sz="2200" dirty="0">
              <a:solidFill>
                <a:srgbClr val="009242"/>
              </a:solidFill>
            </a:endParaRPr>
          </a:p>
        </p:txBody>
      </p:sp>
      <p:sp>
        <p:nvSpPr>
          <p:cNvPr id="151" name="Google Shape;151;p27"/>
          <p:cNvSpPr txBox="1">
            <a:spLocks noGrp="1"/>
          </p:cNvSpPr>
          <p:nvPr>
            <p:ph type="body" idx="4294967295"/>
          </p:nvPr>
        </p:nvSpPr>
        <p:spPr>
          <a:xfrm>
            <a:off x="311699" y="1448650"/>
            <a:ext cx="4925799" cy="3930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solidFill>
                  <a:schemeClr val="dk1"/>
                </a:solidFill>
              </a:rPr>
              <a:t>Evaluate the paper and Provide comments</a:t>
            </a:r>
          </a:p>
          <a:p>
            <a:pPr marL="0" lvl="0" indent="0" algn="l" rtl="0">
              <a:spcBef>
                <a:spcPts val="0"/>
              </a:spcBef>
              <a:spcAft>
                <a:spcPts val="0"/>
              </a:spcAft>
              <a:buNone/>
            </a:pPr>
            <a:r>
              <a:rPr lang="en-US" dirty="0">
                <a:solidFill>
                  <a:schemeClr val="dk1"/>
                </a:solidFill>
              </a:rPr>
              <a:t> </a:t>
            </a:r>
            <a:endParaRPr lang="en-GB" dirty="0">
              <a:solidFill>
                <a:schemeClr val="dk1"/>
              </a:solidFill>
            </a:endParaRPr>
          </a:p>
          <a:p>
            <a:pPr marL="0" lvl="0" indent="0" algn="l" rtl="0">
              <a:spcBef>
                <a:spcPts val="0"/>
              </a:spcBef>
              <a:spcAft>
                <a:spcPts val="0"/>
              </a:spcAft>
              <a:buNone/>
            </a:pPr>
            <a:r>
              <a:rPr lang="en-GB" dirty="0">
                <a:solidFill>
                  <a:schemeClr val="dk1"/>
                </a:solidFill>
              </a:rPr>
              <a:t>After submitting your information, you will be able to start to </a:t>
            </a:r>
            <a:r>
              <a:rPr lang="en-US" altLang="en-GB" dirty="0">
                <a:solidFill>
                  <a:schemeClr val="dk1"/>
                </a:solidFill>
              </a:rPr>
              <a:t>evaluate</a:t>
            </a:r>
            <a:r>
              <a:rPr lang="en-GB" dirty="0">
                <a:solidFill>
                  <a:schemeClr val="dk1"/>
                </a:solidFill>
              </a:rPr>
              <a:t> the paper and </a:t>
            </a:r>
            <a:r>
              <a:rPr lang="en-US" altLang="en-GB" dirty="0">
                <a:solidFill>
                  <a:schemeClr val="dk1"/>
                </a:solidFill>
              </a:rPr>
              <a:t>provide comments</a:t>
            </a:r>
            <a:r>
              <a:rPr lang="en-GB" dirty="0">
                <a:solidFill>
                  <a:schemeClr val="dk1"/>
                </a:solidFill>
              </a:rPr>
              <a:t> </a:t>
            </a:r>
            <a:r>
              <a:rPr lang="en-US" altLang="en-US" dirty="0">
                <a:solidFill>
                  <a:schemeClr val="dk1"/>
                </a:solidFill>
              </a:rPr>
              <a:t>according to the provided prompt</a:t>
            </a:r>
            <a:r>
              <a:rPr lang="en-GB" dirty="0">
                <a:solidFill>
                  <a:schemeClr val="dk1"/>
                </a:solidFill>
              </a:rPr>
              <a:t>.</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GB" dirty="0">
                <a:solidFill>
                  <a:schemeClr val="dk1"/>
                </a:solidFill>
              </a:rPr>
              <a:t>After finishing reviewing the papers, you can click                   to submit the review</a:t>
            </a:r>
            <a:endParaRPr dirty="0">
              <a:solidFill>
                <a:schemeClr val="dk1"/>
              </a:solidFill>
            </a:endParaRPr>
          </a:p>
          <a:p>
            <a:pPr marL="0" lvl="0" indent="0" algn="l" rtl="0">
              <a:spcBef>
                <a:spcPts val="0"/>
              </a:spcBef>
              <a:spcAft>
                <a:spcPts val="0"/>
              </a:spcAft>
              <a:buNone/>
            </a:pPr>
            <a:endParaRPr sz="1100" dirty="0">
              <a:solidFill>
                <a:schemeClr val="dk1"/>
              </a:solidFill>
            </a:endParaRPr>
          </a:p>
          <a:p>
            <a:pPr marL="0" lvl="0" indent="0" algn="l" rtl="0">
              <a:spcBef>
                <a:spcPts val="0"/>
              </a:spcBef>
              <a:spcAft>
                <a:spcPts val="0"/>
              </a:spcAft>
              <a:buNone/>
            </a:pPr>
            <a:endParaRPr sz="1100" dirty="0">
              <a:solidFill>
                <a:schemeClr val="dk1"/>
              </a:solidFill>
            </a:endParaRPr>
          </a:p>
        </p:txBody>
      </p:sp>
      <p:pic>
        <p:nvPicPr>
          <p:cNvPr id="152" name="Google Shape;152;p27"/>
          <p:cNvPicPr preferRelativeResize="0"/>
          <p:nvPr/>
        </p:nvPicPr>
        <p:blipFill>
          <a:blip r:embed="rId3"/>
          <a:stretch>
            <a:fillRect/>
          </a:stretch>
        </p:blipFill>
        <p:spPr>
          <a:xfrm>
            <a:off x="983675" y="3816184"/>
            <a:ext cx="966721" cy="201340"/>
          </a:xfrm>
          <a:prstGeom prst="rect">
            <a:avLst/>
          </a:prstGeom>
          <a:noFill/>
          <a:ln>
            <a:noFill/>
          </a:ln>
        </p:spPr>
      </p:pic>
      <p:pic>
        <p:nvPicPr>
          <p:cNvPr id="153" name="Google Shape;153;p27"/>
          <p:cNvPicPr preferRelativeResize="0"/>
          <p:nvPr/>
        </p:nvPicPr>
        <p:blipFill>
          <a:blip r:embed="rId4"/>
          <a:stretch>
            <a:fillRect/>
          </a:stretch>
        </p:blipFill>
        <p:spPr>
          <a:xfrm>
            <a:off x="5334350" y="867325"/>
            <a:ext cx="3656999" cy="4038042"/>
          </a:xfrm>
          <a:prstGeom prst="rect">
            <a:avLst/>
          </a:prstGeom>
          <a:noFill/>
          <a:ln w="28575" cap="flat" cmpd="sng">
            <a:solidFill>
              <a:schemeClr val="tx1"/>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60" name="Google Shape;160;p28"/>
          <p:cNvPicPr preferRelativeResize="0"/>
          <p:nvPr/>
        </p:nvPicPr>
        <p:blipFill>
          <a:blip r:embed="rId3"/>
          <a:stretch>
            <a:fillRect/>
          </a:stretch>
        </p:blipFill>
        <p:spPr>
          <a:xfrm>
            <a:off x="1994946" y="1622965"/>
            <a:ext cx="4569874" cy="3244749"/>
          </a:xfrm>
          <a:prstGeom prst="rect">
            <a:avLst/>
          </a:prstGeom>
          <a:noFill/>
          <a:ln w="28575" cap="flat" cmpd="sng">
            <a:solidFill>
              <a:schemeClr val="tx1"/>
            </a:solidFill>
            <a:prstDash val="solid"/>
            <a:round/>
            <a:headEnd type="none" w="sm" len="sm"/>
            <a:tailEnd type="none" w="sm" len="sm"/>
          </a:ln>
        </p:spPr>
      </p:pic>
      <p:sp>
        <p:nvSpPr>
          <p:cNvPr id="158" name="Google Shape;158;p28"/>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009242"/>
                </a:solidFill>
              </a:rPr>
              <a:t>4. Check the review results (A)</a:t>
            </a:r>
            <a:endParaRPr sz="2400" b="1" dirty="0">
              <a:solidFill>
                <a:srgbClr val="009242"/>
              </a:solidFill>
            </a:endParaRPr>
          </a:p>
        </p:txBody>
      </p:sp>
      <p:sp>
        <p:nvSpPr>
          <p:cNvPr id="159" name="Google Shape;159;p28"/>
          <p:cNvSpPr txBox="1">
            <a:spLocks noGrp="1"/>
          </p:cNvSpPr>
          <p:nvPr>
            <p:ph type="body" idx="4294967295"/>
          </p:nvPr>
        </p:nvSpPr>
        <p:spPr>
          <a:xfrm>
            <a:off x="311700" y="1134945"/>
            <a:ext cx="8520600" cy="324475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dirty="0"/>
              <a:t>Log in </a:t>
            </a:r>
            <a:r>
              <a:rPr lang="en-GB" dirty="0" err="1"/>
              <a:t>EasyChair</a:t>
            </a:r>
            <a:r>
              <a:rPr lang="en-GB" dirty="0"/>
              <a:t> with your session chair account </a:t>
            </a:r>
            <a:r>
              <a:rPr lang="en-GB" sz="2000" u="sng" dirty="0">
                <a:solidFill>
                  <a:srgbClr val="1155CC"/>
                </a:solidFill>
                <a:hlinkClick r:id="rId4" action="ppaction://hlinkfile"/>
              </a:rPr>
              <a:t>Log in</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grpSp>
        <p:nvGrpSpPr>
          <p:cNvPr id="14" name="Group 13"/>
          <p:cNvGrpSpPr/>
          <p:nvPr/>
        </p:nvGrpSpPr>
        <p:grpSpPr>
          <a:xfrm>
            <a:off x="2026020" y="1517209"/>
            <a:ext cx="5091959" cy="3416400"/>
            <a:chOff x="2026020" y="1517209"/>
            <a:chExt cx="5091959" cy="3416400"/>
          </a:xfrm>
        </p:grpSpPr>
        <p:pic>
          <p:nvPicPr>
            <p:cNvPr id="13" name="Picture 12" descr="A screenshot of a computer&#10;&#10;Description automatically generated"/>
            <p:cNvPicPr>
              <a:picLocks noChangeAspect="1"/>
            </p:cNvPicPr>
            <p:nvPr/>
          </p:nvPicPr>
          <p:blipFill>
            <a:blip r:embed="rId3"/>
            <a:stretch>
              <a:fillRect/>
            </a:stretch>
          </p:blipFill>
          <p:spPr>
            <a:xfrm>
              <a:off x="2026020" y="1517209"/>
              <a:ext cx="5091959" cy="3416400"/>
            </a:xfrm>
            <a:prstGeom prst="rect">
              <a:avLst/>
            </a:prstGeom>
            <a:ln w="28575">
              <a:solidFill>
                <a:schemeClr val="tx1"/>
              </a:solidFill>
            </a:ln>
          </p:spPr>
        </p:pic>
        <p:sp>
          <p:nvSpPr>
            <p:cNvPr id="4" name="Rectangle 3"/>
            <p:cNvSpPr/>
            <p:nvPr/>
          </p:nvSpPr>
          <p:spPr>
            <a:xfrm>
              <a:off x="2930665" y="4146673"/>
              <a:ext cx="675389" cy="2103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Arrow: Slight curve with solid fill"/>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3782901" y="3942392"/>
              <a:ext cx="669855" cy="618930"/>
            </a:xfrm>
            <a:prstGeom prst="rect">
              <a:avLst/>
            </a:prstGeom>
          </p:spPr>
        </p:pic>
      </p:grpSp>
      <p:sp>
        <p:nvSpPr>
          <p:cNvPr id="165" name="Google Shape;165;p29"/>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009242"/>
                </a:solidFill>
              </a:rPr>
              <a:t>4. Check the review results (B) </a:t>
            </a:r>
            <a:endParaRPr sz="2400" b="1" dirty="0">
              <a:solidFill>
                <a:srgbClr val="009242"/>
              </a:solidFill>
            </a:endParaRPr>
          </a:p>
        </p:txBody>
      </p:sp>
      <p:sp>
        <p:nvSpPr>
          <p:cNvPr id="166" name="Google Shape;166;p29"/>
          <p:cNvSpPr txBox="1">
            <a:spLocks noGrp="1"/>
          </p:cNvSpPr>
          <p:nvPr>
            <p:ph type="body" idx="4294967295"/>
          </p:nvPr>
        </p:nvSpPr>
        <p:spPr>
          <a:xfrm>
            <a:off x="311700" y="983000"/>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dirty="0"/>
              <a:t>Click “</a:t>
            </a:r>
            <a:r>
              <a:rPr lang="en-GB" b="1" dirty="0">
                <a:solidFill>
                  <a:srgbClr val="1155CC"/>
                </a:solidFill>
              </a:rPr>
              <a:t>PC member</a:t>
            </a:r>
            <a:r>
              <a:rPr lang="en-GB" dirty="0"/>
              <a:t>” </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11700" y="445025"/>
            <a:ext cx="8520600" cy="572700"/>
          </a:xfrm>
        </p:spPr>
        <p:txBody>
          <a:bodyPr>
            <a:normAutofit fontScale="90000"/>
          </a:bodyPr>
          <a:lstStyle/>
          <a:p>
            <a:r>
              <a:rPr lang="en-GB" sz="2800" b="1" dirty="0">
                <a:solidFill>
                  <a:srgbClr val="009242"/>
                </a:solidFill>
              </a:rPr>
              <a:t>4. Check the review results (C)</a:t>
            </a:r>
            <a:endParaRPr lang="en-US" dirty="0">
              <a:solidFill>
                <a:srgbClr val="009242"/>
              </a:solidFill>
            </a:endParaRPr>
          </a:p>
        </p:txBody>
      </p:sp>
      <p:sp>
        <p:nvSpPr>
          <p:cNvPr id="3" name="Text Placeholder 2"/>
          <p:cNvSpPr>
            <a:spLocks noGrp="1"/>
          </p:cNvSpPr>
          <p:nvPr>
            <p:ph type="body" idx="4294967295"/>
          </p:nvPr>
        </p:nvSpPr>
        <p:spPr>
          <a:xfrm>
            <a:off x="311700" y="1152475"/>
            <a:ext cx="8520600" cy="3416400"/>
          </a:xfrm>
        </p:spPr>
        <p:txBody>
          <a:bodyPr/>
          <a:lstStyle/>
          <a:p>
            <a:pPr marL="114300" indent="0">
              <a:buNone/>
            </a:pPr>
            <a:r>
              <a:rPr lang="en-GB" dirty="0">
                <a:solidFill>
                  <a:schemeClr val="dk1"/>
                </a:solidFill>
              </a:rPr>
              <a:t>Click </a:t>
            </a:r>
            <a:r>
              <a:rPr lang="en-GB" dirty="0"/>
              <a:t>papers </a:t>
            </a:r>
            <a:r>
              <a:rPr lang="en-GB" dirty="0">
                <a:solidFill>
                  <a:schemeClr val="dk1"/>
                </a:solidFill>
              </a:rPr>
              <a:t>“</a:t>
            </a:r>
            <a:r>
              <a:rPr lang="en-GB" b="1" dirty="0">
                <a:solidFill>
                  <a:srgbClr val="1155CC"/>
                </a:solidFill>
              </a:rPr>
              <a:t>Reviews</a:t>
            </a:r>
            <a:r>
              <a:rPr lang="en-GB" dirty="0">
                <a:solidFill>
                  <a:schemeClr val="dk1"/>
                </a:solidFill>
              </a:rPr>
              <a:t>” -&gt; “</a:t>
            </a:r>
            <a:r>
              <a:rPr lang="en-GB" b="1" dirty="0">
                <a:solidFill>
                  <a:srgbClr val="1155CC"/>
                </a:solidFill>
              </a:rPr>
              <a:t>Assigned to me</a:t>
            </a:r>
            <a:r>
              <a:rPr lang="en-GB" dirty="0">
                <a:solidFill>
                  <a:schemeClr val="dk1"/>
                </a:solidFill>
              </a:rPr>
              <a:t>”; Now, you will be able to </a:t>
            </a:r>
            <a:r>
              <a:rPr lang="en-GB" dirty="0">
                <a:solidFill>
                  <a:srgbClr val="FF0000"/>
                </a:solidFill>
              </a:rPr>
              <a:t>see</a:t>
            </a:r>
            <a:r>
              <a:rPr lang="en-GB" dirty="0">
                <a:solidFill>
                  <a:schemeClr val="dk1"/>
                </a:solidFill>
              </a:rPr>
              <a:t> all the papers in your session</a:t>
            </a:r>
            <a:endParaRPr lang="en-GB" sz="2500" dirty="0"/>
          </a:p>
          <a:p>
            <a:endParaRPr lang="en-US" dirty="0"/>
          </a:p>
        </p:txBody>
      </p:sp>
      <p:grpSp>
        <p:nvGrpSpPr>
          <p:cNvPr id="11" name="Group 10"/>
          <p:cNvGrpSpPr/>
          <p:nvPr/>
        </p:nvGrpSpPr>
        <p:grpSpPr>
          <a:xfrm>
            <a:off x="853089" y="2116373"/>
            <a:ext cx="7437822" cy="2742876"/>
            <a:chOff x="309457" y="1152475"/>
            <a:chExt cx="8522843" cy="3143004"/>
          </a:xfrm>
        </p:grpSpPr>
        <p:pic>
          <p:nvPicPr>
            <p:cNvPr id="7" name="Picture 6" descr="A screenshot of a computer&#10;&#10;Description automatically generated"/>
            <p:cNvPicPr>
              <a:picLocks noChangeAspect="1"/>
            </p:cNvPicPr>
            <p:nvPr/>
          </p:nvPicPr>
          <p:blipFill rotWithShape="1">
            <a:blip r:embed="rId2"/>
            <a:srcRect b="11365"/>
            <a:stretch>
              <a:fillRect/>
            </a:stretch>
          </p:blipFill>
          <p:spPr>
            <a:xfrm>
              <a:off x="309457" y="1152475"/>
              <a:ext cx="8522843" cy="3143004"/>
            </a:xfrm>
            <a:prstGeom prst="rect">
              <a:avLst/>
            </a:prstGeom>
            <a:ln w="28575">
              <a:solidFill>
                <a:schemeClr val="tx1"/>
              </a:solidFill>
            </a:ln>
          </p:spPr>
        </p:pic>
        <p:sp>
          <p:nvSpPr>
            <p:cNvPr id="8" name="Rectangle 7"/>
            <p:cNvSpPr/>
            <p:nvPr/>
          </p:nvSpPr>
          <p:spPr>
            <a:xfrm>
              <a:off x="793020" y="2087745"/>
              <a:ext cx="1173345" cy="1618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Arrow: Straight with solid fill"/>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63313" y="1778730"/>
              <a:ext cx="768743" cy="768743"/>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5" name="Picture 14" descr="A screenshot of a computer&#10;&#10;Description automatically generated"/>
          <p:cNvPicPr>
            <a:picLocks noChangeAspect="1"/>
          </p:cNvPicPr>
          <p:nvPr/>
        </p:nvPicPr>
        <p:blipFill rotWithShape="1">
          <a:blip r:embed="rId3"/>
          <a:srcRect b="10310"/>
          <a:stretch>
            <a:fillRect/>
          </a:stretch>
        </p:blipFill>
        <p:spPr>
          <a:xfrm>
            <a:off x="1440672" y="2097821"/>
            <a:ext cx="6252928" cy="2959755"/>
          </a:xfrm>
          <a:prstGeom prst="rect">
            <a:avLst/>
          </a:prstGeom>
        </p:spPr>
      </p:pic>
      <p:sp>
        <p:nvSpPr>
          <p:cNvPr id="172" name="Google Shape;172;p30"/>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009242"/>
                </a:solidFill>
              </a:rPr>
              <a:t>4. Check the review results (D) </a:t>
            </a:r>
            <a:endParaRPr sz="2400" b="1" dirty="0">
              <a:solidFill>
                <a:srgbClr val="009242"/>
              </a:solidFill>
            </a:endParaRPr>
          </a:p>
        </p:txBody>
      </p:sp>
      <p:sp>
        <p:nvSpPr>
          <p:cNvPr id="173" name="Google Shape;173;p30"/>
          <p:cNvSpPr txBox="1">
            <a:spLocks noGrp="1"/>
          </p:cNvSpPr>
          <p:nvPr>
            <p:ph type="body" idx="4294967295"/>
          </p:nvPr>
        </p:nvSpPr>
        <p:spPr>
          <a:xfrm>
            <a:off x="240286" y="1110564"/>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Check the review result of the paper</a:t>
            </a:r>
            <a:endParaRPr dirty="0"/>
          </a:p>
          <a:p>
            <a:pPr marL="0" lvl="0" indent="0" algn="l" rtl="0">
              <a:spcBef>
                <a:spcPts val="1200"/>
              </a:spcBef>
              <a:spcAft>
                <a:spcPts val="1200"/>
              </a:spcAft>
              <a:buNone/>
            </a:pPr>
            <a:r>
              <a:rPr lang="en-GB" dirty="0"/>
              <a:t>	 </a:t>
            </a:r>
            <a:r>
              <a:rPr lang="en-GB" dirty="0">
                <a:solidFill>
                  <a:schemeClr val="dk1"/>
                </a:solidFill>
              </a:rPr>
              <a:t>Click          under “Show reviews” to access</a:t>
            </a:r>
            <a:r>
              <a:rPr lang="zh-CN" altLang="en-US" dirty="0">
                <a:solidFill>
                  <a:schemeClr val="dk1"/>
                </a:solidFill>
              </a:rPr>
              <a:t> </a:t>
            </a:r>
            <a:r>
              <a:rPr lang="en-US" altLang="zh-CN" dirty="0">
                <a:solidFill>
                  <a:schemeClr val="dk1"/>
                </a:solidFill>
              </a:rPr>
              <a:t>the</a:t>
            </a:r>
            <a:r>
              <a:rPr lang="en-GB" dirty="0">
                <a:solidFill>
                  <a:schemeClr val="dk1"/>
                </a:solidFill>
              </a:rPr>
              <a:t> review results</a:t>
            </a:r>
            <a:endParaRPr dirty="0">
              <a:solidFill>
                <a:schemeClr val="dk1"/>
              </a:solidFill>
            </a:endParaRPr>
          </a:p>
        </p:txBody>
      </p:sp>
      <p:pic>
        <p:nvPicPr>
          <p:cNvPr id="4" name="Picture 3" descr="A screenshot of a computer&#10;&#10;Description automatically generated"/>
          <p:cNvPicPr>
            <a:picLocks noChangeAspect="1"/>
          </p:cNvPicPr>
          <p:nvPr/>
        </p:nvPicPr>
        <p:blipFill>
          <a:blip r:embed="rId4"/>
          <a:srcRect b="15908"/>
          <a:stretch>
            <a:fillRect/>
          </a:stretch>
        </p:blipFill>
        <p:spPr>
          <a:xfrm>
            <a:off x="1828752" y="1575809"/>
            <a:ext cx="561687" cy="481591"/>
          </a:xfrm>
          <a:prstGeom prst="rect">
            <a:avLst/>
          </a:prstGeom>
          <a:ln w="28575">
            <a:noFill/>
          </a:ln>
        </p:spPr>
      </p:pic>
      <p:sp>
        <p:nvSpPr>
          <p:cNvPr id="6" name="Rectangle 5"/>
          <p:cNvSpPr/>
          <p:nvPr/>
        </p:nvSpPr>
        <p:spPr>
          <a:xfrm>
            <a:off x="4447161" y="4720358"/>
            <a:ext cx="239949" cy="1828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Arrow: Slight curve with solid fill"/>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32761" y="4446002"/>
            <a:ext cx="914400" cy="914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3"/>
          <p:cNvSpPr txBox="1">
            <a:spLocks noGrp="1"/>
          </p:cNvSpPr>
          <p:nvPr>
            <p:ph type="title" idx="4294967295"/>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GB" sz="2400" b="1" dirty="0">
                <a:solidFill>
                  <a:srgbClr val="009242"/>
                </a:solidFill>
              </a:rPr>
              <a:t>4. Check the review results (E) </a:t>
            </a:r>
            <a:endParaRPr sz="2400" b="1" dirty="0">
              <a:solidFill>
                <a:srgbClr val="009242"/>
              </a:solidFill>
            </a:endParaRPr>
          </a:p>
        </p:txBody>
      </p:sp>
      <p:sp>
        <p:nvSpPr>
          <p:cNvPr id="196" name="Google Shape;196;p33"/>
          <p:cNvSpPr txBox="1">
            <a:spLocks noGrp="1"/>
          </p:cNvSpPr>
          <p:nvPr>
            <p:ph type="body" idx="4294967295"/>
          </p:nvPr>
        </p:nvSpPr>
        <p:spPr>
          <a:xfrm>
            <a:off x="311700" y="1099225"/>
            <a:ext cx="8520600" cy="3269959"/>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dirty="0"/>
              <a:t>See the review result of your paper </a:t>
            </a:r>
            <a:endParaRPr dirty="0"/>
          </a:p>
        </p:txBody>
      </p:sp>
      <p:pic>
        <p:nvPicPr>
          <p:cNvPr id="197" name="Google Shape;197;p33"/>
          <p:cNvPicPr preferRelativeResize="0"/>
          <p:nvPr/>
        </p:nvPicPr>
        <p:blipFill>
          <a:blip r:embed="rId3"/>
          <a:stretch>
            <a:fillRect/>
          </a:stretch>
        </p:blipFill>
        <p:spPr>
          <a:xfrm>
            <a:off x="471771" y="1543195"/>
            <a:ext cx="3895725" cy="3333750"/>
          </a:xfrm>
          <a:prstGeom prst="rect">
            <a:avLst/>
          </a:prstGeom>
          <a:noFill/>
          <a:ln w="28575" cap="flat" cmpd="sng">
            <a:solidFill>
              <a:schemeClr val="tx1"/>
            </a:solidFill>
            <a:prstDash val="solid"/>
            <a:round/>
            <a:headEnd type="none" w="sm" len="sm"/>
            <a:tailEnd type="none" w="sm" len="sm"/>
          </a:ln>
        </p:spPr>
      </p:pic>
      <p:pic>
        <p:nvPicPr>
          <p:cNvPr id="3" name="Picture 2" descr="A screenshot of a survey&#10;&#10;Description automatically generated"/>
          <p:cNvPicPr>
            <a:picLocks noChangeAspect="1"/>
          </p:cNvPicPr>
          <p:nvPr/>
        </p:nvPicPr>
        <p:blipFill>
          <a:blip r:embed="rId4"/>
          <a:stretch>
            <a:fillRect/>
          </a:stretch>
        </p:blipFill>
        <p:spPr>
          <a:xfrm>
            <a:off x="4649415" y="1191637"/>
            <a:ext cx="4216568" cy="3685307"/>
          </a:xfrm>
          <a:prstGeom prst="rect">
            <a:avLst/>
          </a:prstGeom>
          <a:ln w="28575">
            <a:solidFill>
              <a:schemeClr val="tx1"/>
            </a:solid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8512</TotalTime>
  <Words>812</Words>
  <Application>Microsoft Office PowerPoint</Application>
  <PresentationFormat>全屏显示(16:9)</PresentationFormat>
  <Paragraphs>77</Paragraphs>
  <Slides>22</Slides>
  <Notes>20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22</vt:i4>
      </vt:variant>
    </vt:vector>
  </HeadingPairs>
  <TitlesOfParts>
    <vt:vector size="25" baseType="lpstr">
      <vt:lpstr>Arial</vt:lpstr>
      <vt:lpstr>Times New Roman</vt:lpstr>
      <vt:lpstr>Simple Light</vt:lpstr>
      <vt:lpstr>PowerPoint 演示文稿</vt:lpstr>
      <vt:lpstr>Outline</vt:lpstr>
      <vt:lpstr>1. Account login (A)</vt:lpstr>
      <vt:lpstr>PowerPoint 演示文稿</vt:lpstr>
      <vt:lpstr>PowerPoint 演示文稿</vt:lpstr>
      <vt:lpstr>2.  Assign papers to reviewers (A)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Paper review process (D) </vt:lpstr>
      <vt:lpstr>3. Paper review process (E) </vt:lpstr>
      <vt:lpstr>3. Paper review process (F) </vt:lpstr>
      <vt:lpstr>4. Check the review results (A)</vt:lpstr>
      <vt:lpstr>4. Check the review results (B) </vt:lpstr>
      <vt:lpstr>4. Check the review results (C)</vt:lpstr>
      <vt:lpstr>4. Check the review results (D) </vt:lpstr>
      <vt:lpstr>4. Check the review results (E)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for UV2026 Paper Review &amp; Assignment on EasyChair</dc:title>
  <dc:creator/>
  <cp:lastModifiedBy>Kou, Jieren</cp:lastModifiedBy>
  <cp:revision>50</cp:revision>
  <dcterms:created xsi:type="dcterms:W3CDTF">2026-05-29T21:09:00Z</dcterms:created>
  <dcterms:modified xsi:type="dcterms:W3CDTF">2026-06-07T04:09:25Z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86272A2016F4443CBA7744EC73565333_13</vt:lpwstr>
  </property>
  <property fmtid="{D5CDD505-2E9C-101B-9397-08002B2CF9AE}" pid="3" name="KSOProductBuildVer">
    <vt:lpwstr>1033-12.1.0.26880</vt:lpwstr>
  </property>
</Properties>
</file>
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5" r:id="rId5"/>
    <p:sldId id="263" r:id="rId6"/>
    <p:sldId id="278" r:id="rId7"/>
    <p:sldId id="279" r:id="rId8"/>
    <p:sldId id="264" r:id="rId9"/>
    <p:sldId id="260" r:id="rId10"/>
    <p:sldId id="261" r:id="rId11"/>
    <p:sldId id="266" r:id="rId12"/>
    <p:sldId id="268" r:id="rId13"/>
    <p:sldId id="269" r:id="rId1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419"/>
    <p:restoredTop sz="94331"/>
  </p:normalViewPr>
  <p:slideViewPr>
    <p:cSldViewPr snapToGrid="0" showGuides="1">
      <p:cViewPr varScale="1">
        <p:scale>
          <a:sx n="127" d="100"/>
          <a:sy n="127" d="100"/>
        </p:scale>
        <p:origin x="100" y="24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13a1d08044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13a1d08044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2873550952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2873550952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2fbc9d36d4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2fbc9d36d42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13a1d08044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13a1d08044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13a1d08044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13a1d08044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13a1d080442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13a1d080442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8735509520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8735509520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28735509520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28735509520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  <p:sp>
        <p:nvSpPr>
          <p:cNvPr id="2" name="Google Shape;15;p3">
            <a:extLst>
              <a:ext uri="{FF2B5EF4-FFF2-40B4-BE49-F238E27FC236}">
                <a16:creationId xmlns:a16="http://schemas.microsoft.com/office/drawing/2014/main" id="{419DE464-D727-57D1-5161-8B6A749F2E19}"/>
              </a:ext>
            </a:extLst>
          </p:cNvPr>
          <p:cNvSpPr txBox="1">
            <a:spLocks/>
          </p:cNvSpPr>
          <p:nvPr userDrawn="1"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矩形 7">
            <a:extLst>
              <a:ext uri="{FF2B5EF4-FFF2-40B4-BE49-F238E27FC236}">
                <a16:creationId xmlns:a16="http://schemas.microsoft.com/office/drawing/2014/main" id="{C4DB9E90-C8BE-429D-7B75-05A6BD47EB1B}"/>
              </a:ext>
            </a:extLst>
          </p:cNvPr>
          <p:cNvSpPr/>
          <p:nvPr userDrawn="1"/>
        </p:nvSpPr>
        <p:spPr>
          <a:xfrm flipH="1">
            <a:off x="0" y="4778374"/>
            <a:ext cx="9144000" cy="388032"/>
          </a:xfrm>
          <a:custGeom>
            <a:avLst/>
            <a:gdLst>
              <a:gd name="connsiteX0" fmla="*/ 0 w 12192000"/>
              <a:gd name="connsiteY0" fmla="*/ 0 h 609599"/>
              <a:gd name="connsiteX1" fmla="*/ 12192000 w 12192000"/>
              <a:gd name="connsiteY1" fmla="*/ 0 h 609599"/>
              <a:gd name="connsiteX2" fmla="*/ 12192000 w 12192000"/>
              <a:gd name="connsiteY2" fmla="*/ 609599 h 609599"/>
              <a:gd name="connsiteX3" fmla="*/ 0 w 12192000"/>
              <a:gd name="connsiteY3" fmla="*/ 609599 h 609599"/>
              <a:gd name="connsiteX4" fmla="*/ 0 w 12192000"/>
              <a:gd name="connsiteY4" fmla="*/ 0 h 609599"/>
              <a:gd name="connsiteX0" fmla="*/ 0 w 12192000"/>
              <a:gd name="connsiteY0" fmla="*/ 548640 h 1158239"/>
              <a:gd name="connsiteX1" fmla="*/ 12192000 w 12192000"/>
              <a:gd name="connsiteY1" fmla="*/ 548640 h 1158239"/>
              <a:gd name="connsiteX2" fmla="*/ 12192000 w 12192000"/>
              <a:gd name="connsiteY2" fmla="*/ 1158239 h 1158239"/>
              <a:gd name="connsiteX3" fmla="*/ 0 w 12192000"/>
              <a:gd name="connsiteY3" fmla="*/ 1158239 h 1158239"/>
              <a:gd name="connsiteX4" fmla="*/ 0 w 12192000"/>
              <a:gd name="connsiteY4" fmla="*/ 548640 h 1158239"/>
              <a:gd name="connsiteX0" fmla="*/ 0 w 12192000"/>
              <a:gd name="connsiteY0" fmla="*/ 376700 h 986299"/>
              <a:gd name="connsiteX1" fmla="*/ 12192000 w 12192000"/>
              <a:gd name="connsiteY1" fmla="*/ 376700 h 986299"/>
              <a:gd name="connsiteX2" fmla="*/ 12192000 w 12192000"/>
              <a:gd name="connsiteY2" fmla="*/ 986299 h 986299"/>
              <a:gd name="connsiteX3" fmla="*/ 0 w 12192000"/>
              <a:gd name="connsiteY3" fmla="*/ 986299 h 986299"/>
              <a:gd name="connsiteX4" fmla="*/ 0 w 12192000"/>
              <a:gd name="connsiteY4" fmla="*/ 376700 h 986299"/>
              <a:gd name="connsiteX0" fmla="*/ 0 w 12192000"/>
              <a:gd name="connsiteY0" fmla="*/ 438928 h 1048527"/>
              <a:gd name="connsiteX1" fmla="*/ 12192000 w 12192000"/>
              <a:gd name="connsiteY1" fmla="*/ 438928 h 1048527"/>
              <a:gd name="connsiteX2" fmla="*/ 12192000 w 12192000"/>
              <a:gd name="connsiteY2" fmla="*/ 1048527 h 1048527"/>
              <a:gd name="connsiteX3" fmla="*/ 0 w 12192000"/>
              <a:gd name="connsiteY3" fmla="*/ 1048527 h 1048527"/>
              <a:gd name="connsiteX4" fmla="*/ 0 w 12192000"/>
              <a:gd name="connsiteY4" fmla="*/ 438928 h 1048527"/>
              <a:gd name="connsiteX0" fmla="*/ 0 w 12192000"/>
              <a:gd name="connsiteY0" fmla="*/ 181799 h 791398"/>
              <a:gd name="connsiteX1" fmla="*/ 12192000 w 12192000"/>
              <a:gd name="connsiteY1" fmla="*/ 181799 h 791398"/>
              <a:gd name="connsiteX2" fmla="*/ 12192000 w 12192000"/>
              <a:gd name="connsiteY2" fmla="*/ 791398 h 791398"/>
              <a:gd name="connsiteX3" fmla="*/ 0 w 12192000"/>
              <a:gd name="connsiteY3" fmla="*/ 791398 h 791398"/>
              <a:gd name="connsiteX4" fmla="*/ 0 w 12192000"/>
              <a:gd name="connsiteY4" fmla="*/ 181799 h 791398"/>
              <a:gd name="connsiteX0" fmla="*/ 0 w 12192000"/>
              <a:gd name="connsiteY0" fmla="*/ 187345 h 796944"/>
              <a:gd name="connsiteX1" fmla="*/ 12192000 w 12192000"/>
              <a:gd name="connsiteY1" fmla="*/ 187345 h 796944"/>
              <a:gd name="connsiteX2" fmla="*/ 12192000 w 12192000"/>
              <a:gd name="connsiteY2" fmla="*/ 796944 h 796944"/>
              <a:gd name="connsiteX3" fmla="*/ 0 w 12192000"/>
              <a:gd name="connsiteY3" fmla="*/ 796944 h 796944"/>
              <a:gd name="connsiteX4" fmla="*/ 0 w 12192000"/>
              <a:gd name="connsiteY4" fmla="*/ 187345 h 796944"/>
              <a:gd name="connsiteX0" fmla="*/ 0 w 12192000"/>
              <a:gd name="connsiteY0" fmla="*/ 154569 h 764168"/>
              <a:gd name="connsiteX1" fmla="*/ 12192000 w 12192000"/>
              <a:gd name="connsiteY1" fmla="*/ 154569 h 764168"/>
              <a:gd name="connsiteX2" fmla="*/ 12192000 w 12192000"/>
              <a:gd name="connsiteY2" fmla="*/ 764168 h 764168"/>
              <a:gd name="connsiteX3" fmla="*/ 0 w 12192000"/>
              <a:gd name="connsiteY3" fmla="*/ 764168 h 764168"/>
              <a:gd name="connsiteX4" fmla="*/ 0 w 12192000"/>
              <a:gd name="connsiteY4" fmla="*/ 154569 h 764168"/>
              <a:gd name="connsiteX0" fmla="*/ 0 w 12192000"/>
              <a:gd name="connsiteY0" fmla="*/ 165354 h 774953"/>
              <a:gd name="connsiteX1" fmla="*/ 12192000 w 12192000"/>
              <a:gd name="connsiteY1" fmla="*/ 165354 h 774953"/>
              <a:gd name="connsiteX2" fmla="*/ 12192000 w 12192000"/>
              <a:gd name="connsiteY2" fmla="*/ 774953 h 774953"/>
              <a:gd name="connsiteX3" fmla="*/ 0 w 12192000"/>
              <a:gd name="connsiteY3" fmla="*/ 774953 h 774953"/>
              <a:gd name="connsiteX4" fmla="*/ 0 w 12192000"/>
              <a:gd name="connsiteY4" fmla="*/ 165354 h 774953"/>
              <a:gd name="connsiteX0" fmla="*/ 0 w 12192000"/>
              <a:gd name="connsiteY0" fmla="*/ 181798 h 791397"/>
              <a:gd name="connsiteX1" fmla="*/ 12192000 w 12192000"/>
              <a:gd name="connsiteY1" fmla="*/ 181798 h 791397"/>
              <a:gd name="connsiteX2" fmla="*/ 12192000 w 12192000"/>
              <a:gd name="connsiteY2" fmla="*/ 791397 h 791397"/>
              <a:gd name="connsiteX3" fmla="*/ 0 w 12192000"/>
              <a:gd name="connsiteY3" fmla="*/ 791397 h 791397"/>
              <a:gd name="connsiteX4" fmla="*/ 0 w 12192000"/>
              <a:gd name="connsiteY4" fmla="*/ 181798 h 791397"/>
              <a:gd name="connsiteX0" fmla="*/ 0 w 12192000"/>
              <a:gd name="connsiteY0" fmla="*/ 88858 h 698457"/>
              <a:gd name="connsiteX1" fmla="*/ 12192000 w 12192000"/>
              <a:gd name="connsiteY1" fmla="*/ 88858 h 698457"/>
              <a:gd name="connsiteX2" fmla="*/ 12192000 w 12192000"/>
              <a:gd name="connsiteY2" fmla="*/ 698457 h 698457"/>
              <a:gd name="connsiteX3" fmla="*/ 0 w 12192000"/>
              <a:gd name="connsiteY3" fmla="*/ 698457 h 698457"/>
              <a:gd name="connsiteX4" fmla="*/ 0 w 12192000"/>
              <a:gd name="connsiteY4" fmla="*/ 88858 h 698457"/>
              <a:gd name="connsiteX0" fmla="*/ 10160 w 12192000"/>
              <a:gd name="connsiteY0" fmla="*/ 93903 h 612062"/>
              <a:gd name="connsiteX1" fmla="*/ 12192000 w 12192000"/>
              <a:gd name="connsiteY1" fmla="*/ 2463 h 612062"/>
              <a:gd name="connsiteX2" fmla="*/ 12192000 w 12192000"/>
              <a:gd name="connsiteY2" fmla="*/ 612062 h 612062"/>
              <a:gd name="connsiteX3" fmla="*/ 0 w 12192000"/>
              <a:gd name="connsiteY3" fmla="*/ 612062 h 612062"/>
              <a:gd name="connsiteX4" fmla="*/ 10160 w 12192000"/>
              <a:gd name="connsiteY4" fmla="*/ 93903 h 612062"/>
              <a:gd name="connsiteX0" fmla="*/ 0 w 12181840"/>
              <a:gd name="connsiteY0" fmla="*/ 93903 h 612062"/>
              <a:gd name="connsiteX1" fmla="*/ 12181840 w 12181840"/>
              <a:gd name="connsiteY1" fmla="*/ 2463 h 612062"/>
              <a:gd name="connsiteX2" fmla="*/ 12181840 w 12181840"/>
              <a:gd name="connsiteY2" fmla="*/ 612062 h 612062"/>
              <a:gd name="connsiteX3" fmla="*/ 12700 w 12181840"/>
              <a:gd name="connsiteY3" fmla="*/ 612062 h 612062"/>
              <a:gd name="connsiteX4" fmla="*/ 0 w 12181840"/>
              <a:gd name="connsiteY4" fmla="*/ 93903 h 612062"/>
              <a:gd name="connsiteX0" fmla="*/ 0 w 12181840"/>
              <a:gd name="connsiteY0" fmla="*/ 93459 h 619238"/>
              <a:gd name="connsiteX1" fmla="*/ 12181840 w 12181840"/>
              <a:gd name="connsiteY1" fmla="*/ 9639 h 619238"/>
              <a:gd name="connsiteX2" fmla="*/ 12181840 w 12181840"/>
              <a:gd name="connsiteY2" fmla="*/ 619238 h 619238"/>
              <a:gd name="connsiteX3" fmla="*/ 12700 w 12181840"/>
              <a:gd name="connsiteY3" fmla="*/ 619238 h 619238"/>
              <a:gd name="connsiteX4" fmla="*/ 0 w 12181840"/>
              <a:gd name="connsiteY4" fmla="*/ 93459 h 619238"/>
              <a:gd name="connsiteX0" fmla="*/ 0 w 12181840"/>
              <a:gd name="connsiteY0" fmla="*/ 93459 h 619238"/>
              <a:gd name="connsiteX1" fmla="*/ 12181840 w 12181840"/>
              <a:gd name="connsiteY1" fmla="*/ 9639 h 619238"/>
              <a:gd name="connsiteX2" fmla="*/ 12181840 w 12181840"/>
              <a:gd name="connsiteY2" fmla="*/ 619238 h 619238"/>
              <a:gd name="connsiteX3" fmla="*/ 12700 w 12181840"/>
              <a:gd name="connsiteY3" fmla="*/ 619238 h 619238"/>
              <a:gd name="connsiteX4" fmla="*/ 0 w 12181840"/>
              <a:gd name="connsiteY4" fmla="*/ 93459 h 619238"/>
              <a:gd name="connsiteX0" fmla="*/ 0 w 12197080"/>
              <a:gd name="connsiteY0" fmla="*/ 93459 h 619238"/>
              <a:gd name="connsiteX1" fmla="*/ 12197080 w 12197080"/>
              <a:gd name="connsiteY1" fmla="*/ 9639 h 619238"/>
              <a:gd name="connsiteX2" fmla="*/ 12197080 w 12197080"/>
              <a:gd name="connsiteY2" fmla="*/ 619238 h 619238"/>
              <a:gd name="connsiteX3" fmla="*/ 27940 w 12197080"/>
              <a:gd name="connsiteY3" fmla="*/ 619238 h 619238"/>
              <a:gd name="connsiteX4" fmla="*/ 0 w 12197080"/>
              <a:gd name="connsiteY4" fmla="*/ 93459 h 619238"/>
              <a:gd name="connsiteX0" fmla="*/ 2540 w 12199620"/>
              <a:gd name="connsiteY0" fmla="*/ 93459 h 619238"/>
              <a:gd name="connsiteX1" fmla="*/ 12199620 w 12199620"/>
              <a:gd name="connsiteY1" fmla="*/ 9639 h 619238"/>
              <a:gd name="connsiteX2" fmla="*/ 12199620 w 12199620"/>
              <a:gd name="connsiteY2" fmla="*/ 619238 h 619238"/>
              <a:gd name="connsiteX3" fmla="*/ 0 w 12199620"/>
              <a:gd name="connsiteY3" fmla="*/ 611618 h 619238"/>
              <a:gd name="connsiteX4" fmla="*/ 2540 w 12199620"/>
              <a:gd name="connsiteY4" fmla="*/ 93459 h 619238"/>
              <a:gd name="connsiteX0" fmla="*/ 153 w 12201043"/>
              <a:gd name="connsiteY0" fmla="*/ 152400 h 609599"/>
              <a:gd name="connsiteX1" fmla="*/ 12201043 w 12201043"/>
              <a:gd name="connsiteY1" fmla="*/ 0 h 609599"/>
              <a:gd name="connsiteX2" fmla="*/ 12201043 w 12201043"/>
              <a:gd name="connsiteY2" fmla="*/ 609599 h 609599"/>
              <a:gd name="connsiteX3" fmla="*/ 1423 w 12201043"/>
              <a:gd name="connsiteY3" fmla="*/ 601979 h 609599"/>
              <a:gd name="connsiteX4" fmla="*/ 153 w 12201043"/>
              <a:gd name="connsiteY4" fmla="*/ 152400 h 609599"/>
              <a:gd name="connsiteX0" fmla="*/ 153 w 12201043"/>
              <a:gd name="connsiteY0" fmla="*/ 184785 h 609599"/>
              <a:gd name="connsiteX1" fmla="*/ 12201043 w 12201043"/>
              <a:gd name="connsiteY1" fmla="*/ 0 h 609599"/>
              <a:gd name="connsiteX2" fmla="*/ 12201043 w 12201043"/>
              <a:gd name="connsiteY2" fmla="*/ 609599 h 609599"/>
              <a:gd name="connsiteX3" fmla="*/ 1423 w 12201043"/>
              <a:gd name="connsiteY3" fmla="*/ 601979 h 609599"/>
              <a:gd name="connsiteX4" fmla="*/ 153 w 12201043"/>
              <a:gd name="connsiteY4" fmla="*/ 184785 h 6095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01043" h="609599">
                <a:moveTo>
                  <a:pt x="153" y="184785"/>
                </a:moveTo>
                <a:cubicBezTo>
                  <a:pt x="6075833" y="-272415"/>
                  <a:pt x="8457083" y="1051560"/>
                  <a:pt x="12201043" y="0"/>
                </a:cubicBezTo>
                <a:lnTo>
                  <a:pt x="12201043" y="609599"/>
                </a:lnTo>
                <a:lnTo>
                  <a:pt x="1423" y="601979"/>
                </a:lnTo>
                <a:cubicBezTo>
                  <a:pt x="2270" y="429259"/>
                  <a:pt x="-694" y="357505"/>
                  <a:pt x="153" y="184785"/>
                </a:cubicBezTo>
                <a:close/>
              </a:path>
            </a:pathLst>
          </a:custGeom>
          <a:gradFill flip="none" rotWithShape="1">
            <a:gsLst>
              <a:gs pos="60000">
                <a:srgbClr val="008A41">
                  <a:alpha val="49804"/>
                </a:srgbClr>
              </a:gs>
              <a:gs pos="0">
                <a:srgbClr val="008A41">
                  <a:alpha val="70000"/>
                </a:srgbClr>
              </a:gs>
              <a:gs pos="100000">
                <a:srgbClr val="A0D2B4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B4A1A480-0651-3DF0-3BCD-719CD6FD113B}"/>
              </a:ext>
            </a:extLst>
          </p:cNvPr>
          <p:cNvSpPr/>
          <p:nvPr userDrawn="1"/>
        </p:nvSpPr>
        <p:spPr>
          <a:xfrm flipH="1" flipV="1">
            <a:off x="-6103" y="-10167"/>
            <a:ext cx="9143999" cy="388031"/>
          </a:xfrm>
          <a:custGeom>
            <a:avLst/>
            <a:gdLst>
              <a:gd name="connsiteX0" fmla="*/ 12192000 w 12192000"/>
              <a:gd name="connsiteY0" fmla="*/ 0 h 2039768"/>
              <a:gd name="connsiteX1" fmla="*/ 12192000 w 12192000"/>
              <a:gd name="connsiteY1" fmla="*/ 2039768 h 2039768"/>
              <a:gd name="connsiteX2" fmla="*/ 0 w 12192000"/>
              <a:gd name="connsiteY2" fmla="*/ 2039768 h 2039768"/>
              <a:gd name="connsiteX3" fmla="*/ 0 w 12192000"/>
              <a:gd name="connsiteY3" fmla="*/ 819391 h 2039768"/>
              <a:gd name="connsiteX4" fmla="*/ 37309 w 12192000"/>
              <a:gd name="connsiteY4" fmla="*/ 834936 h 2039768"/>
              <a:gd name="connsiteX5" fmla="*/ 5319640 w 12192000"/>
              <a:gd name="connsiteY5" fmla="*/ 1747868 h 2039768"/>
              <a:gd name="connsiteX6" fmla="*/ 11971651 w 12192000"/>
              <a:gd name="connsiteY6" fmla="*/ 149892 h 2039768"/>
              <a:gd name="connsiteX0" fmla="*/ 12192000 w 12192000"/>
              <a:gd name="connsiteY0" fmla="*/ 373966 h 1893600"/>
              <a:gd name="connsiteX1" fmla="*/ 12192000 w 12192000"/>
              <a:gd name="connsiteY1" fmla="*/ 1893600 h 1893600"/>
              <a:gd name="connsiteX2" fmla="*/ 0 w 12192000"/>
              <a:gd name="connsiteY2" fmla="*/ 1893600 h 1893600"/>
              <a:gd name="connsiteX3" fmla="*/ 0 w 12192000"/>
              <a:gd name="connsiteY3" fmla="*/ 673223 h 1893600"/>
              <a:gd name="connsiteX4" fmla="*/ 37309 w 12192000"/>
              <a:gd name="connsiteY4" fmla="*/ 688768 h 1893600"/>
              <a:gd name="connsiteX5" fmla="*/ 5319640 w 12192000"/>
              <a:gd name="connsiteY5" fmla="*/ 1601700 h 1893600"/>
              <a:gd name="connsiteX6" fmla="*/ 11971651 w 12192000"/>
              <a:gd name="connsiteY6" fmla="*/ 3724 h 1893600"/>
              <a:gd name="connsiteX7" fmla="*/ 12192000 w 12192000"/>
              <a:gd name="connsiteY7" fmla="*/ 373966 h 1893600"/>
              <a:gd name="connsiteX0" fmla="*/ 12192000 w 12192000"/>
              <a:gd name="connsiteY0" fmla="*/ 1413 h 1521047"/>
              <a:gd name="connsiteX1" fmla="*/ 12192000 w 12192000"/>
              <a:gd name="connsiteY1" fmla="*/ 1521047 h 1521047"/>
              <a:gd name="connsiteX2" fmla="*/ 0 w 12192000"/>
              <a:gd name="connsiteY2" fmla="*/ 1521047 h 1521047"/>
              <a:gd name="connsiteX3" fmla="*/ 0 w 12192000"/>
              <a:gd name="connsiteY3" fmla="*/ 300670 h 1521047"/>
              <a:gd name="connsiteX4" fmla="*/ 37309 w 12192000"/>
              <a:gd name="connsiteY4" fmla="*/ 316215 h 1521047"/>
              <a:gd name="connsiteX5" fmla="*/ 5319640 w 12192000"/>
              <a:gd name="connsiteY5" fmla="*/ 1229147 h 1521047"/>
              <a:gd name="connsiteX6" fmla="*/ 12192000 w 12192000"/>
              <a:gd name="connsiteY6" fmla="*/ 1413 h 1521047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0 w 12192000"/>
              <a:gd name="connsiteY3" fmla="*/ 299257 h 1519634"/>
              <a:gd name="connsiteX4" fmla="*/ 37309 w 12192000"/>
              <a:gd name="connsiteY4" fmla="*/ 314802 h 1519634"/>
              <a:gd name="connsiteX5" fmla="*/ 5319640 w 12192000"/>
              <a:gd name="connsiteY5" fmla="*/ 1227734 h 1519634"/>
              <a:gd name="connsiteX6" fmla="*/ 12192000 w 12192000"/>
              <a:gd name="connsiteY6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0 w 12192000"/>
              <a:gd name="connsiteY3" fmla="*/ 299257 h 1519634"/>
              <a:gd name="connsiteX4" fmla="*/ 140179 w 12192000"/>
              <a:gd name="connsiteY4" fmla="*/ 401490 h 1519634"/>
              <a:gd name="connsiteX5" fmla="*/ 5319640 w 12192000"/>
              <a:gd name="connsiteY5" fmla="*/ 1227734 h 1519634"/>
              <a:gd name="connsiteX6" fmla="*/ 12192000 w 12192000"/>
              <a:gd name="connsiteY6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0 w 12192000"/>
              <a:gd name="connsiteY3" fmla="*/ 299257 h 1519634"/>
              <a:gd name="connsiteX4" fmla="*/ 5319640 w 12192000"/>
              <a:gd name="connsiteY4" fmla="*/ 1227734 h 1519634"/>
              <a:gd name="connsiteX5" fmla="*/ 12192000 w 12192000"/>
              <a:gd name="connsiteY5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3810 w 12192000"/>
              <a:gd name="connsiteY3" fmla="*/ 628674 h 1519634"/>
              <a:gd name="connsiteX4" fmla="*/ 5319640 w 12192000"/>
              <a:gd name="connsiteY4" fmla="*/ 1227734 h 1519634"/>
              <a:gd name="connsiteX5" fmla="*/ 12192000 w 12192000"/>
              <a:gd name="connsiteY5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3810 w 12192000"/>
              <a:gd name="connsiteY3" fmla="*/ 628674 h 1519634"/>
              <a:gd name="connsiteX4" fmla="*/ 5319640 w 12192000"/>
              <a:gd name="connsiteY4" fmla="*/ 1227734 h 1519634"/>
              <a:gd name="connsiteX5" fmla="*/ 12192000 w 12192000"/>
              <a:gd name="connsiteY5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3810 w 12192000"/>
              <a:gd name="connsiteY3" fmla="*/ 628674 h 1519634"/>
              <a:gd name="connsiteX4" fmla="*/ 5319640 w 12192000"/>
              <a:gd name="connsiteY4" fmla="*/ 1227734 h 1519634"/>
              <a:gd name="connsiteX5" fmla="*/ 12192000 w 12192000"/>
              <a:gd name="connsiteY5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3810 w 12192000"/>
              <a:gd name="connsiteY3" fmla="*/ 628674 h 1519634"/>
              <a:gd name="connsiteX4" fmla="*/ 5319640 w 12192000"/>
              <a:gd name="connsiteY4" fmla="*/ 1227734 h 1519634"/>
              <a:gd name="connsiteX5" fmla="*/ 12192000 w 12192000"/>
              <a:gd name="connsiteY5" fmla="*/ 0 h 1519634"/>
              <a:gd name="connsiteX0" fmla="*/ 12198096 w 12198096"/>
              <a:gd name="connsiteY0" fmla="*/ 0 h 1325451"/>
              <a:gd name="connsiteX1" fmla="*/ 12192000 w 12198096"/>
              <a:gd name="connsiteY1" fmla="*/ 1325451 h 1325451"/>
              <a:gd name="connsiteX2" fmla="*/ 0 w 12198096"/>
              <a:gd name="connsiteY2" fmla="*/ 1325451 h 1325451"/>
              <a:gd name="connsiteX3" fmla="*/ 3810 w 12198096"/>
              <a:gd name="connsiteY3" fmla="*/ 434491 h 1325451"/>
              <a:gd name="connsiteX4" fmla="*/ 5319640 w 12198096"/>
              <a:gd name="connsiteY4" fmla="*/ 1033551 h 1325451"/>
              <a:gd name="connsiteX5" fmla="*/ 12198096 w 12198096"/>
              <a:gd name="connsiteY5" fmla="*/ 0 h 1325451"/>
              <a:gd name="connsiteX0" fmla="*/ 12198096 w 12198096"/>
              <a:gd name="connsiteY0" fmla="*/ 0 h 1325451"/>
              <a:gd name="connsiteX1" fmla="*/ 12192000 w 12198096"/>
              <a:gd name="connsiteY1" fmla="*/ 1325451 h 1325451"/>
              <a:gd name="connsiteX2" fmla="*/ 0 w 12198096"/>
              <a:gd name="connsiteY2" fmla="*/ 1325451 h 1325451"/>
              <a:gd name="connsiteX3" fmla="*/ 3810 w 12198096"/>
              <a:gd name="connsiteY3" fmla="*/ 434491 h 1325451"/>
              <a:gd name="connsiteX4" fmla="*/ 5325736 w 12198096"/>
              <a:gd name="connsiteY4" fmla="*/ 978070 h 1325451"/>
              <a:gd name="connsiteX5" fmla="*/ 12198096 w 12198096"/>
              <a:gd name="connsiteY5" fmla="*/ 0 h 13254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8096" h="1325451">
                <a:moveTo>
                  <a:pt x="12198096" y="0"/>
                </a:moveTo>
                <a:lnTo>
                  <a:pt x="12192000" y="1325451"/>
                </a:lnTo>
                <a:lnTo>
                  <a:pt x="0" y="1325451"/>
                </a:lnTo>
                <a:lnTo>
                  <a:pt x="3810" y="434491"/>
                </a:lnTo>
                <a:cubicBezTo>
                  <a:pt x="1718603" y="876908"/>
                  <a:pt x="3533473" y="963319"/>
                  <a:pt x="5325736" y="978070"/>
                </a:cubicBezTo>
                <a:cubicBezTo>
                  <a:pt x="7351518" y="925603"/>
                  <a:pt x="10633603" y="731550"/>
                  <a:pt x="12198096" y="0"/>
                </a:cubicBezTo>
                <a:close/>
              </a:path>
            </a:pathLst>
          </a:custGeom>
          <a:gradFill flip="none" rotWithShape="1">
            <a:gsLst>
              <a:gs pos="60000">
                <a:srgbClr val="A0D2B4">
                  <a:alpha val="50000"/>
                </a:srgbClr>
              </a:gs>
              <a:gs pos="0">
                <a:srgbClr val="008A41">
                  <a:alpha val="70000"/>
                </a:srgbClr>
              </a:gs>
              <a:gs pos="100000">
                <a:srgbClr val="A0D2B4">
                  <a:alpha val="50000"/>
                </a:srgbClr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3DD7BBD-37F2-F5B5-3DB5-69972F70E13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090" b="89888" l="2563" r="97313">
                        <a14:foregroundMark x1="7187" y1="50562" x2="61563" y2="38764"/>
                        <a14:foregroundMark x1="61563" y1="38764" x2="63438" y2="41292"/>
                        <a14:foregroundMark x1="29875" y1="86798" x2="41313" y2="84551"/>
                        <a14:foregroundMark x1="41313" y1="84551" x2="57375" y2="89607"/>
                        <a14:foregroundMark x1="57375" y1="89607" x2="63438" y2="85112"/>
                        <a14:foregroundMark x1="63438" y1="85112" x2="64063" y2="85112"/>
                        <a14:foregroundMark x1="22250" y1="25843" x2="23375" y2="34831"/>
                        <a14:foregroundMark x1="22375" y1="26124" x2="26438" y2="23876"/>
                        <a14:foregroundMark x1="26438" y1="23876" x2="28688" y2="24438"/>
                        <a14:foregroundMark x1="22313" y1="23315" x2="28750" y2="25562"/>
                        <a14:foregroundMark x1="68313" y1="24157" x2="68313" y2="24157"/>
                        <a14:foregroundMark x1="68375" y1="70506" x2="68375" y2="70506"/>
                        <a14:foregroundMark x1="68063" y1="61236" x2="68063" y2="61236"/>
                        <a14:foregroundMark x1="83438" y1="31180" x2="87688" y2="19382"/>
                        <a14:foregroundMark x1="87688" y1="19382" x2="91813" y2="23315"/>
                        <a14:foregroundMark x1="91813" y1="23315" x2="95063" y2="37079"/>
                        <a14:foregroundMark x1="95063" y1="37079" x2="95188" y2="56461"/>
                        <a14:foregroundMark x1="95188" y1="56461" x2="91188" y2="72753"/>
                        <a14:foregroundMark x1="91188" y1="72753" x2="86438" y2="75562"/>
                        <a14:foregroundMark x1="86438" y1="75562" x2="82438" y2="60393"/>
                        <a14:foregroundMark x1="82438" y1="60393" x2="82125" y2="40449"/>
                        <a14:foregroundMark x1="82125" y1="40449" x2="83813" y2="29213"/>
                        <a14:foregroundMark x1="85688" y1="46910" x2="91313" y2="42416"/>
                        <a14:foregroundMark x1="84500" y1="41854" x2="89125" y2="45506"/>
                        <a14:foregroundMark x1="89125" y1="45506" x2="89313" y2="66573"/>
                        <a14:foregroundMark x1="89313" y1="66573" x2="85375" y2="56742"/>
                        <a14:foregroundMark x1="85375" y1="56742" x2="86188" y2="33427"/>
                        <a14:foregroundMark x1="86188" y1="33427" x2="89625" y2="23315"/>
                        <a14:foregroundMark x1="89625" y1="23315" x2="93063" y2="58146"/>
                        <a14:foregroundMark x1="93063" y1="58146" x2="92625" y2="60955"/>
                        <a14:foregroundMark x1="83250" y1="28933" x2="87125" y2="18539"/>
                        <a14:foregroundMark x1="87125" y1="18539" x2="92063" y2="21629"/>
                        <a14:foregroundMark x1="92063" y1="21629" x2="95063" y2="33989"/>
                        <a14:foregroundMark x1="95063" y1="33989" x2="95875" y2="52247"/>
                        <a14:foregroundMark x1="95875" y1="52247" x2="92688" y2="71910"/>
                        <a14:foregroundMark x1="92688" y1="71910" x2="89188" y2="80337"/>
                        <a14:foregroundMark x1="89188" y1="80337" x2="84125" y2="70787"/>
                        <a14:foregroundMark x1="84125" y1="70787" x2="81313" y2="53371"/>
                        <a14:foregroundMark x1="81313" y1="53371" x2="81875" y2="39607"/>
                        <a14:foregroundMark x1="60250" y1="39888" x2="58125" y2="37079"/>
                        <a14:foregroundMark x1="67625" y1="32022" x2="69313" y2="53090"/>
                        <a14:foregroundMark x1="69313" y1="53090" x2="75000" y2="35674"/>
                        <a14:foregroundMark x1="75000" y1="35674" x2="68813" y2="40449"/>
                        <a14:foregroundMark x1="68813" y1="40449" x2="69000" y2="21629"/>
                        <a14:foregroundMark x1="69000" y1="21629" x2="74250" y2="16292"/>
                        <a14:foregroundMark x1="74250" y1="16292" x2="78563" y2="24719"/>
                        <a14:foregroundMark x1="78563" y1="24719" x2="80063" y2="46348"/>
                        <a14:foregroundMark x1="80063" y1="46348" x2="75813" y2="71067"/>
                        <a14:foregroundMark x1="75813" y1="71067" x2="70438" y2="74719"/>
                        <a14:foregroundMark x1="70438" y1="74719" x2="77063" y2="69944"/>
                        <a14:foregroundMark x1="77063" y1="69944" x2="72313" y2="77528"/>
                        <a14:foregroundMark x1="72313" y1="77528" x2="67500" y2="53090"/>
                        <a14:foregroundMark x1="67500" y1="53090" x2="68063" y2="72753"/>
                        <a14:foregroundMark x1="68063" y1="72753" x2="69000" y2="77528"/>
                        <a14:foregroundMark x1="70688" y1="76685" x2="72438" y2="80056"/>
                        <a14:foregroundMark x1="73750" y1="78371" x2="75688" y2="78652"/>
                        <a14:foregroundMark x1="70813" y1="78090" x2="72063" y2="73876"/>
                        <a14:foregroundMark x1="5407" y1="21913" x2="10063" y2="20506"/>
                        <a14:foregroundMark x1="10063" y1="20506" x2="33938" y2="20506"/>
                        <a14:foregroundMark x1="33938" y1="20506" x2="53813" y2="11798"/>
                        <a14:foregroundMark x1="53813" y1="11798" x2="64813" y2="15449"/>
                        <a14:foregroundMark x1="64813" y1="15449" x2="67750" y2="43539"/>
                        <a14:foregroundMark x1="67750" y1="43539" x2="67750" y2="73876"/>
                        <a14:foregroundMark x1="67750" y1="73876" x2="59750" y2="97753"/>
                        <a14:foregroundMark x1="59750" y1="97753" x2="40250" y2="95506"/>
                        <a14:foregroundMark x1="40250" y1="95506" x2="9375" y2="72753"/>
                        <a14:foregroundMark x1="9375" y1="72753" x2="5309" y2="63916"/>
                        <a14:foregroundMark x1="10125" y1="10955" x2="11750" y2="27528"/>
                        <a14:foregroundMark x1="11750" y1="27528" x2="9125" y2="14045"/>
                        <a14:foregroundMark x1="9125" y1="14045" x2="13188" y2="16011"/>
                        <a14:foregroundMark x1="86698" y1="5849" x2="92049" y2="12903"/>
                        <a14:foregroundMark x1="97370" y1="25565" x2="99688" y2="49719"/>
                        <a14:foregroundMark x1="99688" y1="49719" x2="98188" y2="69101"/>
                        <a14:foregroundMark x1="98188" y1="69101" x2="93563" y2="85112"/>
                        <a14:foregroundMark x1="93563" y1="85112" x2="55688" y2="99719"/>
                        <a14:foregroundMark x1="55688" y1="99719" x2="7164" y2="90806"/>
                        <a14:foregroundMark x1="5404" y1="20395" x2="5750" y2="17978"/>
                        <a14:foregroundMark x1="5750" y1="17978" x2="44938" y2="2528"/>
                        <a14:foregroundMark x1="44938" y1="2528" x2="90875" y2="24438"/>
                        <a14:foregroundMark x1="90875" y1="24438" x2="80938" y2="14607"/>
                        <a14:foregroundMark x1="80938" y1="14607" x2="81099" y2="13463"/>
                        <a14:foregroundMark x1="68750" y1="12360" x2="78063" y2="17135"/>
                        <a14:foregroundMark x1="78063" y1="17135" x2="87938" y2="14607"/>
                        <a14:foregroundMark x1="87938" y1="14607" x2="93500" y2="20506"/>
                        <a14:foregroundMark x1="93500" y1="20506" x2="97500" y2="30618"/>
                        <a14:foregroundMark x1="97500" y1="30618" x2="97313" y2="59831"/>
                        <a14:foregroundMark x1="97313" y1="59831" x2="89563" y2="72753"/>
                        <a14:foregroundMark x1="89563" y1="72753" x2="79813" y2="68258"/>
                        <a14:foregroundMark x1="79813" y1="68258" x2="69438" y2="31180"/>
                        <a14:foregroundMark x1="69438" y1="31180" x2="68688" y2="12921"/>
                        <a14:foregroundMark x1="68688" y1="12921" x2="68688" y2="12640"/>
                        <a14:foregroundMark x1="5938" y1="33708" x2="6750" y2="79213"/>
                        <a14:backgroundMark x1="95264" y1="19646" x2="99063" y2="22472"/>
                        <a14:backgroundMark x1="72250" y1="2528" x2="84419" y2="11579"/>
                        <a14:backgroundMark x1="99063" y1="22472" x2="99563" y2="1685"/>
                        <a14:backgroundMark x1="99563" y1="1685" x2="71625" y2="1966"/>
                        <a14:backgroundMark x1="563" y1="11236" x2="6375" y2="95506"/>
                        <a14:backgroundMark x1="3125" y1="64607" x2="4500" y2="85112"/>
                        <a14:backgroundMark x1="2313" y1="66573" x2="3375" y2="64607"/>
                        <a14:backgroundMark x1="313" y1="17416" x2="625" y2="98315"/>
                        <a14:backgroundMark x1="1188" y1="19382" x2="4313" y2="98596"/>
                        <a14:backgroundMark x1="2750" y1="26685" x2="3125" y2="37079"/>
                        <a14:backgroundMark x1="1750" y1="19382" x2="4500" y2="38483"/>
                        <a14:backgroundMark x1="1750" y1="15449" x2="1750" y2="15449"/>
                        <a14:backgroundMark x1="1750" y1="17135" x2="4313" y2="37640"/>
                        <a14:backgroundMark x1="1875" y1="21910" x2="3938" y2="26966"/>
                        <a14:backgroundMark x1="4313" y1="3371" x2="4375" y2="398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4739" y="183848"/>
            <a:ext cx="3223157" cy="7171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1B1C31B-ABB4-C231-8E74-06EF43C8452A}"/>
              </a:ext>
            </a:extLst>
          </p:cNvPr>
          <p:cNvCxnSpPr>
            <a:cxnSpLocks/>
          </p:cNvCxnSpPr>
          <p:nvPr userDrawn="1"/>
        </p:nvCxnSpPr>
        <p:spPr>
          <a:xfrm flipV="1">
            <a:off x="659760" y="1105817"/>
            <a:ext cx="8269829" cy="1"/>
          </a:xfrm>
          <a:prstGeom prst="line">
            <a:avLst/>
          </a:prstGeom>
          <a:ln w="31750">
            <a:solidFill>
              <a:srgbClr val="008A4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7">
            <a:extLst>
              <a:ext uri="{FF2B5EF4-FFF2-40B4-BE49-F238E27FC236}">
                <a16:creationId xmlns:a16="http://schemas.microsoft.com/office/drawing/2014/main" id="{CBFB4959-C109-52EA-0087-2D711A69F065}"/>
              </a:ext>
            </a:extLst>
          </p:cNvPr>
          <p:cNvSpPr/>
          <p:nvPr userDrawn="1"/>
        </p:nvSpPr>
        <p:spPr>
          <a:xfrm flipH="1">
            <a:off x="0" y="4778374"/>
            <a:ext cx="9144000" cy="388032"/>
          </a:xfrm>
          <a:custGeom>
            <a:avLst/>
            <a:gdLst>
              <a:gd name="connsiteX0" fmla="*/ 0 w 12192000"/>
              <a:gd name="connsiteY0" fmla="*/ 0 h 609599"/>
              <a:gd name="connsiteX1" fmla="*/ 12192000 w 12192000"/>
              <a:gd name="connsiteY1" fmla="*/ 0 h 609599"/>
              <a:gd name="connsiteX2" fmla="*/ 12192000 w 12192000"/>
              <a:gd name="connsiteY2" fmla="*/ 609599 h 609599"/>
              <a:gd name="connsiteX3" fmla="*/ 0 w 12192000"/>
              <a:gd name="connsiteY3" fmla="*/ 609599 h 609599"/>
              <a:gd name="connsiteX4" fmla="*/ 0 w 12192000"/>
              <a:gd name="connsiteY4" fmla="*/ 0 h 609599"/>
              <a:gd name="connsiteX0" fmla="*/ 0 w 12192000"/>
              <a:gd name="connsiteY0" fmla="*/ 548640 h 1158239"/>
              <a:gd name="connsiteX1" fmla="*/ 12192000 w 12192000"/>
              <a:gd name="connsiteY1" fmla="*/ 548640 h 1158239"/>
              <a:gd name="connsiteX2" fmla="*/ 12192000 w 12192000"/>
              <a:gd name="connsiteY2" fmla="*/ 1158239 h 1158239"/>
              <a:gd name="connsiteX3" fmla="*/ 0 w 12192000"/>
              <a:gd name="connsiteY3" fmla="*/ 1158239 h 1158239"/>
              <a:gd name="connsiteX4" fmla="*/ 0 w 12192000"/>
              <a:gd name="connsiteY4" fmla="*/ 548640 h 1158239"/>
              <a:gd name="connsiteX0" fmla="*/ 0 w 12192000"/>
              <a:gd name="connsiteY0" fmla="*/ 376700 h 986299"/>
              <a:gd name="connsiteX1" fmla="*/ 12192000 w 12192000"/>
              <a:gd name="connsiteY1" fmla="*/ 376700 h 986299"/>
              <a:gd name="connsiteX2" fmla="*/ 12192000 w 12192000"/>
              <a:gd name="connsiteY2" fmla="*/ 986299 h 986299"/>
              <a:gd name="connsiteX3" fmla="*/ 0 w 12192000"/>
              <a:gd name="connsiteY3" fmla="*/ 986299 h 986299"/>
              <a:gd name="connsiteX4" fmla="*/ 0 w 12192000"/>
              <a:gd name="connsiteY4" fmla="*/ 376700 h 986299"/>
              <a:gd name="connsiteX0" fmla="*/ 0 w 12192000"/>
              <a:gd name="connsiteY0" fmla="*/ 438928 h 1048527"/>
              <a:gd name="connsiteX1" fmla="*/ 12192000 w 12192000"/>
              <a:gd name="connsiteY1" fmla="*/ 438928 h 1048527"/>
              <a:gd name="connsiteX2" fmla="*/ 12192000 w 12192000"/>
              <a:gd name="connsiteY2" fmla="*/ 1048527 h 1048527"/>
              <a:gd name="connsiteX3" fmla="*/ 0 w 12192000"/>
              <a:gd name="connsiteY3" fmla="*/ 1048527 h 1048527"/>
              <a:gd name="connsiteX4" fmla="*/ 0 w 12192000"/>
              <a:gd name="connsiteY4" fmla="*/ 438928 h 1048527"/>
              <a:gd name="connsiteX0" fmla="*/ 0 w 12192000"/>
              <a:gd name="connsiteY0" fmla="*/ 181799 h 791398"/>
              <a:gd name="connsiteX1" fmla="*/ 12192000 w 12192000"/>
              <a:gd name="connsiteY1" fmla="*/ 181799 h 791398"/>
              <a:gd name="connsiteX2" fmla="*/ 12192000 w 12192000"/>
              <a:gd name="connsiteY2" fmla="*/ 791398 h 791398"/>
              <a:gd name="connsiteX3" fmla="*/ 0 w 12192000"/>
              <a:gd name="connsiteY3" fmla="*/ 791398 h 791398"/>
              <a:gd name="connsiteX4" fmla="*/ 0 w 12192000"/>
              <a:gd name="connsiteY4" fmla="*/ 181799 h 791398"/>
              <a:gd name="connsiteX0" fmla="*/ 0 w 12192000"/>
              <a:gd name="connsiteY0" fmla="*/ 187345 h 796944"/>
              <a:gd name="connsiteX1" fmla="*/ 12192000 w 12192000"/>
              <a:gd name="connsiteY1" fmla="*/ 187345 h 796944"/>
              <a:gd name="connsiteX2" fmla="*/ 12192000 w 12192000"/>
              <a:gd name="connsiteY2" fmla="*/ 796944 h 796944"/>
              <a:gd name="connsiteX3" fmla="*/ 0 w 12192000"/>
              <a:gd name="connsiteY3" fmla="*/ 796944 h 796944"/>
              <a:gd name="connsiteX4" fmla="*/ 0 w 12192000"/>
              <a:gd name="connsiteY4" fmla="*/ 187345 h 796944"/>
              <a:gd name="connsiteX0" fmla="*/ 0 w 12192000"/>
              <a:gd name="connsiteY0" fmla="*/ 154569 h 764168"/>
              <a:gd name="connsiteX1" fmla="*/ 12192000 w 12192000"/>
              <a:gd name="connsiteY1" fmla="*/ 154569 h 764168"/>
              <a:gd name="connsiteX2" fmla="*/ 12192000 w 12192000"/>
              <a:gd name="connsiteY2" fmla="*/ 764168 h 764168"/>
              <a:gd name="connsiteX3" fmla="*/ 0 w 12192000"/>
              <a:gd name="connsiteY3" fmla="*/ 764168 h 764168"/>
              <a:gd name="connsiteX4" fmla="*/ 0 w 12192000"/>
              <a:gd name="connsiteY4" fmla="*/ 154569 h 764168"/>
              <a:gd name="connsiteX0" fmla="*/ 0 w 12192000"/>
              <a:gd name="connsiteY0" fmla="*/ 165354 h 774953"/>
              <a:gd name="connsiteX1" fmla="*/ 12192000 w 12192000"/>
              <a:gd name="connsiteY1" fmla="*/ 165354 h 774953"/>
              <a:gd name="connsiteX2" fmla="*/ 12192000 w 12192000"/>
              <a:gd name="connsiteY2" fmla="*/ 774953 h 774953"/>
              <a:gd name="connsiteX3" fmla="*/ 0 w 12192000"/>
              <a:gd name="connsiteY3" fmla="*/ 774953 h 774953"/>
              <a:gd name="connsiteX4" fmla="*/ 0 w 12192000"/>
              <a:gd name="connsiteY4" fmla="*/ 165354 h 774953"/>
              <a:gd name="connsiteX0" fmla="*/ 0 w 12192000"/>
              <a:gd name="connsiteY0" fmla="*/ 181798 h 791397"/>
              <a:gd name="connsiteX1" fmla="*/ 12192000 w 12192000"/>
              <a:gd name="connsiteY1" fmla="*/ 181798 h 791397"/>
              <a:gd name="connsiteX2" fmla="*/ 12192000 w 12192000"/>
              <a:gd name="connsiteY2" fmla="*/ 791397 h 791397"/>
              <a:gd name="connsiteX3" fmla="*/ 0 w 12192000"/>
              <a:gd name="connsiteY3" fmla="*/ 791397 h 791397"/>
              <a:gd name="connsiteX4" fmla="*/ 0 w 12192000"/>
              <a:gd name="connsiteY4" fmla="*/ 181798 h 791397"/>
              <a:gd name="connsiteX0" fmla="*/ 0 w 12192000"/>
              <a:gd name="connsiteY0" fmla="*/ 88858 h 698457"/>
              <a:gd name="connsiteX1" fmla="*/ 12192000 w 12192000"/>
              <a:gd name="connsiteY1" fmla="*/ 88858 h 698457"/>
              <a:gd name="connsiteX2" fmla="*/ 12192000 w 12192000"/>
              <a:gd name="connsiteY2" fmla="*/ 698457 h 698457"/>
              <a:gd name="connsiteX3" fmla="*/ 0 w 12192000"/>
              <a:gd name="connsiteY3" fmla="*/ 698457 h 698457"/>
              <a:gd name="connsiteX4" fmla="*/ 0 w 12192000"/>
              <a:gd name="connsiteY4" fmla="*/ 88858 h 698457"/>
              <a:gd name="connsiteX0" fmla="*/ 10160 w 12192000"/>
              <a:gd name="connsiteY0" fmla="*/ 93903 h 612062"/>
              <a:gd name="connsiteX1" fmla="*/ 12192000 w 12192000"/>
              <a:gd name="connsiteY1" fmla="*/ 2463 h 612062"/>
              <a:gd name="connsiteX2" fmla="*/ 12192000 w 12192000"/>
              <a:gd name="connsiteY2" fmla="*/ 612062 h 612062"/>
              <a:gd name="connsiteX3" fmla="*/ 0 w 12192000"/>
              <a:gd name="connsiteY3" fmla="*/ 612062 h 612062"/>
              <a:gd name="connsiteX4" fmla="*/ 10160 w 12192000"/>
              <a:gd name="connsiteY4" fmla="*/ 93903 h 612062"/>
              <a:gd name="connsiteX0" fmla="*/ 0 w 12181840"/>
              <a:gd name="connsiteY0" fmla="*/ 93903 h 612062"/>
              <a:gd name="connsiteX1" fmla="*/ 12181840 w 12181840"/>
              <a:gd name="connsiteY1" fmla="*/ 2463 h 612062"/>
              <a:gd name="connsiteX2" fmla="*/ 12181840 w 12181840"/>
              <a:gd name="connsiteY2" fmla="*/ 612062 h 612062"/>
              <a:gd name="connsiteX3" fmla="*/ 12700 w 12181840"/>
              <a:gd name="connsiteY3" fmla="*/ 612062 h 612062"/>
              <a:gd name="connsiteX4" fmla="*/ 0 w 12181840"/>
              <a:gd name="connsiteY4" fmla="*/ 93903 h 612062"/>
              <a:gd name="connsiteX0" fmla="*/ 0 w 12181840"/>
              <a:gd name="connsiteY0" fmla="*/ 93459 h 619238"/>
              <a:gd name="connsiteX1" fmla="*/ 12181840 w 12181840"/>
              <a:gd name="connsiteY1" fmla="*/ 9639 h 619238"/>
              <a:gd name="connsiteX2" fmla="*/ 12181840 w 12181840"/>
              <a:gd name="connsiteY2" fmla="*/ 619238 h 619238"/>
              <a:gd name="connsiteX3" fmla="*/ 12700 w 12181840"/>
              <a:gd name="connsiteY3" fmla="*/ 619238 h 619238"/>
              <a:gd name="connsiteX4" fmla="*/ 0 w 12181840"/>
              <a:gd name="connsiteY4" fmla="*/ 93459 h 619238"/>
              <a:gd name="connsiteX0" fmla="*/ 0 w 12181840"/>
              <a:gd name="connsiteY0" fmla="*/ 93459 h 619238"/>
              <a:gd name="connsiteX1" fmla="*/ 12181840 w 12181840"/>
              <a:gd name="connsiteY1" fmla="*/ 9639 h 619238"/>
              <a:gd name="connsiteX2" fmla="*/ 12181840 w 12181840"/>
              <a:gd name="connsiteY2" fmla="*/ 619238 h 619238"/>
              <a:gd name="connsiteX3" fmla="*/ 12700 w 12181840"/>
              <a:gd name="connsiteY3" fmla="*/ 619238 h 619238"/>
              <a:gd name="connsiteX4" fmla="*/ 0 w 12181840"/>
              <a:gd name="connsiteY4" fmla="*/ 93459 h 619238"/>
              <a:gd name="connsiteX0" fmla="*/ 0 w 12197080"/>
              <a:gd name="connsiteY0" fmla="*/ 93459 h 619238"/>
              <a:gd name="connsiteX1" fmla="*/ 12197080 w 12197080"/>
              <a:gd name="connsiteY1" fmla="*/ 9639 h 619238"/>
              <a:gd name="connsiteX2" fmla="*/ 12197080 w 12197080"/>
              <a:gd name="connsiteY2" fmla="*/ 619238 h 619238"/>
              <a:gd name="connsiteX3" fmla="*/ 27940 w 12197080"/>
              <a:gd name="connsiteY3" fmla="*/ 619238 h 619238"/>
              <a:gd name="connsiteX4" fmla="*/ 0 w 12197080"/>
              <a:gd name="connsiteY4" fmla="*/ 93459 h 619238"/>
              <a:gd name="connsiteX0" fmla="*/ 2540 w 12199620"/>
              <a:gd name="connsiteY0" fmla="*/ 93459 h 619238"/>
              <a:gd name="connsiteX1" fmla="*/ 12199620 w 12199620"/>
              <a:gd name="connsiteY1" fmla="*/ 9639 h 619238"/>
              <a:gd name="connsiteX2" fmla="*/ 12199620 w 12199620"/>
              <a:gd name="connsiteY2" fmla="*/ 619238 h 619238"/>
              <a:gd name="connsiteX3" fmla="*/ 0 w 12199620"/>
              <a:gd name="connsiteY3" fmla="*/ 611618 h 619238"/>
              <a:gd name="connsiteX4" fmla="*/ 2540 w 12199620"/>
              <a:gd name="connsiteY4" fmla="*/ 93459 h 619238"/>
              <a:gd name="connsiteX0" fmla="*/ 153 w 12201043"/>
              <a:gd name="connsiteY0" fmla="*/ 152400 h 609599"/>
              <a:gd name="connsiteX1" fmla="*/ 12201043 w 12201043"/>
              <a:gd name="connsiteY1" fmla="*/ 0 h 609599"/>
              <a:gd name="connsiteX2" fmla="*/ 12201043 w 12201043"/>
              <a:gd name="connsiteY2" fmla="*/ 609599 h 609599"/>
              <a:gd name="connsiteX3" fmla="*/ 1423 w 12201043"/>
              <a:gd name="connsiteY3" fmla="*/ 601979 h 609599"/>
              <a:gd name="connsiteX4" fmla="*/ 153 w 12201043"/>
              <a:gd name="connsiteY4" fmla="*/ 152400 h 609599"/>
              <a:gd name="connsiteX0" fmla="*/ 153 w 12201043"/>
              <a:gd name="connsiteY0" fmla="*/ 184785 h 609599"/>
              <a:gd name="connsiteX1" fmla="*/ 12201043 w 12201043"/>
              <a:gd name="connsiteY1" fmla="*/ 0 h 609599"/>
              <a:gd name="connsiteX2" fmla="*/ 12201043 w 12201043"/>
              <a:gd name="connsiteY2" fmla="*/ 609599 h 609599"/>
              <a:gd name="connsiteX3" fmla="*/ 1423 w 12201043"/>
              <a:gd name="connsiteY3" fmla="*/ 601979 h 609599"/>
              <a:gd name="connsiteX4" fmla="*/ 153 w 12201043"/>
              <a:gd name="connsiteY4" fmla="*/ 184785 h 6095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01043" h="609599">
                <a:moveTo>
                  <a:pt x="153" y="184785"/>
                </a:moveTo>
                <a:cubicBezTo>
                  <a:pt x="6075833" y="-272415"/>
                  <a:pt x="8457083" y="1051560"/>
                  <a:pt x="12201043" y="0"/>
                </a:cubicBezTo>
                <a:lnTo>
                  <a:pt x="12201043" y="609599"/>
                </a:lnTo>
                <a:lnTo>
                  <a:pt x="1423" y="601979"/>
                </a:lnTo>
                <a:cubicBezTo>
                  <a:pt x="2270" y="429259"/>
                  <a:pt x="-694" y="357505"/>
                  <a:pt x="153" y="184785"/>
                </a:cubicBezTo>
                <a:close/>
              </a:path>
            </a:pathLst>
          </a:custGeom>
          <a:gradFill flip="none" rotWithShape="1">
            <a:gsLst>
              <a:gs pos="60000">
                <a:srgbClr val="008A41">
                  <a:alpha val="49804"/>
                </a:srgbClr>
              </a:gs>
              <a:gs pos="0">
                <a:srgbClr val="008A41">
                  <a:alpha val="70000"/>
                </a:srgbClr>
              </a:gs>
              <a:gs pos="100000">
                <a:srgbClr val="A0D2B4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DF48A457-6CF7-EB25-63B4-F95267534A78}"/>
              </a:ext>
            </a:extLst>
          </p:cNvPr>
          <p:cNvSpPr/>
          <p:nvPr userDrawn="1"/>
        </p:nvSpPr>
        <p:spPr>
          <a:xfrm flipH="1" flipV="1">
            <a:off x="-6103" y="-10167"/>
            <a:ext cx="9143999" cy="388031"/>
          </a:xfrm>
          <a:custGeom>
            <a:avLst/>
            <a:gdLst>
              <a:gd name="connsiteX0" fmla="*/ 12192000 w 12192000"/>
              <a:gd name="connsiteY0" fmla="*/ 0 h 2039768"/>
              <a:gd name="connsiteX1" fmla="*/ 12192000 w 12192000"/>
              <a:gd name="connsiteY1" fmla="*/ 2039768 h 2039768"/>
              <a:gd name="connsiteX2" fmla="*/ 0 w 12192000"/>
              <a:gd name="connsiteY2" fmla="*/ 2039768 h 2039768"/>
              <a:gd name="connsiteX3" fmla="*/ 0 w 12192000"/>
              <a:gd name="connsiteY3" fmla="*/ 819391 h 2039768"/>
              <a:gd name="connsiteX4" fmla="*/ 37309 w 12192000"/>
              <a:gd name="connsiteY4" fmla="*/ 834936 h 2039768"/>
              <a:gd name="connsiteX5" fmla="*/ 5319640 w 12192000"/>
              <a:gd name="connsiteY5" fmla="*/ 1747868 h 2039768"/>
              <a:gd name="connsiteX6" fmla="*/ 11971651 w 12192000"/>
              <a:gd name="connsiteY6" fmla="*/ 149892 h 2039768"/>
              <a:gd name="connsiteX0" fmla="*/ 12192000 w 12192000"/>
              <a:gd name="connsiteY0" fmla="*/ 373966 h 1893600"/>
              <a:gd name="connsiteX1" fmla="*/ 12192000 w 12192000"/>
              <a:gd name="connsiteY1" fmla="*/ 1893600 h 1893600"/>
              <a:gd name="connsiteX2" fmla="*/ 0 w 12192000"/>
              <a:gd name="connsiteY2" fmla="*/ 1893600 h 1893600"/>
              <a:gd name="connsiteX3" fmla="*/ 0 w 12192000"/>
              <a:gd name="connsiteY3" fmla="*/ 673223 h 1893600"/>
              <a:gd name="connsiteX4" fmla="*/ 37309 w 12192000"/>
              <a:gd name="connsiteY4" fmla="*/ 688768 h 1893600"/>
              <a:gd name="connsiteX5" fmla="*/ 5319640 w 12192000"/>
              <a:gd name="connsiteY5" fmla="*/ 1601700 h 1893600"/>
              <a:gd name="connsiteX6" fmla="*/ 11971651 w 12192000"/>
              <a:gd name="connsiteY6" fmla="*/ 3724 h 1893600"/>
              <a:gd name="connsiteX7" fmla="*/ 12192000 w 12192000"/>
              <a:gd name="connsiteY7" fmla="*/ 373966 h 1893600"/>
              <a:gd name="connsiteX0" fmla="*/ 12192000 w 12192000"/>
              <a:gd name="connsiteY0" fmla="*/ 1413 h 1521047"/>
              <a:gd name="connsiteX1" fmla="*/ 12192000 w 12192000"/>
              <a:gd name="connsiteY1" fmla="*/ 1521047 h 1521047"/>
              <a:gd name="connsiteX2" fmla="*/ 0 w 12192000"/>
              <a:gd name="connsiteY2" fmla="*/ 1521047 h 1521047"/>
              <a:gd name="connsiteX3" fmla="*/ 0 w 12192000"/>
              <a:gd name="connsiteY3" fmla="*/ 300670 h 1521047"/>
              <a:gd name="connsiteX4" fmla="*/ 37309 w 12192000"/>
              <a:gd name="connsiteY4" fmla="*/ 316215 h 1521047"/>
              <a:gd name="connsiteX5" fmla="*/ 5319640 w 12192000"/>
              <a:gd name="connsiteY5" fmla="*/ 1229147 h 1521047"/>
              <a:gd name="connsiteX6" fmla="*/ 12192000 w 12192000"/>
              <a:gd name="connsiteY6" fmla="*/ 1413 h 1521047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0 w 12192000"/>
              <a:gd name="connsiteY3" fmla="*/ 299257 h 1519634"/>
              <a:gd name="connsiteX4" fmla="*/ 37309 w 12192000"/>
              <a:gd name="connsiteY4" fmla="*/ 314802 h 1519634"/>
              <a:gd name="connsiteX5" fmla="*/ 5319640 w 12192000"/>
              <a:gd name="connsiteY5" fmla="*/ 1227734 h 1519634"/>
              <a:gd name="connsiteX6" fmla="*/ 12192000 w 12192000"/>
              <a:gd name="connsiteY6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0 w 12192000"/>
              <a:gd name="connsiteY3" fmla="*/ 299257 h 1519634"/>
              <a:gd name="connsiteX4" fmla="*/ 140179 w 12192000"/>
              <a:gd name="connsiteY4" fmla="*/ 401490 h 1519634"/>
              <a:gd name="connsiteX5" fmla="*/ 5319640 w 12192000"/>
              <a:gd name="connsiteY5" fmla="*/ 1227734 h 1519634"/>
              <a:gd name="connsiteX6" fmla="*/ 12192000 w 12192000"/>
              <a:gd name="connsiteY6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0 w 12192000"/>
              <a:gd name="connsiteY3" fmla="*/ 299257 h 1519634"/>
              <a:gd name="connsiteX4" fmla="*/ 5319640 w 12192000"/>
              <a:gd name="connsiteY4" fmla="*/ 1227734 h 1519634"/>
              <a:gd name="connsiteX5" fmla="*/ 12192000 w 12192000"/>
              <a:gd name="connsiteY5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3810 w 12192000"/>
              <a:gd name="connsiteY3" fmla="*/ 628674 h 1519634"/>
              <a:gd name="connsiteX4" fmla="*/ 5319640 w 12192000"/>
              <a:gd name="connsiteY4" fmla="*/ 1227734 h 1519634"/>
              <a:gd name="connsiteX5" fmla="*/ 12192000 w 12192000"/>
              <a:gd name="connsiteY5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3810 w 12192000"/>
              <a:gd name="connsiteY3" fmla="*/ 628674 h 1519634"/>
              <a:gd name="connsiteX4" fmla="*/ 5319640 w 12192000"/>
              <a:gd name="connsiteY4" fmla="*/ 1227734 h 1519634"/>
              <a:gd name="connsiteX5" fmla="*/ 12192000 w 12192000"/>
              <a:gd name="connsiteY5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3810 w 12192000"/>
              <a:gd name="connsiteY3" fmla="*/ 628674 h 1519634"/>
              <a:gd name="connsiteX4" fmla="*/ 5319640 w 12192000"/>
              <a:gd name="connsiteY4" fmla="*/ 1227734 h 1519634"/>
              <a:gd name="connsiteX5" fmla="*/ 12192000 w 12192000"/>
              <a:gd name="connsiteY5" fmla="*/ 0 h 1519634"/>
              <a:gd name="connsiteX0" fmla="*/ 12192000 w 12192000"/>
              <a:gd name="connsiteY0" fmla="*/ 0 h 1519634"/>
              <a:gd name="connsiteX1" fmla="*/ 12192000 w 12192000"/>
              <a:gd name="connsiteY1" fmla="*/ 1519634 h 1519634"/>
              <a:gd name="connsiteX2" fmla="*/ 0 w 12192000"/>
              <a:gd name="connsiteY2" fmla="*/ 1519634 h 1519634"/>
              <a:gd name="connsiteX3" fmla="*/ 3810 w 12192000"/>
              <a:gd name="connsiteY3" fmla="*/ 628674 h 1519634"/>
              <a:gd name="connsiteX4" fmla="*/ 5319640 w 12192000"/>
              <a:gd name="connsiteY4" fmla="*/ 1227734 h 1519634"/>
              <a:gd name="connsiteX5" fmla="*/ 12192000 w 12192000"/>
              <a:gd name="connsiteY5" fmla="*/ 0 h 1519634"/>
              <a:gd name="connsiteX0" fmla="*/ 12198096 w 12198096"/>
              <a:gd name="connsiteY0" fmla="*/ 0 h 1325451"/>
              <a:gd name="connsiteX1" fmla="*/ 12192000 w 12198096"/>
              <a:gd name="connsiteY1" fmla="*/ 1325451 h 1325451"/>
              <a:gd name="connsiteX2" fmla="*/ 0 w 12198096"/>
              <a:gd name="connsiteY2" fmla="*/ 1325451 h 1325451"/>
              <a:gd name="connsiteX3" fmla="*/ 3810 w 12198096"/>
              <a:gd name="connsiteY3" fmla="*/ 434491 h 1325451"/>
              <a:gd name="connsiteX4" fmla="*/ 5319640 w 12198096"/>
              <a:gd name="connsiteY4" fmla="*/ 1033551 h 1325451"/>
              <a:gd name="connsiteX5" fmla="*/ 12198096 w 12198096"/>
              <a:gd name="connsiteY5" fmla="*/ 0 h 1325451"/>
              <a:gd name="connsiteX0" fmla="*/ 12198096 w 12198096"/>
              <a:gd name="connsiteY0" fmla="*/ 0 h 1325451"/>
              <a:gd name="connsiteX1" fmla="*/ 12192000 w 12198096"/>
              <a:gd name="connsiteY1" fmla="*/ 1325451 h 1325451"/>
              <a:gd name="connsiteX2" fmla="*/ 0 w 12198096"/>
              <a:gd name="connsiteY2" fmla="*/ 1325451 h 1325451"/>
              <a:gd name="connsiteX3" fmla="*/ 3810 w 12198096"/>
              <a:gd name="connsiteY3" fmla="*/ 434491 h 1325451"/>
              <a:gd name="connsiteX4" fmla="*/ 5325736 w 12198096"/>
              <a:gd name="connsiteY4" fmla="*/ 978070 h 1325451"/>
              <a:gd name="connsiteX5" fmla="*/ 12198096 w 12198096"/>
              <a:gd name="connsiteY5" fmla="*/ 0 h 13254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8096" h="1325451">
                <a:moveTo>
                  <a:pt x="12198096" y="0"/>
                </a:moveTo>
                <a:lnTo>
                  <a:pt x="12192000" y="1325451"/>
                </a:lnTo>
                <a:lnTo>
                  <a:pt x="0" y="1325451"/>
                </a:lnTo>
                <a:lnTo>
                  <a:pt x="3810" y="434491"/>
                </a:lnTo>
                <a:cubicBezTo>
                  <a:pt x="1718603" y="876908"/>
                  <a:pt x="3533473" y="963319"/>
                  <a:pt x="5325736" y="978070"/>
                </a:cubicBezTo>
                <a:cubicBezTo>
                  <a:pt x="7351518" y="925603"/>
                  <a:pt x="10633603" y="731550"/>
                  <a:pt x="12198096" y="0"/>
                </a:cubicBezTo>
                <a:close/>
              </a:path>
            </a:pathLst>
          </a:custGeom>
          <a:gradFill flip="none" rotWithShape="1">
            <a:gsLst>
              <a:gs pos="60000">
                <a:srgbClr val="A0D2B4">
                  <a:alpha val="50000"/>
                </a:srgbClr>
              </a:gs>
              <a:gs pos="0">
                <a:srgbClr val="008A41">
                  <a:alpha val="70000"/>
                </a:srgbClr>
              </a:gs>
              <a:gs pos="100000">
                <a:srgbClr val="A0D2B4">
                  <a:alpha val="50000"/>
                </a:srgbClr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54D3C78-D757-585D-F994-18E3479A24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090" b="89888" l="2563" r="97313">
                        <a14:foregroundMark x1="7187" y1="50562" x2="61563" y2="38764"/>
                        <a14:foregroundMark x1="61563" y1="38764" x2="63438" y2="41292"/>
                        <a14:foregroundMark x1="29875" y1="86798" x2="41313" y2="84551"/>
                        <a14:foregroundMark x1="41313" y1="84551" x2="57375" y2="89607"/>
                        <a14:foregroundMark x1="57375" y1="89607" x2="63438" y2="85112"/>
                        <a14:foregroundMark x1="63438" y1="85112" x2="64063" y2="85112"/>
                        <a14:foregroundMark x1="22250" y1="25843" x2="23375" y2="34831"/>
                        <a14:foregroundMark x1="22375" y1="26124" x2="26438" y2="23876"/>
                        <a14:foregroundMark x1="26438" y1="23876" x2="28688" y2="24438"/>
                        <a14:foregroundMark x1="22313" y1="23315" x2="28750" y2="25562"/>
                        <a14:foregroundMark x1="68313" y1="24157" x2="68313" y2="24157"/>
                        <a14:foregroundMark x1="68375" y1="70506" x2="68375" y2="70506"/>
                        <a14:foregroundMark x1="68063" y1="61236" x2="68063" y2="61236"/>
                        <a14:foregroundMark x1="83438" y1="31180" x2="87688" y2="19382"/>
                        <a14:foregroundMark x1="87688" y1="19382" x2="91813" y2="23315"/>
                        <a14:foregroundMark x1="91813" y1="23315" x2="95063" y2="37079"/>
                        <a14:foregroundMark x1="95063" y1="37079" x2="95188" y2="56461"/>
                        <a14:foregroundMark x1="95188" y1="56461" x2="91188" y2="72753"/>
                        <a14:foregroundMark x1="91188" y1="72753" x2="86438" y2="75562"/>
                        <a14:foregroundMark x1="86438" y1="75562" x2="82438" y2="60393"/>
                        <a14:foregroundMark x1="82438" y1="60393" x2="82125" y2="40449"/>
                        <a14:foregroundMark x1="82125" y1="40449" x2="83813" y2="29213"/>
                        <a14:foregroundMark x1="85688" y1="46910" x2="91313" y2="42416"/>
                        <a14:foregroundMark x1="84500" y1="41854" x2="89125" y2="45506"/>
                        <a14:foregroundMark x1="89125" y1="45506" x2="89313" y2="66573"/>
                        <a14:foregroundMark x1="89313" y1="66573" x2="85375" y2="56742"/>
                        <a14:foregroundMark x1="85375" y1="56742" x2="86188" y2="33427"/>
                        <a14:foregroundMark x1="86188" y1="33427" x2="89625" y2="23315"/>
                        <a14:foregroundMark x1="89625" y1="23315" x2="93063" y2="58146"/>
                        <a14:foregroundMark x1="93063" y1="58146" x2="92625" y2="60955"/>
                        <a14:foregroundMark x1="83250" y1="28933" x2="87125" y2="18539"/>
                        <a14:foregroundMark x1="87125" y1="18539" x2="92063" y2="21629"/>
                        <a14:foregroundMark x1="92063" y1="21629" x2="95063" y2="33989"/>
                        <a14:foregroundMark x1="95063" y1="33989" x2="95875" y2="52247"/>
                        <a14:foregroundMark x1="95875" y1="52247" x2="92688" y2="71910"/>
                        <a14:foregroundMark x1="92688" y1="71910" x2="89188" y2="80337"/>
                        <a14:foregroundMark x1="89188" y1="80337" x2="84125" y2="70787"/>
                        <a14:foregroundMark x1="84125" y1="70787" x2="81313" y2="53371"/>
                        <a14:foregroundMark x1="81313" y1="53371" x2="81875" y2="39607"/>
                        <a14:foregroundMark x1="60250" y1="39888" x2="58125" y2="37079"/>
                        <a14:foregroundMark x1="67625" y1="32022" x2="69313" y2="53090"/>
                        <a14:foregroundMark x1="69313" y1="53090" x2="75000" y2="35674"/>
                        <a14:foregroundMark x1="75000" y1="35674" x2="68813" y2="40449"/>
                        <a14:foregroundMark x1="68813" y1="40449" x2="69000" y2="21629"/>
                        <a14:foregroundMark x1="69000" y1="21629" x2="74250" y2="16292"/>
                        <a14:foregroundMark x1="74250" y1="16292" x2="78563" y2="24719"/>
                        <a14:foregroundMark x1="78563" y1="24719" x2="80063" y2="46348"/>
                        <a14:foregroundMark x1="80063" y1="46348" x2="75813" y2="71067"/>
                        <a14:foregroundMark x1="75813" y1="71067" x2="70438" y2="74719"/>
                        <a14:foregroundMark x1="70438" y1="74719" x2="77063" y2="69944"/>
                        <a14:foregroundMark x1="77063" y1="69944" x2="72313" y2="77528"/>
                        <a14:foregroundMark x1="72313" y1="77528" x2="67500" y2="53090"/>
                        <a14:foregroundMark x1="67500" y1="53090" x2="68063" y2="72753"/>
                        <a14:foregroundMark x1="68063" y1="72753" x2="69000" y2="77528"/>
                        <a14:foregroundMark x1="70688" y1="76685" x2="72438" y2="80056"/>
                        <a14:foregroundMark x1="73750" y1="78371" x2="75688" y2="78652"/>
                        <a14:foregroundMark x1="70813" y1="78090" x2="72063" y2="73876"/>
                        <a14:foregroundMark x1="5407" y1="21913" x2="10063" y2="20506"/>
                        <a14:foregroundMark x1="10063" y1="20506" x2="33938" y2="20506"/>
                        <a14:foregroundMark x1="33938" y1="20506" x2="53813" y2="11798"/>
                        <a14:foregroundMark x1="53813" y1="11798" x2="64813" y2="15449"/>
                        <a14:foregroundMark x1="64813" y1="15449" x2="67750" y2="43539"/>
                        <a14:foregroundMark x1="67750" y1="43539" x2="67750" y2="73876"/>
                        <a14:foregroundMark x1="67750" y1="73876" x2="59750" y2="97753"/>
                        <a14:foregroundMark x1="59750" y1="97753" x2="40250" y2="95506"/>
                        <a14:foregroundMark x1="40250" y1="95506" x2="9375" y2="72753"/>
                        <a14:foregroundMark x1="9375" y1="72753" x2="5309" y2="63916"/>
                        <a14:foregroundMark x1="10125" y1="10955" x2="11750" y2="27528"/>
                        <a14:foregroundMark x1="11750" y1="27528" x2="9125" y2="14045"/>
                        <a14:foregroundMark x1="9125" y1="14045" x2="13188" y2="16011"/>
                        <a14:foregroundMark x1="86698" y1="5849" x2="92049" y2="12903"/>
                        <a14:foregroundMark x1="97370" y1="25565" x2="99688" y2="49719"/>
                        <a14:foregroundMark x1="99688" y1="49719" x2="98188" y2="69101"/>
                        <a14:foregroundMark x1="98188" y1="69101" x2="93563" y2="85112"/>
                        <a14:foregroundMark x1="93563" y1="85112" x2="55688" y2="99719"/>
                        <a14:foregroundMark x1="55688" y1="99719" x2="7164" y2="90806"/>
                        <a14:foregroundMark x1="5404" y1="20395" x2="5750" y2="17978"/>
                        <a14:foregroundMark x1="5750" y1="17978" x2="44938" y2="2528"/>
                        <a14:foregroundMark x1="44938" y1="2528" x2="90875" y2="24438"/>
                        <a14:foregroundMark x1="90875" y1="24438" x2="80938" y2="14607"/>
                        <a14:foregroundMark x1="80938" y1="14607" x2="81099" y2="13463"/>
                        <a14:foregroundMark x1="68750" y1="12360" x2="78063" y2="17135"/>
                        <a14:foregroundMark x1="78063" y1="17135" x2="87938" y2="14607"/>
                        <a14:foregroundMark x1="87938" y1="14607" x2="93500" y2="20506"/>
                        <a14:foregroundMark x1="93500" y1="20506" x2="97500" y2="30618"/>
                        <a14:foregroundMark x1="97500" y1="30618" x2="97313" y2="59831"/>
                        <a14:foregroundMark x1="97313" y1="59831" x2="89563" y2="72753"/>
                        <a14:foregroundMark x1="89563" y1="72753" x2="79813" y2="68258"/>
                        <a14:foregroundMark x1="79813" y1="68258" x2="69438" y2="31180"/>
                        <a14:foregroundMark x1="69438" y1="31180" x2="68688" y2="12921"/>
                        <a14:foregroundMark x1="68688" y1="12921" x2="68688" y2="12640"/>
                        <a14:foregroundMark x1="5938" y1="33708" x2="6750" y2="79213"/>
                        <a14:backgroundMark x1="95264" y1="19646" x2="99063" y2="22472"/>
                        <a14:backgroundMark x1="72250" y1="2528" x2="84419" y2="11579"/>
                        <a14:backgroundMark x1="99063" y1="22472" x2="99563" y2="1685"/>
                        <a14:backgroundMark x1="99563" y1="1685" x2="71625" y2="1966"/>
                        <a14:backgroundMark x1="563" y1="11236" x2="6375" y2="95506"/>
                        <a14:backgroundMark x1="3125" y1="64607" x2="4500" y2="85112"/>
                        <a14:backgroundMark x1="2313" y1="66573" x2="3375" y2="64607"/>
                        <a14:backgroundMark x1="313" y1="17416" x2="625" y2="98315"/>
                        <a14:backgroundMark x1="1188" y1="19382" x2="4313" y2="98596"/>
                        <a14:backgroundMark x1="2750" y1="26685" x2="3125" y2="37079"/>
                        <a14:backgroundMark x1="1750" y1="19382" x2="4500" y2="38483"/>
                        <a14:backgroundMark x1="1750" y1="15449" x2="1750" y2="15449"/>
                        <a14:backgroundMark x1="1750" y1="17135" x2="4313" y2="37640"/>
                        <a14:backgroundMark x1="1875" y1="21910" x2="3938" y2="26966"/>
                        <a14:backgroundMark x1="4313" y1="3371" x2="4375" y2="398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4739" y="183848"/>
            <a:ext cx="3223157" cy="7171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slide" Target="slide11.xml"/><Relationship Id="rId4" Type="http://schemas.openxmlformats.org/officeDocument/2006/relationships/slide" Target="slide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asychair.org/account/signin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google.com/spreadsheets/d/1K3FxztYeiUV586GphgkaYrkwvlfOr1N7-EE2jN5a1ww/edit?gid=1435284179#gid=1435284179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asychair.org/conferences/?conf=ieeeUV2026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836550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 panose="020B0604020202020204"/>
              <a:buNone/>
            </a:pPr>
            <a:r>
              <a:rPr lang="en-GB" dirty="0">
                <a:solidFill>
                  <a:srgbClr val="00B050"/>
                </a:solidFill>
              </a:rPr>
              <a:t>Instructions for Assigning Papers to Session Chairs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88825" y="2889150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n-GB" dirty="0"/>
              <a:t>- Program Chair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rgbClr val="00B050"/>
                </a:solidFill>
              </a:rPr>
              <a:t>Outline</a:t>
            </a:r>
            <a:endParaRPr b="1" dirty="0">
              <a:solidFill>
                <a:srgbClr val="00B050"/>
              </a:solidFill>
            </a:endParaRPr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0877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-GB" sz="2000" dirty="0"/>
              <a:t>Account Login</a:t>
            </a:r>
            <a:r>
              <a:rPr lang="zh-CN" altLang="en-US" sz="2000" dirty="0"/>
              <a:t>             </a:t>
            </a:r>
            <a:r>
              <a:rPr lang="en-US" altLang="zh-CN" sz="2000" dirty="0"/>
              <a:t>                                            </a:t>
            </a:r>
            <a:r>
              <a:rPr lang="zh-CN" altLang="en-US" sz="2000" dirty="0"/>
              <a:t> </a:t>
            </a:r>
            <a:r>
              <a:rPr lang="en-US" altLang="zh-CN" sz="2000" dirty="0"/>
              <a:t>      </a:t>
            </a:r>
            <a:r>
              <a:rPr lang="en-US" altLang="zh-CN" sz="2000" dirty="0">
                <a:hlinkClick r:id="rId3" action="ppaction://hlinksldjump"/>
              </a:rPr>
              <a:t>[Slide 3]</a:t>
            </a:r>
            <a:r>
              <a:rPr lang="zh-CN" altLang="en-US" sz="1600" dirty="0"/>
              <a:t> </a:t>
            </a:r>
            <a:r>
              <a:rPr lang="en-US" altLang="zh-CN" sz="1600" dirty="0"/>
              <a:t>     </a:t>
            </a:r>
            <a:r>
              <a:rPr lang="zh-CN" altLang="en-US" sz="1600" dirty="0"/>
              <a:t> </a:t>
            </a:r>
            <a:r>
              <a:rPr lang="en-US" altLang="zh-CN" sz="1600" dirty="0"/>
              <a:t>                                                    </a:t>
            </a:r>
            <a:endParaRPr sz="1600" dirty="0"/>
          </a:p>
          <a:p>
            <a:pPr marL="457200" marR="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-GB" sz="2000" dirty="0"/>
              <a:t>Assign papers to </a:t>
            </a:r>
            <a:r>
              <a:rPr lang="en-US" altLang="en-GB" sz="2000" dirty="0"/>
              <a:t>session chairs.                                    </a:t>
            </a:r>
            <a:r>
              <a:rPr lang="en-US" altLang="en-GB" sz="2000" dirty="0">
                <a:hlinkClick r:id="rId4" action="ppaction://hlinksldjump"/>
              </a:rPr>
              <a:t>[Slide </a:t>
            </a:r>
            <a:r>
              <a:rPr lang="en-US" altLang="zh-CN" sz="2000" dirty="0">
                <a:hlinkClick r:id="rId4" action="ppaction://hlinksldjump"/>
              </a:rPr>
              <a:t>9</a:t>
            </a:r>
            <a:r>
              <a:rPr lang="en-US" altLang="en-GB" sz="2000" dirty="0">
                <a:hlinkClick r:id="rId4" action="ppaction://hlinksldjump"/>
              </a:rPr>
              <a:t>]</a:t>
            </a:r>
            <a:endParaRPr lang="en-US" altLang="en-GB" sz="2000" dirty="0"/>
          </a:p>
          <a:p>
            <a:pPr marL="457200" marR="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-US" sz="2000" dirty="0"/>
              <a:t>Update Session Chair Names for Paper Assignment    </a:t>
            </a:r>
            <a:r>
              <a:rPr lang="en-US" sz="2000" dirty="0">
                <a:hlinkClick r:id="rId5" action="ppaction://hlinksldjump"/>
              </a:rPr>
              <a:t>[Slide </a:t>
            </a:r>
            <a:r>
              <a:rPr lang="en-US" altLang="zh-CN" sz="2000" dirty="0">
                <a:hlinkClick r:id="rId5" action="ppaction://hlinksldjump"/>
              </a:rPr>
              <a:t>11</a:t>
            </a:r>
            <a:r>
              <a:rPr lang="en-US" sz="2000" dirty="0">
                <a:hlinkClick r:id="rId5" action="ppaction://hlinksldjump"/>
              </a:rPr>
              <a:t>] 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229898" y="445025"/>
            <a:ext cx="333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7620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80000"/>
              </a:buClr>
              <a:buSzPts val="2400"/>
            </a:pPr>
            <a:r>
              <a:rPr lang="en-GB" sz="2400" b="1" dirty="0">
                <a:solidFill>
                  <a:srgbClr val="00B050"/>
                </a:solidFill>
              </a:rPr>
              <a:t>1. Account Login (A) </a:t>
            </a:r>
            <a:endParaRPr sz="2400" b="1" dirty="0">
              <a:solidFill>
                <a:srgbClr val="00B050"/>
              </a:solidFill>
            </a:endParaRPr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229898" y="1157556"/>
            <a:ext cx="8574135" cy="365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746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300"/>
              <a:buChar char="❖"/>
            </a:pPr>
            <a:r>
              <a:rPr lang="en-GB" sz="2300" dirty="0">
                <a:solidFill>
                  <a:schemeClr val="dk1"/>
                </a:solidFill>
              </a:rPr>
              <a:t>Login Site	</a:t>
            </a:r>
            <a:endParaRPr sz="2130" dirty="0"/>
          </a:p>
          <a:p>
            <a:pPr marL="914400" lvl="1" indent="-3619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100"/>
              <a:buChar char="➢"/>
            </a:pPr>
            <a:r>
              <a:rPr lang="en-GB" sz="2100" u="sng" dirty="0">
                <a:solidFill>
                  <a:schemeClr val="hlink"/>
                </a:solidFill>
                <a:hlinkClick r:id="rId3"/>
              </a:rPr>
              <a:t>https://www.easychair.org/account/signin</a:t>
            </a:r>
            <a:endParaRPr sz="2100" dirty="0">
              <a:solidFill>
                <a:schemeClr val="dk1"/>
              </a:solidFill>
            </a:endParaRPr>
          </a:p>
          <a:p>
            <a:pPr marL="457200" lvl="0" indent="-3746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300"/>
              <a:buChar char="❖"/>
            </a:pPr>
            <a:r>
              <a:rPr lang="en-GB" sz="2300" dirty="0">
                <a:solidFill>
                  <a:schemeClr val="dk1"/>
                </a:solidFill>
              </a:rPr>
              <a:t>Account:</a:t>
            </a:r>
            <a:endParaRPr sz="2300" dirty="0">
              <a:solidFill>
                <a:schemeClr val="dk1"/>
              </a:solidFill>
            </a:endParaRPr>
          </a:p>
          <a:p>
            <a:pPr marL="914400" lvl="1" indent="-3746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300"/>
              <a:buChar char="➢"/>
            </a:pPr>
            <a:r>
              <a:rPr lang="en-GB" sz="2300" dirty="0">
                <a:solidFill>
                  <a:schemeClr val="dk1"/>
                </a:solidFill>
              </a:rPr>
              <a:t>UV Assistant</a:t>
            </a:r>
          </a:p>
          <a:p>
            <a:pPr lvl="2" indent="-374650">
              <a:lnSpc>
                <a:spcPct val="95000"/>
              </a:lnSpc>
              <a:buSzPts val="2300"/>
              <a:buFont typeface="Arial" panose="020B0604020202020204" pitchFamily="34" charset="0"/>
              <a:buChar char="•"/>
            </a:pPr>
            <a:r>
              <a:rPr lang="en-GB" sz="2300" dirty="0">
                <a:solidFill>
                  <a:schemeClr val="dk1"/>
                </a:solidFill>
              </a:rPr>
              <a:t>Username: session1.assistant@universal-village.org	</a:t>
            </a:r>
            <a:endParaRPr sz="2300" dirty="0">
              <a:solidFill>
                <a:schemeClr val="dk1"/>
              </a:solidFill>
            </a:endParaRPr>
          </a:p>
          <a:p>
            <a:pPr lvl="2" indent="-374650">
              <a:lnSpc>
                <a:spcPct val="95000"/>
              </a:lnSpc>
              <a:buSzPts val="2300"/>
              <a:buFont typeface="Arial" panose="020B0604020202020204" pitchFamily="34" charset="0"/>
              <a:buChar char="•"/>
            </a:pPr>
            <a:r>
              <a:rPr lang="en-GB" sz="2300" dirty="0">
                <a:solidFill>
                  <a:schemeClr val="dk1"/>
                </a:solidFill>
              </a:rPr>
              <a:t>Password: u…v…</a:t>
            </a:r>
          </a:p>
          <a:p>
            <a:pPr lvl="1" indent="-374650">
              <a:lnSpc>
                <a:spcPct val="95000"/>
              </a:lnSpc>
              <a:buSzPts val="2300"/>
              <a:buFont typeface="Arial" panose="020B0604020202020204"/>
              <a:buChar char="➢"/>
            </a:pPr>
            <a:r>
              <a:rPr lang="en-US" sz="2300" dirty="0">
                <a:hlinkClick r:id="rId4"/>
              </a:rPr>
              <a:t>Session Chair account list</a:t>
            </a:r>
            <a:endParaRPr lang="en-US" sz="2300" dirty="0"/>
          </a:p>
          <a:p>
            <a:pPr lvl="2" indent="-374650">
              <a:lnSpc>
                <a:spcPct val="95000"/>
              </a:lnSpc>
              <a:buSzPts val="2300"/>
              <a:buFont typeface="Arial" panose="020B0604020202020204" pitchFamily="34" charset="0"/>
              <a:buChar char="•"/>
            </a:pPr>
            <a:r>
              <a:rPr lang="en-US" sz="2300" dirty="0"/>
              <a:t>Example</a:t>
            </a:r>
          </a:p>
          <a:p>
            <a:pPr lvl="3" indent="-374650">
              <a:lnSpc>
                <a:spcPct val="95000"/>
              </a:lnSpc>
              <a:buSzPts val="2300"/>
              <a:buFont typeface="Arial" panose="020B0604020202020204" pitchFamily="34" charset="0"/>
              <a:buChar char="•"/>
            </a:pPr>
            <a:r>
              <a:rPr lang="en-US" sz="2300" dirty="0">
                <a:solidFill>
                  <a:schemeClr val="dk1"/>
                </a:solidFill>
              </a:rPr>
              <a:t>Username: TS1-A@ieeeuv.onmicrosoft.com</a:t>
            </a:r>
          </a:p>
          <a:p>
            <a:pPr lvl="3" indent="-374650">
              <a:lnSpc>
                <a:spcPct val="95000"/>
              </a:lnSpc>
              <a:buSzPts val="2300"/>
              <a:buFont typeface="Arial" panose="020B0604020202020204" pitchFamily="34" charset="0"/>
              <a:buChar char="•"/>
            </a:pPr>
            <a:r>
              <a:rPr lang="en-US" sz="2300" dirty="0">
                <a:solidFill>
                  <a:schemeClr val="dk1"/>
                </a:solidFill>
              </a:rPr>
              <a:t>Password: u…v…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66;p15"/>
          <p:cNvSpPr txBox="1"/>
          <p:nvPr/>
        </p:nvSpPr>
        <p:spPr>
          <a:xfrm>
            <a:off x="229898" y="445025"/>
            <a:ext cx="8677092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76200">
              <a:lnSpc>
                <a:spcPct val="115000"/>
              </a:lnSpc>
              <a:buClr>
                <a:srgbClr val="980000"/>
              </a:buClr>
              <a:buSzPts val="2400"/>
            </a:pPr>
            <a:r>
              <a:rPr lang="en-US" sz="2400" b="1" dirty="0">
                <a:solidFill>
                  <a:srgbClr val="00B050"/>
                </a:solidFill>
              </a:rPr>
              <a:t>1. Account Login (B)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0" name="Picture 9" descr="A screenshot of a computer&#10;&#10;Description automatically generat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323" y="1174995"/>
            <a:ext cx="3846316" cy="339388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3" name="Google Shape;68;p15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415635" y="1174995"/>
            <a:ext cx="4269787" cy="3315010"/>
          </a:xfrm>
          <a:prstGeom prst="rect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>
            <a:spLocks noGrp="1"/>
          </p:cNvSpPr>
          <p:nvPr>
            <p:ph type="title"/>
          </p:nvPr>
        </p:nvSpPr>
        <p:spPr>
          <a:xfrm>
            <a:off x="497850" y="445025"/>
            <a:ext cx="333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7620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80000"/>
              </a:buClr>
              <a:buSzPts val="2400"/>
            </a:pPr>
            <a:r>
              <a:rPr lang="en-GB" sz="2400" b="1" dirty="0">
                <a:solidFill>
                  <a:srgbClr val="00B050"/>
                </a:solidFill>
              </a:rPr>
              <a:t>1. Account Login (C) </a:t>
            </a:r>
            <a:endParaRPr sz="2400" b="1" dirty="0">
              <a:solidFill>
                <a:srgbClr val="00B050"/>
              </a:solidFill>
            </a:endParaRPr>
          </a:p>
        </p:txBody>
      </p:sp>
      <p:sp>
        <p:nvSpPr>
          <p:cNvPr id="103" name="Google Shape;103;p20"/>
          <p:cNvSpPr txBox="1">
            <a:spLocks noGrp="1"/>
          </p:cNvSpPr>
          <p:nvPr>
            <p:ph type="body" idx="1"/>
          </p:nvPr>
        </p:nvSpPr>
        <p:spPr>
          <a:xfrm>
            <a:off x="331191" y="1120391"/>
            <a:ext cx="4496986" cy="4027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746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300"/>
              <a:buChar char="❖"/>
            </a:pPr>
            <a:r>
              <a:rPr lang="en-GB" sz="2300" dirty="0">
                <a:solidFill>
                  <a:schemeClr val="dk1"/>
                </a:solidFill>
              </a:rPr>
              <a:t>Click the option “PC member”</a:t>
            </a:r>
            <a:endParaRPr sz="2300" dirty="0"/>
          </a:p>
        </p:txBody>
      </p:sp>
      <p:grpSp>
        <p:nvGrpSpPr>
          <p:cNvPr id="18" name="Group 17"/>
          <p:cNvGrpSpPr/>
          <p:nvPr/>
        </p:nvGrpSpPr>
        <p:grpSpPr>
          <a:xfrm>
            <a:off x="2163600" y="1625827"/>
            <a:ext cx="5087084" cy="3237807"/>
            <a:chOff x="2228282" y="1718578"/>
            <a:chExt cx="5087084" cy="3237807"/>
          </a:xfrm>
        </p:grpSpPr>
        <p:pic>
          <p:nvPicPr>
            <p:cNvPr id="9" name="Picture 8" descr="A screenshot of a computer&#10;&#10;Description automatically generated"/>
            <p:cNvPicPr>
              <a:picLocks noChangeAspect="1"/>
            </p:cNvPicPr>
            <p:nvPr/>
          </p:nvPicPr>
          <p:blipFill rotWithShape="1">
            <a:blip r:embed="rId3"/>
            <a:srcRect b="16491"/>
            <a:stretch>
              <a:fillRect/>
            </a:stretch>
          </p:blipFill>
          <p:spPr>
            <a:xfrm>
              <a:off x="2228282" y="1718578"/>
              <a:ext cx="5087084" cy="3237807"/>
            </a:xfrm>
            <a:prstGeom prst="rect">
              <a:avLst/>
            </a:prstGeom>
            <a:ln w="28575">
              <a:solidFill>
                <a:schemeClr val="tx1"/>
              </a:solidFill>
            </a:ln>
          </p:spPr>
        </p:pic>
        <p:sp>
          <p:nvSpPr>
            <p:cNvPr id="15" name="Rectangle 14"/>
            <p:cNvSpPr/>
            <p:nvPr/>
          </p:nvSpPr>
          <p:spPr>
            <a:xfrm>
              <a:off x="3184264" y="4335332"/>
              <a:ext cx="645086" cy="1828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7" name="Graphic 16" descr="Arrow: Straight with solid fill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946236" y="3969572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156124" y="1125415"/>
            <a:ext cx="8520600" cy="393895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558800" lvl="1" indent="0">
              <a:buClr>
                <a:schemeClr val="dk1"/>
              </a:buClr>
              <a:buSzPts val="2000"/>
              <a:buNone/>
            </a:pPr>
            <a:r>
              <a:rPr lang="en-US" sz="1800" dirty="0">
                <a:solidFill>
                  <a:srgbClr val="00B050"/>
                </a:solidFill>
              </a:rPr>
              <a:t>Please make sure that you are logged in to </a:t>
            </a:r>
            <a:r>
              <a:rPr lang="en-US" sz="1800" dirty="0" err="1">
                <a:solidFill>
                  <a:srgbClr val="00B050"/>
                </a:solidFill>
              </a:rPr>
              <a:t>EasyChair</a:t>
            </a:r>
            <a:r>
              <a:rPr lang="en-US" sz="1800" dirty="0">
                <a:solidFill>
                  <a:srgbClr val="00B050"/>
                </a:solidFill>
              </a:rPr>
              <a:t> before accessing the IEEE UV2026 conference page</a:t>
            </a:r>
            <a:r>
              <a:rPr lang="en-US" sz="1800" i="1" dirty="0">
                <a:solidFill>
                  <a:srgbClr val="00B050"/>
                </a:solidFill>
              </a:rPr>
              <a:t> </a:t>
            </a:r>
            <a:r>
              <a:rPr lang="en-US" sz="1300" i="1" dirty="0">
                <a:solidFill>
                  <a:srgbClr val="00B050"/>
                </a:solidFill>
              </a:rPr>
              <a:t>(</a:t>
            </a:r>
            <a:r>
              <a:rPr lang="en-US" sz="1300" i="1" dirty="0">
                <a:solidFill>
                  <a:srgbClr val="00B050"/>
                </a:solidFill>
                <a:hlinkClick r:id="rId3"/>
              </a:rPr>
              <a:t>https://easychair.org/conferences/?conf=ieeeUV2026</a:t>
            </a:r>
            <a:r>
              <a:rPr lang="en-US" sz="1300" i="1" dirty="0">
                <a:solidFill>
                  <a:srgbClr val="00B050"/>
                </a:solidFill>
              </a:rPr>
              <a:t>)</a:t>
            </a:r>
            <a:r>
              <a:rPr lang="en-US" sz="2100" dirty="0">
                <a:solidFill>
                  <a:srgbClr val="00B050"/>
                </a:solidFill>
              </a:rPr>
              <a:t>.</a:t>
            </a:r>
            <a:r>
              <a:rPr lang="en-US" sz="1800" i="1" dirty="0">
                <a:solidFill>
                  <a:srgbClr val="00B050"/>
                </a:solidFill>
              </a:rPr>
              <a:t> </a:t>
            </a:r>
          </a:p>
          <a:p>
            <a:pPr marL="558800" lvl="1" indent="0">
              <a:buClr>
                <a:schemeClr val="dk1"/>
              </a:buClr>
              <a:buSzPts val="2000"/>
              <a:buNone/>
            </a:pPr>
            <a:r>
              <a:rPr lang="en-US" sz="1800" i="1" dirty="0">
                <a:solidFill>
                  <a:srgbClr val="00B050"/>
                </a:solidFill>
              </a:rPr>
              <a:t>Otherwise, you may encounter the following error message.</a:t>
            </a:r>
            <a:endParaRPr lang="en-US" sz="2000" i="1" dirty="0">
              <a:solidFill>
                <a:schemeClr val="dk1"/>
              </a:solidFill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AutoNum type="alphaLcParenR"/>
            </a:pPr>
            <a:endParaRPr lang="en-US" sz="2000" dirty="0">
              <a:solidFill>
                <a:schemeClr val="dk1"/>
              </a:solidFill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AutoNum type="alphaLcParenR"/>
            </a:pPr>
            <a:endParaRPr lang="en-US" sz="2000" dirty="0">
              <a:solidFill>
                <a:schemeClr val="dk1"/>
              </a:solidFill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AutoNum type="alphaLcParenR"/>
            </a:pPr>
            <a:endParaRPr lang="en-US" sz="2000" dirty="0">
              <a:solidFill>
                <a:schemeClr val="dk1"/>
              </a:solidFill>
            </a:endParaRPr>
          </a:p>
          <a:p>
            <a:pPr marL="558800" lvl="1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lang="en-US" sz="2000" dirty="0">
              <a:solidFill>
                <a:schemeClr val="dk1"/>
              </a:solidFill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AutoNum type="alphaLcParenR"/>
            </a:pPr>
            <a:endParaRPr lang="en-US" sz="2000" dirty="0">
              <a:solidFill>
                <a:schemeClr val="dk1"/>
              </a:solidFill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AutoNum type="alphaLcParenR"/>
            </a:pPr>
            <a:r>
              <a:rPr lang="en-US" sz="2000" dirty="0">
                <a:solidFill>
                  <a:schemeClr val="dk1"/>
                </a:solidFill>
              </a:rPr>
              <a:t>Please click the </a:t>
            </a:r>
            <a:r>
              <a:rPr lang="en-US" sz="2000" dirty="0">
                <a:solidFill>
                  <a:schemeClr val="dk1"/>
                </a:solidFill>
                <a:sym typeface="+mn-ea"/>
              </a:rPr>
              <a:t>“</a:t>
            </a:r>
            <a:r>
              <a:rPr lang="en-US" sz="2000" b="1" dirty="0">
                <a:solidFill>
                  <a:srgbClr val="1155CC"/>
                </a:solidFill>
                <a:sym typeface="+mn-ea"/>
              </a:rPr>
              <a:t>Log in</a:t>
            </a:r>
            <a:r>
              <a:rPr lang="en-US" sz="2000" dirty="0">
                <a:solidFill>
                  <a:schemeClr val="dk1"/>
                </a:solidFill>
                <a:sym typeface="+mn-ea"/>
              </a:rPr>
              <a:t>”</a:t>
            </a:r>
            <a:r>
              <a:rPr lang="en-US" altLang="en-GB" sz="2000" dirty="0">
                <a:solidFill>
                  <a:schemeClr val="dk1"/>
                </a:solidFill>
                <a:sym typeface="+mn-ea"/>
              </a:rPr>
              <a:t> on the top right corner AND enter your </a:t>
            </a:r>
            <a:r>
              <a:rPr lang="en-US" sz="2000" dirty="0">
                <a:solidFill>
                  <a:schemeClr val="dk1"/>
                </a:solidFill>
                <a:sym typeface="+mn-ea"/>
              </a:rPr>
              <a:t>account and password</a:t>
            </a:r>
            <a:r>
              <a:rPr lang="en-US" altLang="en-GB" sz="2000" dirty="0">
                <a:solidFill>
                  <a:schemeClr val="dk1"/>
                </a:solidFill>
                <a:sym typeface="+mn-ea"/>
              </a:rPr>
              <a:t> to log in. </a:t>
            </a:r>
            <a:endParaRPr sz="2000"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20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87AB93D-052F-1BBE-52ED-8E62A5EB1B0A}"/>
              </a:ext>
            </a:extLst>
          </p:cNvPr>
          <p:cNvGrpSpPr/>
          <p:nvPr/>
        </p:nvGrpSpPr>
        <p:grpSpPr>
          <a:xfrm>
            <a:off x="226462" y="1990713"/>
            <a:ext cx="8977800" cy="1633855"/>
            <a:chOff x="156124" y="1526222"/>
            <a:chExt cx="8977800" cy="1633855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6124" y="1983422"/>
              <a:ext cx="8830945" cy="1176655"/>
            </a:xfrm>
            <a:prstGeom prst="rect">
              <a:avLst/>
            </a:prstGeom>
            <a:ln w="28575">
              <a:solidFill>
                <a:schemeClr val="tx1"/>
              </a:solidFill>
            </a:ln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266DC23-A4F1-F040-396A-A311956140BA}"/>
                </a:ext>
              </a:extLst>
            </p:cNvPr>
            <p:cNvSpPr/>
            <p:nvPr/>
          </p:nvSpPr>
          <p:spPr>
            <a:xfrm>
              <a:off x="250854" y="2774909"/>
              <a:ext cx="995320" cy="36414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Arrow: Rotate right with solid fill">
              <a:extLst>
                <a:ext uri="{FF2B5EF4-FFF2-40B4-BE49-F238E27FC236}">
                  <a16:creationId xmlns:a16="http://schemas.microsoft.com/office/drawing/2014/main" id="{81A23FB1-43C6-E41C-6B2D-70E34C242BD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9524" y="1526222"/>
              <a:ext cx="914400" cy="914400"/>
            </a:xfrm>
            <a:prstGeom prst="rect">
              <a:avLst/>
            </a:prstGeom>
          </p:spPr>
        </p:pic>
      </p:grpSp>
      <p:sp>
        <p:nvSpPr>
          <p:cNvPr id="6" name="Google Shape;102;p20">
            <a:extLst>
              <a:ext uri="{FF2B5EF4-FFF2-40B4-BE49-F238E27FC236}">
                <a16:creationId xmlns:a16="http://schemas.microsoft.com/office/drawing/2014/main" id="{7C1BD01E-FFCB-3926-D9A9-AA4151856C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7850" y="445025"/>
            <a:ext cx="333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7620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80000"/>
              </a:buClr>
              <a:buSzPts val="2400"/>
            </a:pPr>
            <a:r>
              <a:rPr lang="en-GB" sz="2400" b="1" dirty="0">
                <a:solidFill>
                  <a:srgbClr val="00B050"/>
                </a:solidFill>
              </a:rPr>
              <a:t>1. Account Login (D) </a:t>
            </a:r>
            <a:endParaRPr sz="2400" b="1" dirty="0">
              <a:solidFill>
                <a:srgbClr val="00B05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156124" y="1085221"/>
            <a:ext cx="8520600" cy="274860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558800" lvl="1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000" dirty="0">
                <a:solidFill>
                  <a:schemeClr val="dk1"/>
                </a:solidFill>
              </a:rPr>
              <a:t>b) After logging in, click on “Conferences” and then “IEEE UV2026” to access UV2026 Publication System</a:t>
            </a:r>
            <a:endParaRPr sz="200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200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55F295C-6102-6298-206F-28756DF691B3}"/>
              </a:ext>
            </a:extLst>
          </p:cNvPr>
          <p:cNvGrpSpPr/>
          <p:nvPr/>
        </p:nvGrpSpPr>
        <p:grpSpPr>
          <a:xfrm>
            <a:off x="241617" y="1706162"/>
            <a:ext cx="8660766" cy="3437338"/>
            <a:chOff x="241299" y="1348277"/>
            <a:chExt cx="8660766" cy="3437338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1300" y="1705610"/>
              <a:ext cx="8660765" cy="2561590"/>
            </a:xfrm>
            <a:prstGeom prst="rect">
              <a:avLst/>
            </a:prstGeom>
            <a:ln w="28575">
              <a:solidFill>
                <a:schemeClr val="tx1"/>
              </a:solidFill>
            </a:ln>
          </p:spPr>
        </p:pic>
        <p:pic>
          <p:nvPicPr>
            <p:cNvPr id="3" name="Graphic 2" descr="Arrow: Rotate right with solid fill">
              <a:extLst>
                <a:ext uri="{FF2B5EF4-FFF2-40B4-BE49-F238E27FC236}">
                  <a16:creationId xmlns:a16="http://schemas.microsoft.com/office/drawing/2014/main" id="{39F080AF-0E52-E317-2F74-78703B4147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H="1">
              <a:off x="241299" y="1348277"/>
              <a:ext cx="751160" cy="714665"/>
            </a:xfrm>
            <a:prstGeom prst="rect">
              <a:avLst/>
            </a:prstGeom>
          </p:spPr>
        </p:pic>
        <p:pic>
          <p:nvPicPr>
            <p:cNvPr id="6" name="Graphic 5" descr="Arrow: Clockwise curve with solid fill">
              <a:extLst>
                <a:ext uri="{FF2B5EF4-FFF2-40B4-BE49-F238E27FC236}">
                  <a16:creationId xmlns:a16="http://schemas.microsoft.com/office/drawing/2014/main" id="{F492BFEE-F265-11FE-987C-CDBD30136EB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0761" y="4193379"/>
              <a:ext cx="592236" cy="592236"/>
            </a:xfrm>
            <a:prstGeom prst="rect">
              <a:avLst/>
            </a:prstGeom>
          </p:spPr>
        </p:pic>
      </p:grpSp>
      <p:sp>
        <p:nvSpPr>
          <p:cNvPr id="8" name="Google Shape;102;p20">
            <a:extLst>
              <a:ext uri="{FF2B5EF4-FFF2-40B4-BE49-F238E27FC236}">
                <a16:creationId xmlns:a16="http://schemas.microsoft.com/office/drawing/2014/main" id="{067B68FD-C7DD-888B-A5E7-CE37B66290F6}"/>
              </a:ext>
            </a:extLst>
          </p:cNvPr>
          <p:cNvSpPr txBox="1">
            <a:spLocks/>
          </p:cNvSpPr>
          <p:nvPr/>
        </p:nvSpPr>
        <p:spPr>
          <a:xfrm>
            <a:off x="497850" y="445025"/>
            <a:ext cx="3331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76200">
              <a:lnSpc>
                <a:spcPct val="115000"/>
              </a:lnSpc>
              <a:buClr>
                <a:srgbClr val="980000"/>
              </a:buClr>
              <a:buSzPts val="2400"/>
            </a:pPr>
            <a:r>
              <a:rPr lang="en-GB" sz="2400" b="1" dirty="0">
                <a:solidFill>
                  <a:srgbClr val="00B050"/>
                </a:solidFill>
              </a:rPr>
              <a:t>1. Account Login (E)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>
            <a:spLocks noGrp="1"/>
          </p:cNvSpPr>
          <p:nvPr>
            <p:ph type="body" idx="1"/>
          </p:nvPr>
        </p:nvSpPr>
        <p:spPr>
          <a:xfrm>
            <a:off x="217619" y="1132418"/>
            <a:ext cx="887958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746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300"/>
              <a:buChar char="❖"/>
            </a:pPr>
            <a:r>
              <a:rPr lang="en-GB" sz="2300" dirty="0">
                <a:solidFill>
                  <a:schemeClr val="dk1"/>
                </a:solidFill>
              </a:rPr>
              <a:t>Click the option “Time” to check for the most recent submission</a:t>
            </a:r>
            <a:endParaRPr sz="2300" dirty="0"/>
          </a:p>
        </p:txBody>
      </p:sp>
      <p:grpSp>
        <p:nvGrpSpPr>
          <p:cNvPr id="11" name="Group 10"/>
          <p:cNvGrpSpPr/>
          <p:nvPr/>
        </p:nvGrpSpPr>
        <p:grpSpPr>
          <a:xfrm>
            <a:off x="781795" y="1760053"/>
            <a:ext cx="8362205" cy="3192191"/>
            <a:chOff x="649586" y="1312901"/>
            <a:chExt cx="8362205" cy="3192191"/>
          </a:xfrm>
        </p:grpSpPr>
        <p:grpSp>
          <p:nvGrpSpPr>
            <p:cNvPr id="8" name="Group 7"/>
            <p:cNvGrpSpPr/>
            <p:nvPr/>
          </p:nvGrpSpPr>
          <p:grpSpPr>
            <a:xfrm>
              <a:off x="649586" y="1312901"/>
              <a:ext cx="7844826" cy="3192191"/>
              <a:chOff x="649586" y="1312901"/>
              <a:chExt cx="7844826" cy="3192191"/>
            </a:xfrm>
          </p:grpSpPr>
          <p:pic>
            <p:nvPicPr>
              <p:cNvPr id="3" name="Picture 2" descr="A screenshot of a computer&#10;&#10;Description automatically generated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49586" y="1312901"/>
                <a:ext cx="7844826" cy="3192191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</p:pic>
          <p:sp>
            <p:nvSpPr>
              <p:cNvPr id="4" name="Rectangle 3"/>
              <p:cNvSpPr/>
              <p:nvPr/>
            </p:nvSpPr>
            <p:spPr>
              <a:xfrm>
                <a:off x="7638383" y="3297923"/>
                <a:ext cx="382385" cy="266007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" name="Graphic 9" descr="Arrow: Straight with solid fill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097391" y="2973726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512666" y="519585"/>
            <a:ext cx="4102256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00B050"/>
                </a:solidFill>
              </a:rPr>
              <a:t>2. Paper Assignment (A)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81" name="Google Shape;81;p17"/>
          <p:cNvSpPr txBox="1">
            <a:spLocks noGrp="1"/>
          </p:cNvSpPr>
          <p:nvPr>
            <p:ph type="body" idx="1"/>
          </p:nvPr>
        </p:nvSpPr>
        <p:spPr>
          <a:xfrm>
            <a:off x="311700" y="1115600"/>
            <a:ext cx="4375856" cy="118059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-US" dirty="0">
                <a:solidFill>
                  <a:schemeClr val="tx1"/>
                </a:solidFill>
              </a:rPr>
              <a:t>After clicking “Assignment” and then “by PC Member”, you will be able to review current assignment of papers.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4" name="Picture 3" descr="A screenshot of a computer&#10;&#10;Description automatically generat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2491" y="287312"/>
            <a:ext cx="3573623" cy="456887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grpSp>
        <p:nvGrpSpPr>
          <p:cNvPr id="18" name="Group 17"/>
          <p:cNvGrpSpPr/>
          <p:nvPr/>
        </p:nvGrpSpPr>
        <p:grpSpPr>
          <a:xfrm>
            <a:off x="311699" y="2144054"/>
            <a:ext cx="4890467" cy="2712133"/>
            <a:chOff x="311699" y="2144054"/>
            <a:chExt cx="4890467" cy="2712133"/>
          </a:xfrm>
        </p:grpSpPr>
        <p:pic>
          <p:nvPicPr>
            <p:cNvPr id="9" name="Picture 8" descr="A screenshot of a computer&#10;&#10;Description automatically generated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11699" y="2144054"/>
              <a:ext cx="4890467" cy="2712133"/>
            </a:xfrm>
            <a:prstGeom prst="rect">
              <a:avLst/>
            </a:prstGeom>
            <a:ln w="28575">
              <a:solidFill>
                <a:schemeClr val="tx1"/>
              </a:solidFill>
            </a:ln>
          </p:spPr>
        </p:pic>
        <p:sp>
          <p:nvSpPr>
            <p:cNvPr id="10" name="Rectangle 9"/>
            <p:cNvSpPr/>
            <p:nvPr/>
          </p:nvSpPr>
          <p:spPr>
            <a:xfrm>
              <a:off x="1862254" y="3111190"/>
              <a:ext cx="1839951" cy="22302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" name="Graphic 11" descr="Arrow: Straight with solid fill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892530" y="2911182"/>
              <a:ext cx="667643" cy="667643"/>
            </a:xfrm>
            <a:prstGeom prst="rect">
              <a:avLst/>
            </a:prstGeom>
          </p:spPr>
        </p:pic>
        <p:pic>
          <p:nvPicPr>
            <p:cNvPr id="14" name="Graphic 13" descr="Arrow: Rotate right with solid fill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862254" y="2411494"/>
              <a:ext cx="424224" cy="424224"/>
            </a:xfrm>
            <a:prstGeom prst="rect">
              <a:avLst/>
            </a:prstGeom>
          </p:spPr>
        </p:pic>
        <p:sp>
          <p:nvSpPr>
            <p:cNvPr id="15" name="Rectangle 14"/>
            <p:cNvSpPr/>
            <p:nvPr/>
          </p:nvSpPr>
          <p:spPr>
            <a:xfrm>
              <a:off x="1862254" y="2776654"/>
              <a:ext cx="579863" cy="24532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7" name="Graphic 16" descr="Arrow: Slight curve with solid fil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648376" flipV="1">
            <a:off x="4512455" y="1341519"/>
            <a:ext cx="914400" cy="84847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63199" y="2693202"/>
            <a:ext cx="5403104" cy="2174401"/>
            <a:chOff x="1852566" y="137554"/>
            <a:chExt cx="5668492" cy="2223809"/>
          </a:xfrm>
        </p:grpSpPr>
        <p:pic>
          <p:nvPicPr>
            <p:cNvPr id="3" name="Picture 2" descr="A screenshot of a computer&#10;&#10;Description automatically generated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52566" y="137554"/>
              <a:ext cx="5668492" cy="2210712"/>
            </a:xfrm>
            <a:prstGeom prst="rect">
              <a:avLst/>
            </a:prstGeom>
            <a:ln w="28575">
              <a:solidFill>
                <a:schemeClr val="tx1"/>
              </a:solidFill>
            </a:ln>
          </p:spPr>
        </p:pic>
        <p:sp>
          <p:nvSpPr>
            <p:cNvPr id="6" name="Rectangle 5"/>
            <p:cNvSpPr/>
            <p:nvPr/>
          </p:nvSpPr>
          <p:spPr>
            <a:xfrm>
              <a:off x="6209881" y="1567543"/>
              <a:ext cx="139648" cy="79382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Arrow: Rotate right with solid fill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861157" y="1002998"/>
              <a:ext cx="581891" cy="581891"/>
            </a:xfrm>
            <a:prstGeom prst="rect">
              <a:avLst/>
            </a:prstGeom>
          </p:spPr>
        </p:pic>
      </p:grpSp>
      <p:grpSp>
        <p:nvGrpSpPr>
          <p:cNvPr id="12" name="Group 11"/>
          <p:cNvGrpSpPr/>
          <p:nvPr/>
        </p:nvGrpSpPr>
        <p:grpSpPr>
          <a:xfrm>
            <a:off x="5535791" y="1162937"/>
            <a:ext cx="3555058" cy="2321170"/>
            <a:chOff x="2794471" y="2508335"/>
            <a:chExt cx="3555058" cy="2321170"/>
          </a:xfrm>
        </p:grpSpPr>
        <p:pic>
          <p:nvPicPr>
            <p:cNvPr id="5" name="Picture 4" descr="A screenshot of a computer&#10;&#10;Description automatically generated"/>
            <p:cNvPicPr>
              <a:picLocks noChangeAspect="1"/>
            </p:cNvPicPr>
            <p:nvPr/>
          </p:nvPicPr>
          <p:blipFill rotWithShape="1">
            <a:blip r:embed="rId5"/>
            <a:srcRect t="18810" b="13247"/>
            <a:stretch>
              <a:fillRect/>
            </a:stretch>
          </p:blipFill>
          <p:spPr>
            <a:xfrm>
              <a:off x="2794471" y="2508335"/>
              <a:ext cx="3555058" cy="2321170"/>
            </a:xfrm>
            <a:prstGeom prst="rect">
              <a:avLst/>
            </a:prstGeom>
            <a:ln w="28575">
              <a:solidFill>
                <a:schemeClr val="tx1"/>
              </a:solidFill>
            </a:ln>
          </p:spPr>
        </p:pic>
        <p:sp>
          <p:nvSpPr>
            <p:cNvPr id="9" name="Rectangle 8"/>
            <p:cNvSpPr/>
            <p:nvPr/>
          </p:nvSpPr>
          <p:spPr>
            <a:xfrm>
              <a:off x="2794471" y="4038600"/>
              <a:ext cx="1644179" cy="1651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Graphic 10" descr="Arrow: Counter-clockwise curve with solid fill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08409" y="4087915"/>
              <a:ext cx="480960" cy="480960"/>
            </a:xfrm>
            <a:prstGeom prst="rect">
              <a:avLst/>
            </a:prstGeom>
          </p:spPr>
        </p:pic>
      </p:grpSp>
      <p:sp>
        <p:nvSpPr>
          <p:cNvPr id="14" name="Google Shape;80;p17"/>
          <p:cNvSpPr txBox="1"/>
          <p:nvPr/>
        </p:nvSpPr>
        <p:spPr>
          <a:xfrm>
            <a:off x="514900" y="585434"/>
            <a:ext cx="42603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en-US" b="1" dirty="0">
                <a:solidFill>
                  <a:srgbClr val="00B050"/>
                </a:solidFill>
              </a:rPr>
              <a:t>2. Paper Assignment (B) 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5" name="Google Shape;81;p17"/>
          <p:cNvSpPr txBox="1"/>
          <p:nvPr/>
        </p:nvSpPr>
        <p:spPr>
          <a:xfrm>
            <a:off x="514900" y="1160995"/>
            <a:ext cx="4463499" cy="15455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57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/>
              <a:buChar char="●"/>
              <a:defRPr sz="1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indent="0">
              <a:spcAft>
                <a:spcPts val="1200"/>
              </a:spcAft>
              <a:buNone/>
            </a:pPr>
            <a:r>
              <a:rPr lang="en-US" b="1" dirty="0"/>
              <a:t>Step 1: </a:t>
            </a:r>
            <a:r>
              <a:rPr lang="en-US" dirty="0"/>
              <a:t>Click the “Submissions” tab, Click the button</a:t>
            </a:r>
            <a:r>
              <a:rPr lang="zh-CN" altLang="en-US" dirty="0"/>
              <a:t>    </a:t>
            </a:r>
            <a:r>
              <a:rPr lang="en-US" dirty="0"/>
              <a:t> </a:t>
            </a:r>
            <a:r>
              <a:rPr lang="zh-CN" altLang="en-US" dirty="0"/>
              <a:t>          </a:t>
            </a:r>
            <a:r>
              <a:rPr lang="en-US" dirty="0"/>
              <a:t>in the “Assignment” column for the paper. 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US" dirty="0"/>
              <a:t>You will then be redirected to “Assignment View or Update for Submission” page. 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US" b="1" dirty="0"/>
              <a:t>Step 2: </a:t>
            </a:r>
            <a:r>
              <a:rPr lang="en-US" dirty="0"/>
              <a:t>To complete the assignment, check the box in the “Assigned” column for the corresponding PC member.</a:t>
            </a:r>
          </a:p>
        </p:txBody>
      </p:sp>
      <p:pic>
        <p:nvPicPr>
          <p:cNvPr id="21" name="Picture 20" descr="A black and white icon with a arrow&#10;&#10;Description automatically generate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40802" y="1188226"/>
            <a:ext cx="482600" cy="444500"/>
          </a:xfrm>
          <a:prstGeom prst="rect">
            <a:avLst/>
          </a:prstGeom>
        </p:spPr>
      </p:pic>
      <p:pic>
        <p:nvPicPr>
          <p:cNvPr id="25" name="Graphic 24" descr="Arrow: Rotate right with solid fil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1824783" flipH="1">
            <a:off x="5500806" y="3634220"/>
            <a:ext cx="958535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7299" y="238159"/>
            <a:ext cx="6148845" cy="57270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3. Update Session Chair Names for Paper Assignment(A)</a:t>
            </a:r>
            <a:br>
              <a:rPr lang="en-US" dirty="0">
                <a:solidFill>
                  <a:srgbClr val="00B050"/>
                </a:solidFill>
              </a:rPr>
            </a:b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-294290" y="1120391"/>
            <a:ext cx="8916383" cy="3313734"/>
          </a:xfrm>
        </p:spPr>
        <p:txBody>
          <a:bodyPr/>
          <a:lstStyle/>
          <a:p>
            <a:pPr marL="914400" lvl="0" indent="0">
              <a:buNone/>
            </a:pPr>
            <a:r>
              <a:rPr lang="en-GB" dirty="0">
                <a:solidFill>
                  <a:schemeClr val="dk1"/>
                </a:solidFill>
              </a:rPr>
              <a:t>Click “</a:t>
            </a:r>
            <a:r>
              <a:rPr lang="en-GB" b="1" dirty="0">
                <a:solidFill>
                  <a:srgbClr val="1155CC"/>
                </a:solidFill>
              </a:rPr>
              <a:t>PC</a:t>
            </a:r>
            <a:r>
              <a:rPr lang="en-GB" dirty="0">
                <a:solidFill>
                  <a:schemeClr val="dk1"/>
                </a:solidFill>
              </a:rPr>
              <a:t>” -&gt; “</a:t>
            </a:r>
            <a:r>
              <a:rPr lang="en-GB" b="1" dirty="0">
                <a:solidFill>
                  <a:srgbClr val="1155CC"/>
                </a:solidFill>
              </a:rPr>
              <a:t>View PC</a:t>
            </a:r>
            <a:r>
              <a:rPr lang="en-GB" dirty="0">
                <a:solidFill>
                  <a:schemeClr val="dk1"/>
                </a:solidFill>
              </a:rPr>
              <a:t>”; Now, you will be able to </a:t>
            </a:r>
            <a:r>
              <a:rPr lang="en-GB" dirty="0">
                <a:solidFill>
                  <a:schemeClr val="tx1"/>
                </a:solidFill>
              </a:rPr>
              <a:t>see</a:t>
            </a:r>
            <a:r>
              <a:rPr lang="en-GB" dirty="0">
                <a:solidFill>
                  <a:schemeClr val="dk1"/>
                </a:solidFill>
              </a:rPr>
              <a:t> all the PC members.</a:t>
            </a:r>
            <a:endParaRPr lang="en-GB" sz="2500" dirty="0"/>
          </a:p>
        </p:txBody>
      </p:sp>
      <p:grpSp>
        <p:nvGrpSpPr>
          <p:cNvPr id="9" name="Group 8"/>
          <p:cNvGrpSpPr/>
          <p:nvPr/>
        </p:nvGrpSpPr>
        <p:grpSpPr>
          <a:xfrm>
            <a:off x="685800" y="1683672"/>
            <a:ext cx="7772400" cy="3364249"/>
            <a:chOff x="685800" y="1563092"/>
            <a:chExt cx="7772400" cy="3364249"/>
          </a:xfrm>
        </p:grpSpPr>
        <p:pic>
          <p:nvPicPr>
            <p:cNvPr id="5" name="Picture 4" descr="A screenshot of a computer&#10;&#10;Description automatically generated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5800" y="1563092"/>
              <a:ext cx="7772400" cy="3364249"/>
            </a:xfrm>
            <a:prstGeom prst="rect">
              <a:avLst/>
            </a:prstGeom>
            <a:ln w="28575">
              <a:solidFill>
                <a:schemeClr val="bg2"/>
              </a:solidFill>
            </a:ln>
          </p:spPr>
        </p:pic>
        <p:sp>
          <p:nvSpPr>
            <p:cNvPr id="6" name="Rectangle 5"/>
            <p:cNvSpPr/>
            <p:nvPr/>
          </p:nvSpPr>
          <p:spPr>
            <a:xfrm>
              <a:off x="2646947" y="2415941"/>
              <a:ext cx="904775" cy="15580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Arrow: Straight with solid fill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92629" y="2107933"/>
              <a:ext cx="765208" cy="765208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095269"/>
            <a:ext cx="8520600" cy="3220215"/>
          </a:xfrm>
        </p:spPr>
        <p:txBody>
          <a:bodyPr/>
          <a:lstStyle/>
          <a:p>
            <a:r>
              <a:rPr lang="en-GB" dirty="0">
                <a:solidFill>
                  <a:schemeClr val="dk1"/>
                </a:solidFill>
              </a:rPr>
              <a:t>Click          under “Update” to </a:t>
            </a:r>
            <a:r>
              <a:rPr lang="en-US" dirty="0">
                <a:solidFill>
                  <a:schemeClr val="dk1"/>
                </a:solidFill>
              </a:rPr>
              <a:t>edit a PC member's information.</a:t>
            </a:r>
            <a:endParaRPr lang="en-US" dirty="0"/>
          </a:p>
        </p:txBody>
      </p:sp>
      <p:pic>
        <p:nvPicPr>
          <p:cNvPr id="6" name="Picture 5" descr="A screen shot of a phone&#10;&#10;Description automatically generat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9413" y="1139094"/>
            <a:ext cx="444500" cy="431800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1740118" y="1706795"/>
            <a:ext cx="5663763" cy="3277832"/>
            <a:chOff x="1241534" y="1728993"/>
            <a:chExt cx="5663763" cy="3277832"/>
          </a:xfrm>
        </p:grpSpPr>
        <p:pic>
          <p:nvPicPr>
            <p:cNvPr id="4" name="Picture 3" descr="A screenshot of a computer&#10;&#10;Description automatically generated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1534" y="1728993"/>
              <a:ext cx="5663763" cy="3277832"/>
            </a:xfrm>
            <a:prstGeom prst="rect">
              <a:avLst/>
            </a:prstGeom>
            <a:ln w="28575">
              <a:solidFill>
                <a:schemeClr val="bg2"/>
              </a:solidFill>
            </a:ln>
          </p:spPr>
        </p:pic>
        <p:sp>
          <p:nvSpPr>
            <p:cNvPr id="7" name="Rectangle 6"/>
            <p:cNvSpPr/>
            <p:nvPr/>
          </p:nvSpPr>
          <p:spPr>
            <a:xfrm>
              <a:off x="5579706" y="4245429"/>
              <a:ext cx="121298" cy="13995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" name="Graphic 8" descr="Arrow: Straight with solid fill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701004" y="3873450"/>
              <a:ext cx="914400" cy="914400"/>
            </a:xfrm>
            <a:prstGeom prst="rect">
              <a:avLst/>
            </a:prstGeom>
          </p:spPr>
        </p:pic>
      </p:grp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412727" y="207610"/>
            <a:ext cx="6053141" cy="57270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3. Update Session Chair Names for Paper Assignment(B)</a:t>
            </a:r>
            <a:br>
              <a:rPr lang="en-US" dirty="0">
                <a:solidFill>
                  <a:srgbClr val="00B050"/>
                </a:solidFill>
              </a:rPr>
            </a:br>
            <a:endParaRPr lang="en-US" dirty="0">
              <a:solidFill>
                <a:srgbClr val="00B05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8481" y="1085222"/>
            <a:ext cx="8520600" cy="3343352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This name will appear in the "PC Member" column and will be used to identify the corresponding Session Chair during paper assignment.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018732" y="1941360"/>
            <a:ext cx="3155453" cy="2976705"/>
            <a:chOff x="578879" y="1212160"/>
            <a:chExt cx="3695665" cy="3486315"/>
          </a:xfrm>
        </p:grpSpPr>
        <p:pic>
          <p:nvPicPr>
            <p:cNvPr id="5" name="Picture 4" descr="A screenshot of a computer&#10;&#10;Description automatically generated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8879" y="1212160"/>
              <a:ext cx="3695665" cy="3486315"/>
            </a:xfrm>
            <a:prstGeom prst="rect">
              <a:avLst/>
            </a:prstGeom>
            <a:ln w="28575">
              <a:solidFill>
                <a:schemeClr val="bg2"/>
              </a:solidFill>
            </a:ln>
          </p:spPr>
        </p:pic>
        <p:sp>
          <p:nvSpPr>
            <p:cNvPr id="6" name="Rectangle 5"/>
            <p:cNvSpPr/>
            <p:nvPr/>
          </p:nvSpPr>
          <p:spPr>
            <a:xfrm>
              <a:off x="760164" y="2571750"/>
              <a:ext cx="1344058" cy="50195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5193688" y="1836302"/>
            <a:ext cx="2508684" cy="3199482"/>
            <a:chOff x="5056745" y="1017725"/>
            <a:chExt cx="3155452" cy="4024345"/>
          </a:xfrm>
        </p:grpSpPr>
        <p:pic>
          <p:nvPicPr>
            <p:cNvPr id="9" name="Picture 8" descr="A screenshot of a computer&#10;&#10;Description automatically generated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56745" y="1017725"/>
              <a:ext cx="3155452" cy="4024345"/>
            </a:xfrm>
            <a:prstGeom prst="rect">
              <a:avLst/>
            </a:prstGeom>
            <a:ln w="28575">
              <a:solidFill>
                <a:schemeClr val="bg2"/>
              </a:solidFill>
            </a:ln>
          </p:spPr>
        </p:pic>
        <p:sp>
          <p:nvSpPr>
            <p:cNvPr id="10" name="Rectangle 9"/>
            <p:cNvSpPr/>
            <p:nvPr/>
          </p:nvSpPr>
          <p:spPr>
            <a:xfrm>
              <a:off x="5188945" y="3514381"/>
              <a:ext cx="1079653" cy="16525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Graphic 11" descr="Arrow Right with solid fil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26737" y="3429713"/>
            <a:ext cx="914400" cy="914400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488092" y="225435"/>
            <a:ext cx="6010702" cy="57270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3. Update Session Chair Names for Paper Assignment(C)</a:t>
            </a:r>
            <a:br>
              <a:rPr lang="en-US" dirty="0">
                <a:solidFill>
                  <a:srgbClr val="00B050"/>
                </a:solidFill>
              </a:rPr>
            </a:br>
            <a:endParaRPr lang="en-US" dirty="0">
              <a:solidFill>
                <a:srgbClr val="00B05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428</Words>
  <Application>Microsoft Office PowerPoint</Application>
  <PresentationFormat>全屏显示(16:9)</PresentationFormat>
  <Paragraphs>44</Paragraphs>
  <Slides>13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5" baseType="lpstr">
      <vt:lpstr>Arial</vt:lpstr>
      <vt:lpstr>Simple Light</vt:lpstr>
      <vt:lpstr>Instructions for Assigning Papers to Session Chairs</vt:lpstr>
      <vt:lpstr>Outline</vt:lpstr>
      <vt:lpstr>1. Account Login (A) </vt:lpstr>
      <vt:lpstr>PowerPoint 演示文稿</vt:lpstr>
      <vt:lpstr>1. Account Login (C) </vt:lpstr>
      <vt:lpstr>1. Account Login (D) </vt:lpstr>
      <vt:lpstr>PowerPoint 演示文稿</vt:lpstr>
      <vt:lpstr>PowerPoint 演示文稿</vt:lpstr>
      <vt:lpstr>2. Paper Assignment (A)</vt:lpstr>
      <vt:lpstr>PowerPoint 演示文稿</vt:lpstr>
      <vt:lpstr>3. Update Session Chair Names for Paper Assignment(A) </vt:lpstr>
      <vt:lpstr>3. Update Session Chair Names for Paper Assignment(B) </vt:lpstr>
      <vt:lpstr>3. Update Session Chair Names for Paper Assignment(C)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EasyChair Instructions for Program Chair</dc:title>
  <dc:creator/>
  <cp:lastModifiedBy>Kou, Jieren</cp:lastModifiedBy>
  <cp:revision>20</cp:revision>
  <dcterms:created xsi:type="dcterms:W3CDTF">2026-05-29T21:10:00Z</dcterms:created>
  <dcterms:modified xsi:type="dcterms:W3CDTF">2026-06-07T04:17:16Z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345D837061D14268BBE0EC7032453549_13</vt:lpwstr>
  </property>
  <property fmtid="{D5CDD505-2E9C-101B-9397-08002B2CF9AE}" pid="3" name="KSOProductBuildVer">
    <vt:lpwstr>1033-12.1.0.26880</vt:lpwstr>
  </property>
</Properties>
</file>